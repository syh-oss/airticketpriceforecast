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93" autoAdjust="0"/>
    <p:restoredTop sz="86483" autoAdjust="0"/>
  </p:normalViewPr>
  <p:slideViewPr>
    <p:cSldViewPr snapToGrid="0" showGuides="1">
      <p:cViewPr varScale="1">
        <p:scale>
          <a:sx n="104" d="100"/>
          <a:sy n="104" d="100"/>
        </p:scale>
        <p:origin x="84" y="9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E31BB-9340-4AD6-836C-34F0CE0E7F63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B5B94-2C26-4835-9B25-E97EEE1D6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17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c85e6421-85ef-4125-a9ec-4b11c2924764"/>
          <p:cNvSpPr>
            <a:spLocks noGrp="1"/>
          </p:cNvSpPr>
          <p:nvPr>
            <p:ph type="ctrTitle" hasCustomPrompt="1"/>
          </p:nvPr>
        </p:nvSpPr>
        <p:spPr>
          <a:xfrm>
            <a:off x="2843821" y="1130300"/>
            <a:ext cx="5444461" cy="2383774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 lvl="0"/>
            <a:r>
              <a:rPr lang="en-US" dirty="0" err="1"/>
              <a:t>PPT标题</a:t>
            </a:r>
            <a:endParaRPr lang="en-US" dirty="0"/>
          </a:p>
        </p:txBody>
      </p:sp>
      <p:sp>
        <p:nvSpPr>
          <p:cNvPr id="3" name="副标题 2" descr="b602868b-5f3c-4f88-b2a1-6fb9c501b32e"/>
          <p:cNvSpPr>
            <a:spLocks noGrp="1"/>
          </p:cNvSpPr>
          <p:nvPr>
            <p:ph type="subTitle" idx="1" hasCustomPrompt="1"/>
          </p:nvPr>
        </p:nvSpPr>
        <p:spPr>
          <a:xfrm>
            <a:off x="2851876" y="3532479"/>
            <a:ext cx="5444461" cy="1075259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文本占位符 3" descr="77c88ce5-55f3-473c-9005-7fd3504b4ecc"/>
          <p:cNvSpPr>
            <a:spLocks noGrp="1"/>
          </p:cNvSpPr>
          <p:nvPr>
            <p:ph type="body" sz="quarter" idx="13" hasCustomPrompt="1"/>
          </p:nvPr>
        </p:nvSpPr>
        <p:spPr>
          <a:xfrm>
            <a:off x="2851876" y="5032243"/>
            <a:ext cx="5472601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" name="文本占位符 4" descr="f4a4a1bd-5050-4a4a-87f8-a68d5953c4bd"/>
          <p:cNvSpPr>
            <a:spLocks noGrp="1"/>
          </p:cNvSpPr>
          <p:nvPr>
            <p:ph type="body" sz="quarter" idx="14" hasCustomPrompt="1"/>
          </p:nvPr>
        </p:nvSpPr>
        <p:spPr>
          <a:xfrm>
            <a:off x="2851876" y="5306563"/>
            <a:ext cx="5472601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6" name="Picture 6" descr="1a8c6db3-d83d-4d34-a3a3-c00a53eec4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140" y="381000"/>
            <a:ext cx="1165860" cy="61150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3369e35a-f2a7-412e-8abb-5afb85001ba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 descr="fae571cc-692d-429e-bb27-5d6f69eac095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f9bb8a8f-9c50-4593-82dd-c8736edea4d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ccc49c1-6106-460a-bd85-5c3a3d08df1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41e75e2e-891b-4efc-b473-3472d3406e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cfe32740-8cf4-48cf-8356-9a98938fc1ea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 descr="c2d96ff3-cb92-4c32-b0ff-366957b72b88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 descr="10bf0538-60bd-4bbe-8dc7-c660cb639dc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713eca26-d83d-4440-9ccb-321948bf79b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d55ee3ab-7bbc-457c-8c9a-d6c35f95909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4998ef3c-6514-406e-a22b-03615a1be9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140" y="381000"/>
            <a:ext cx="1165860" cy="61150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31fbf9e-ff67-4044-bd72-9e3968736b33"/>
          <p:cNvSpPr>
            <a:spLocks noGrp="1"/>
          </p:cNvSpPr>
          <p:nvPr>
            <p:ph type="title" hasCustomPrompt="1"/>
          </p:nvPr>
        </p:nvSpPr>
        <p:spPr>
          <a:xfrm>
            <a:off x="660400" y="1828800"/>
            <a:ext cx="6609194" cy="165819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文本占位符 2" descr="7db2f84f-cefc-4a11-95ec-ad94b3c0ed20"/>
          <p:cNvSpPr>
            <a:spLocks noGrp="1"/>
          </p:cNvSpPr>
          <p:nvPr>
            <p:ph type="body" idx="1" hasCustomPrompt="1"/>
          </p:nvPr>
        </p:nvSpPr>
        <p:spPr>
          <a:xfrm>
            <a:off x="660400" y="3492500"/>
            <a:ext cx="6609194" cy="238712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日期占位符 3" descr="94fdc484-2d37-47a8-8215-4b2d320f820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44d4358e-90e4-41f1-98f6-8b38cce9a13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d489aa86-9618-4827-85e0-49217395767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6ab69d6f-d27e-4b36-8368-572b3b7a8a1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140" y="381000"/>
            <a:ext cx="1165860" cy="61150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 descr="492be9d3-707a-4483-98d6-44e357ecda0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a4591190-890c-45e5-8843-12d861e55ae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64ca41ac-902a-4a35-9682-071d066126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6" descr="d1d39c6c-436a-4d1f-891b-dd8327790c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140" y="381000"/>
            <a:ext cx="1165860" cy="61150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751f7e0c-4cea-432b-909c-634908f360a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2a18a400-cc20-4c80-a2b4-3458b97a3a4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30b22f84-21f8-47ee-973d-d1738a0155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4fe0b189-8c01-4e66-a19b-902594211517"/>
          <p:cNvSpPr>
            <a:spLocks noGrp="1"/>
          </p:cNvSpPr>
          <p:nvPr>
            <p:ph type="title" hasCustomPrompt="1"/>
          </p:nvPr>
        </p:nvSpPr>
        <p:spPr>
          <a:xfrm>
            <a:off x="2485784" y="1138290"/>
            <a:ext cx="5724972" cy="321297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 descr="21f05c9c-06ef-4971-8cab-f99794d5ca4b"/>
          <p:cNvSpPr>
            <a:spLocks noGrp="1"/>
          </p:cNvSpPr>
          <p:nvPr>
            <p:ph type="body" sz="quarter" idx="13" hasCustomPrompt="1"/>
          </p:nvPr>
        </p:nvSpPr>
        <p:spPr>
          <a:xfrm>
            <a:off x="2486994" y="4635076"/>
            <a:ext cx="5723496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ff48ed03-855f-4c43-ba4f-68ee59a891cc"/>
          <p:cNvSpPr>
            <a:spLocks noGrp="1"/>
          </p:cNvSpPr>
          <p:nvPr>
            <p:ph type="body" sz="quarter" idx="14" hasCustomPrompt="1"/>
          </p:nvPr>
        </p:nvSpPr>
        <p:spPr>
          <a:xfrm>
            <a:off x="2486994" y="4909396"/>
            <a:ext cx="5723496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3" descr="01888a05-8b2e-40c2-a020-8c86c80e904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140" y="381000"/>
            <a:ext cx="1165860" cy="61150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c85e6421-85ef-4125-a9ec-4b11c2924764"/>
          <p:cNvSpPr>
            <a:spLocks noGrp="1"/>
          </p:cNvSpPr>
          <p:nvPr>
            <p:ph type="ctrTitle" hasCustomPrompt="1"/>
          </p:nvPr>
        </p:nvSpPr>
        <p:spPr>
          <a:xfrm>
            <a:off x="2095117" y="2250261"/>
            <a:ext cx="7809860" cy="1075260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 dirty="0" err="1">
                <a:solidFill>
                  <a:srgbClr val="FFC000"/>
                </a:solidFill>
                <a:ea typeface="微软雅黑"/>
              </a:rPr>
              <a:t>机票价格预测项目进度汇报</a:t>
            </a:r>
            <a:endParaRPr lang="en-US" sz="4800" b="1" i="0" u="none" dirty="0">
              <a:solidFill>
                <a:srgbClr val="FFC000"/>
              </a:solidFill>
              <a:ea typeface="微软雅黑"/>
            </a:endParaRPr>
          </a:p>
        </p:txBody>
      </p:sp>
      <p:sp>
        <p:nvSpPr>
          <p:cNvPr id="3" name="副标题 2" descr="b602868b-5f3c-4f88-b2a1-6fb9c501b32e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400" b="0" i="0" u="none" dirty="0" err="1">
                <a:solidFill>
                  <a:srgbClr val="FFC000"/>
                </a:solidFill>
                <a:ea typeface="微软雅黑"/>
              </a:rPr>
              <a:t>全面展示项目进展与学习成果</a:t>
            </a:r>
            <a:endParaRPr lang="en-US" sz="2400" b="0" i="0" u="none" dirty="0">
              <a:solidFill>
                <a:srgbClr val="FFC000"/>
              </a:solidFill>
              <a:ea typeface="微软雅黑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7ABBF7-7B0E-41A7-C377-4E6C7E4EB89D}"/>
              </a:ext>
            </a:extLst>
          </p:cNvPr>
          <p:cNvSpPr txBox="1"/>
          <p:nvPr/>
        </p:nvSpPr>
        <p:spPr>
          <a:xfrm>
            <a:off x="3645326" y="423840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汇报人：牟宏升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AC8EB9-BB8C-E45D-9B23-5F98CE585A20}"/>
              </a:ext>
            </a:extLst>
          </p:cNvPr>
          <p:cNvSpPr txBox="1"/>
          <p:nvPr/>
        </p:nvSpPr>
        <p:spPr>
          <a:xfrm>
            <a:off x="6664687" y="423840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第二次项目进度汇报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352ebb48-0c9d-418e-8551-4256b40c27c4.source.3.zh-Hans.pptx" descr="f2165990-1031-4ef9-ac45-b4c53e81bf79">
            <a:extLst>
              <a:ext uri="{FF2B5EF4-FFF2-40B4-BE49-F238E27FC236}">
                <a16:creationId xmlns:a16="http://schemas.microsoft.com/office/drawing/2014/main" id="{607D01AE-D43B-9D81-E909-C40A192BF4CA}"/>
              </a:ext>
            </a:extLst>
          </p:cNvPr>
          <p:cNvGrpSpPr/>
          <p:nvPr/>
        </p:nvGrpSpPr>
        <p:grpSpPr>
          <a:xfrm>
            <a:off x="0" y="1144996"/>
            <a:ext cx="12192000" cy="4355478"/>
            <a:chOff x="0" y="1144996"/>
            <a:chExt cx="12192000" cy="4355478"/>
          </a:xfrm>
        </p:grpSpPr>
        <p:sp>
          <p:nvSpPr>
            <p:cNvPr id="98" name="Title" descr="82430f18-a77d-4934-b82c-66a709db0dd3">
              <a:extLst>
                <a:ext uri="{FF2B5EF4-FFF2-40B4-BE49-F238E27FC236}">
                  <a16:creationId xmlns:a16="http://schemas.microsoft.com/office/drawing/2014/main" id="{81407768-6575-5F9A-BBD9-36AF77696A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44996"/>
              <a:ext cx="10858500" cy="9925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95" name="1" descr="ad1c7900-9d18-4622-a7b4-928399a1fd00">
              <a:extLst>
                <a:ext uri="{FF2B5EF4-FFF2-40B4-BE49-F238E27FC236}">
                  <a16:creationId xmlns:a16="http://schemas.microsoft.com/office/drawing/2014/main" id="{99FD510D-6216-442D-E188-5BA14E974485}"/>
                </a:ext>
              </a:extLst>
            </p:cNvPr>
            <p:cNvSpPr/>
            <p:nvPr/>
          </p:nvSpPr>
          <p:spPr>
            <a:xfrm>
              <a:off x="995535" y="3850729"/>
              <a:ext cx="1488376" cy="1649745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r>
                <a:rPr lang="en-US" sz="6600" b="1" i="0" u="none">
                  <a:solidFill>
                    <a:srgbClr val="000000"/>
                  </a:solidFill>
                  <a:latin typeface="Arial"/>
                </a:rPr>
                <a:t>01</a:t>
              </a:r>
            </a:p>
          </p:txBody>
        </p:sp>
        <p:grpSp>
          <p:nvGrpSpPr>
            <p:cNvPr id="5" name="组合 4" descr="ae7d965d-348e-4a2a-9833-1c4acfc67748">
              <a:extLst>
                <a:ext uri="{FF2B5EF4-FFF2-40B4-BE49-F238E27FC236}">
                  <a16:creationId xmlns:a16="http://schemas.microsoft.com/office/drawing/2014/main" id="{A6BBEE94-80DC-C8E4-11AD-B2F4A9A219A0}"/>
                </a:ext>
              </a:extLst>
            </p:cNvPr>
            <p:cNvGrpSpPr/>
            <p:nvPr/>
          </p:nvGrpSpPr>
          <p:grpSpPr>
            <a:xfrm>
              <a:off x="652665" y="2188240"/>
              <a:ext cx="3714574" cy="1383031"/>
              <a:chOff x="652665" y="2188240"/>
              <a:chExt cx="3714574" cy="1383031"/>
            </a:xfrm>
          </p:grpSpPr>
          <p:sp>
            <p:nvSpPr>
              <p:cNvPr id="133" name="Bullet1" descr="e6feda09-458d-4f2e-961b-a17ec1ffdeee">
                <a:extLst>
                  <a:ext uri="{FF2B5EF4-FFF2-40B4-BE49-F238E27FC236}">
                    <a16:creationId xmlns:a16="http://schemas.microsoft.com/office/drawing/2014/main" id="{2903217B-E0B0-8266-E0BB-98F7BB48EE5B}"/>
                  </a:ext>
                </a:extLst>
              </p:cNvPr>
              <p:cNvSpPr txBox="1"/>
              <p:nvPr/>
            </p:nvSpPr>
            <p:spPr>
              <a:xfrm>
                <a:off x="1471155" y="2188241"/>
                <a:ext cx="2896084" cy="1383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1" i="0" u="none" strike="noStrike" dirty="0" err="1">
                    <a:solidFill>
                      <a:srgbClr val="000000"/>
                    </a:solidFill>
                    <a:ea typeface="微软雅黑"/>
                  </a:rPr>
                  <a:t>项目情况</a:t>
                </a:r>
                <a:endParaRPr lang="en-US" sz="2000" b="1" i="0" u="none" strike="noStrike" dirty="0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8" name="IconBackground1" descr="e506cbe0-88f0-4a08-a12d-e34bcd133066">
                <a:extLst>
                  <a:ext uri="{FF2B5EF4-FFF2-40B4-BE49-F238E27FC236}">
                    <a16:creationId xmlns:a16="http://schemas.microsoft.com/office/drawing/2014/main" id="{C80AA156-786B-DA47-6E18-1A6720DCFCB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52665" y="2188240"/>
                <a:ext cx="681223" cy="68122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accent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17" name="Icon1" descr="6804324a-c6cf-421f-b6e6-0aff6ce84561">
                <a:extLst>
                  <a:ext uri="{FF2B5EF4-FFF2-40B4-BE49-F238E27FC236}">
                    <a16:creationId xmlns:a16="http://schemas.microsoft.com/office/drawing/2014/main" id="{E65F556A-D70A-ECAF-59A0-8041C44F3C95}"/>
                  </a:ext>
                </a:extLst>
              </p:cNvPr>
              <p:cNvSpPr/>
              <p:nvPr/>
            </p:nvSpPr>
            <p:spPr>
              <a:xfrm>
                <a:off x="850579" y="2372434"/>
                <a:ext cx="285393" cy="312830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/>
              </a:p>
            </p:txBody>
          </p:sp>
        </p:grpSp>
        <p:cxnSp>
          <p:nvCxnSpPr>
            <p:cNvPr id="144" name="直线连接符 143" descr="b73bc83c-8320-45ee-8d60-0a8923adcbeb">
              <a:extLst>
                <a:ext uri="{FF2B5EF4-FFF2-40B4-BE49-F238E27FC236}">
                  <a16:creationId xmlns:a16="http://schemas.microsoft.com/office/drawing/2014/main" id="{C162A05D-67E7-8856-8A61-2E0474307DB7}"/>
                </a:ext>
              </a:extLst>
            </p:cNvPr>
            <p:cNvCxnSpPr>
              <a:stCxn id="116" idx="2"/>
            </p:cNvCxnSpPr>
            <p:nvPr/>
          </p:nvCxnSpPr>
          <p:spPr>
            <a:xfrm flipH="1">
              <a:off x="980750" y="2869464"/>
              <a:ext cx="2" cy="9754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2" descr="6a5b064c-6cd2-451f-b6e2-2f9b7a591732">
              <a:extLst>
                <a:ext uri="{FF2B5EF4-FFF2-40B4-BE49-F238E27FC236}">
                  <a16:creationId xmlns:a16="http://schemas.microsoft.com/office/drawing/2014/main" id="{D4874411-D567-8F17-7FB2-63806200C1EF}"/>
                </a:ext>
              </a:extLst>
            </p:cNvPr>
            <p:cNvSpPr/>
            <p:nvPr/>
          </p:nvSpPr>
          <p:spPr>
            <a:xfrm>
              <a:off x="4534004" y="2200767"/>
              <a:ext cx="1546502" cy="163471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r>
                <a:rPr lang="en-US" sz="6600" b="1" i="0" u="none">
                  <a:solidFill>
                    <a:srgbClr val="000000"/>
                  </a:solidFill>
                  <a:latin typeface="Arial"/>
                </a:rPr>
                <a:t>02</a:t>
              </a:r>
            </a:p>
          </p:txBody>
        </p:sp>
        <p:grpSp>
          <p:nvGrpSpPr>
            <p:cNvPr id="6" name="组合 5" descr="fb86f13c-c543-4d75-8000-0d2dc9aed9a4">
              <a:extLst>
                <a:ext uri="{FF2B5EF4-FFF2-40B4-BE49-F238E27FC236}">
                  <a16:creationId xmlns:a16="http://schemas.microsoft.com/office/drawing/2014/main" id="{1FE2ADB5-DED8-88DA-91DE-3E0B46111CF8}"/>
                </a:ext>
              </a:extLst>
            </p:cNvPr>
            <p:cNvGrpSpPr/>
            <p:nvPr/>
          </p:nvGrpSpPr>
          <p:grpSpPr>
            <a:xfrm>
              <a:off x="4211265" y="4019085"/>
              <a:ext cx="3730236" cy="1481377"/>
              <a:chOff x="4211265" y="4019085"/>
              <a:chExt cx="3730236" cy="1481377"/>
            </a:xfrm>
          </p:grpSpPr>
          <p:sp>
            <p:nvSpPr>
              <p:cNvPr id="129" name="Bullet2" descr="61fe8e41-cb09-4d45-8487-2ff542c5094c">
                <a:extLst>
                  <a:ext uri="{FF2B5EF4-FFF2-40B4-BE49-F238E27FC236}">
                    <a16:creationId xmlns:a16="http://schemas.microsoft.com/office/drawing/2014/main" id="{8972531B-9960-08BF-BB81-2D41E336898B}"/>
                  </a:ext>
                </a:extLst>
              </p:cNvPr>
              <p:cNvSpPr txBox="1"/>
              <p:nvPr/>
            </p:nvSpPr>
            <p:spPr>
              <a:xfrm>
                <a:off x="5045417" y="4019085"/>
                <a:ext cx="2896084" cy="1481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1" i="0" u="none" strike="noStrike">
                    <a:solidFill>
                      <a:srgbClr val="000000"/>
                    </a:solidFill>
                    <a:ea typeface="微软雅黑"/>
                  </a:rPr>
                  <a:t>学习拓展</a:t>
                </a:r>
              </a:p>
            </p:txBody>
          </p:sp>
          <p:sp>
            <p:nvSpPr>
              <p:cNvPr id="3" name="IconBackground2" descr="b62b4012-748a-4cc9-b3e2-69488bd9c816">
                <a:extLst>
                  <a:ext uri="{FF2B5EF4-FFF2-40B4-BE49-F238E27FC236}">
                    <a16:creationId xmlns:a16="http://schemas.microsoft.com/office/drawing/2014/main" id="{C80AA156-786B-DA47-6E18-1A6720DCFCB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4211265" y="4803580"/>
                <a:ext cx="681223" cy="68122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accent2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15" name="Icon2" descr="9df027cf-d029-496b-9ec5-9acbe5db32b8">
                <a:extLst>
                  <a:ext uri="{FF2B5EF4-FFF2-40B4-BE49-F238E27FC236}">
                    <a16:creationId xmlns:a16="http://schemas.microsoft.com/office/drawing/2014/main" id="{D1E1406D-067D-9206-F7BD-2ACB350D5490}"/>
                  </a:ext>
                </a:extLst>
              </p:cNvPr>
              <p:cNvSpPr/>
              <p:nvPr/>
            </p:nvSpPr>
            <p:spPr>
              <a:xfrm>
                <a:off x="4409179" y="4993265"/>
                <a:ext cx="285393" cy="301856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/>
              </a:p>
            </p:txBody>
          </p:sp>
        </p:grpSp>
        <p:cxnSp>
          <p:nvCxnSpPr>
            <p:cNvPr id="146" name="直线连接符 145" descr="c08d8352-2ab2-44f7-97b4-91f29b0eb483">
              <a:extLst>
                <a:ext uri="{FF2B5EF4-FFF2-40B4-BE49-F238E27FC236}">
                  <a16:creationId xmlns:a16="http://schemas.microsoft.com/office/drawing/2014/main" id="{42D53838-2272-7EEC-FA95-DA1BBF19FF83}"/>
                </a:ext>
              </a:extLst>
            </p:cNvPr>
            <p:cNvCxnSpPr/>
            <p:nvPr/>
          </p:nvCxnSpPr>
          <p:spPr>
            <a:xfrm flipH="1">
              <a:off x="4551875" y="3851536"/>
              <a:ext cx="2" cy="97545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3" descr="be18af03-7a1d-457c-91e1-9a3c338d8017">
              <a:extLst>
                <a:ext uri="{FF2B5EF4-FFF2-40B4-BE49-F238E27FC236}">
                  <a16:creationId xmlns:a16="http://schemas.microsoft.com/office/drawing/2014/main" id="{0EECE938-32B3-6C13-D31D-310C5B83BBAC}"/>
                </a:ext>
              </a:extLst>
            </p:cNvPr>
            <p:cNvSpPr/>
            <p:nvPr/>
          </p:nvSpPr>
          <p:spPr>
            <a:xfrm>
              <a:off x="8151187" y="3850729"/>
              <a:ext cx="1546502" cy="1649745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0">
              <a:normAutofit/>
            </a:bodyPr>
            <a:lstStyle/>
            <a:p>
              <a:pPr algn="ctr"/>
              <a:r>
                <a:rPr lang="en-US" sz="6600" b="1" i="0" u="none">
                  <a:solidFill>
                    <a:srgbClr val="000000"/>
                  </a:solidFill>
                  <a:latin typeface="Arial"/>
                </a:rPr>
                <a:t>03</a:t>
              </a:r>
            </a:p>
          </p:txBody>
        </p:sp>
        <p:grpSp>
          <p:nvGrpSpPr>
            <p:cNvPr id="7" name="组合 6" descr="32db0e9a-6878-49ad-b5fa-4ad233c689fd">
              <a:extLst>
                <a:ext uri="{FF2B5EF4-FFF2-40B4-BE49-F238E27FC236}">
                  <a16:creationId xmlns:a16="http://schemas.microsoft.com/office/drawing/2014/main" id="{1E9CFFA7-A802-4941-E8A3-57524FF94F23}"/>
                </a:ext>
              </a:extLst>
            </p:cNvPr>
            <p:cNvGrpSpPr/>
            <p:nvPr/>
          </p:nvGrpSpPr>
          <p:grpSpPr>
            <a:xfrm>
              <a:off x="7785525" y="2137595"/>
              <a:ext cx="3733371" cy="1383030"/>
              <a:chOff x="7785525" y="2137595"/>
              <a:chExt cx="3733371" cy="1383030"/>
            </a:xfrm>
          </p:grpSpPr>
          <p:sp>
            <p:nvSpPr>
              <p:cNvPr id="125" name="Bullet3" descr="4417f882-411d-4d33-84e1-e6c92eda3bf7">
                <a:extLst>
                  <a:ext uri="{FF2B5EF4-FFF2-40B4-BE49-F238E27FC236}">
                    <a16:creationId xmlns:a16="http://schemas.microsoft.com/office/drawing/2014/main" id="{219FCB78-697E-1388-6FF3-2D4E3D0D4BB9}"/>
                  </a:ext>
                </a:extLst>
              </p:cNvPr>
              <p:cNvSpPr txBox="1"/>
              <p:nvPr/>
            </p:nvSpPr>
            <p:spPr>
              <a:xfrm>
                <a:off x="8622812" y="2137595"/>
                <a:ext cx="2896084" cy="1383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1" i="0" u="none" strike="noStrike">
                    <a:solidFill>
                      <a:srgbClr val="000000"/>
                    </a:solidFill>
                    <a:ea typeface="微软雅黑"/>
                  </a:rPr>
                  <a:t>整体总结</a:t>
                </a:r>
              </a:p>
            </p:txBody>
          </p:sp>
          <p:sp>
            <p:nvSpPr>
              <p:cNvPr id="90" name="IconBackground3" descr="ff6c1345-9812-416d-8221-591e66cb5924">
                <a:extLst>
                  <a:ext uri="{FF2B5EF4-FFF2-40B4-BE49-F238E27FC236}">
                    <a16:creationId xmlns:a16="http://schemas.microsoft.com/office/drawing/2014/main" id="{C80AA156-786B-DA47-6E18-1A6720DCFCB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7785525" y="2188241"/>
                <a:ext cx="681223" cy="68122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lin ang="2700000" scaled="1"/>
                <a:tileRect/>
              </a:gradFill>
              <a:ln w="12700">
                <a:solidFill>
                  <a:schemeClr val="accent3"/>
                </a:solidFill>
              </a:ln>
              <a:effectLst>
                <a:outerShdw blurRad="127000" dist="63500" dir="2700000" algn="tl" rotWithShape="0">
                  <a:schemeClr val="accent3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13" name="Icon3" descr="265a3b0c-cdca-4aff-a382-387bc65fc8c4">
                <a:extLst>
                  <a:ext uri="{FF2B5EF4-FFF2-40B4-BE49-F238E27FC236}">
                    <a16:creationId xmlns:a16="http://schemas.microsoft.com/office/drawing/2014/main" id="{6705F152-9656-5D04-C35D-D50BAA9BBC26}"/>
                  </a:ext>
                </a:extLst>
              </p:cNvPr>
              <p:cNvSpPr/>
              <p:nvPr/>
            </p:nvSpPr>
            <p:spPr>
              <a:xfrm>
                <a:off x="7983439" y="2388706"/>
                <a:ext cx="285393" cy="280294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/>
              </a:p>
            </p:txBody>
          </p:sp>
        </p:grpSp>
        <p:cxnSp>
          <p:nvCxnSpPr>
            <p:cNvPr id="147" name="直线连接符 146" descr="e487e91a-c3cb-498c-944e-64ead7ea9687">
              <a:extLst>
                <a:ext uri="{FF2B5EF4-FFF2-40B4-BE49-F238E27FC236}">
                  <a16:creationId xmlns:a16="http://schemas.microsoft.com/office/drawing/2014/main" id="{9A0CE4BC-0246-8BE2-DA4C-52D4406D523B}"/>
                </a:ext>
              </a:extLst>
            </p:cNvPr>
            <p:cNvCxnSpPr/>
            <p:nvPr/>
          </p:nvCxnSpPr>
          <p:spPr>
            <a:xfrm flipH="1">
              <a:off x="8126135" y="2890708"/>
              <a:ext cx="2" cy="97545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线连接符 3" descr="99284b77-8dfe-4704-9a68-998dd3840feb">
              <a:extLst>
                <a:ext uri="{FF2B5EF4-FFF2-40B4-BE49-F238E27FC236}">
                  <a16:creationId xmlns:a16="http://schemas.microsoft.com/office/drawing/2014/main" id="{01BDA235-447B-8CCB-6AE5-C3134B54E25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844919"/>
              <a:ext cx="1219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1" i="0" u="none">
                <a:solidFill>
                  <a:srgbClr val="000000"/>
                </a:solidFill>
                <a:ea typeface="微软雅黑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31fbf9e-ff67-4044-bd72-9e3968736b33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 dirty="0" err="1">
                <a:solidFill>
                  <a:srgbClr val="FFC000"/>
                </a:solidFill>
                <a:ea typeface="微软雅黑"/>
              </a:rPr>
              <a:t>项目情况</a:t>
            </a:r>
            <a:endParaRPr lang="en-US" sz="3600" b="1" i="0" u="none" dirty="0">
              <a:solidFill>
                <a:srgbClr val="FFC000"/>
              </a:solidFill>
              <a:ea typeface="微软雅黑"/>
            </a:endParaRPr>
          </a:p>
        </p:txBody>
      </p:sp>
      <p:sp>
        <p:nvSpPr>
          <p:cNvPr id="3" name="文本占位符 2" descr="7db2f84f-cefc-4a11-95ec-ad94b3c0ed20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 dirty="0" err="1">
                <a:solidFill>
                  <a:srgbClr val="000000"/>
                </a:solidFill>
                <a:ea typeface="微软雅黑"/>
              </a:rPr>
              <a:t>了解项目整体与各小组的进度、数据库重构及风险评估</a:t>
            </a:r>
            <a:endParaRPr lang="en-US" sz="1600" b="0" i="0" u="none" dirty="0">
              <a:solidFill>
                <a:srgbClr val="000000"/>
              </a:solidFill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addd7b1f-f1f2-46ff-8060-a53aebdff3bd.source.4.zh-Hans.pptx" descr="8440be36-92a4-44ae-a63a-d0bcdd5c5d57">
            <a:extLst>
              <a:ext uri="{FF2B5EF4-FFF2-40B4-BE49-F238E27FC236}">
                <a16:creationId xmlns:a16="http://schemas.microsoft.com/office/drawing/2014/main" id="{035D0477-58F3-C52F-F30F-29BC45C52290}"/>
              </a:ext>
            </a:extLst>
          </p:cNvPr>
          <p:cNvGrpSpPr/>
          <p:nvPr/>
        </p:nvGrpSpPr>
        <p:grpSpPr>
          <a:xfrm>
            <a:off x="4013540" y="1130303"/>
            <a:ext cx="7505357" cy="4995931"/>
            <a:chOff x="660400" y="1130303"/>
            <a:chExt cx="10858500" cy="4995931"/>
          </a:xfrm>
        </p:grpSpPr>
        <p:sp>
          <p:nvSpPr>
            <p:cNvPr id="27" name="Title" descr="bc5eb811-06d9-447e-8f42-c9055faabeb1">
              <a:extLst>
                <a:ext uri="{FF2B5EF4-FFF2-40B4-BE49-F238E27FC236}">
                  <a16:creationId xmlns:a16="http://schemas.microsoft.com/office/drawing/2014/main" id="{EABB0246-2BA4-3904-5714-7905FD6F8CF4}"/>
                </a:ext>
              </a:extLst>
            </p:cNvPr>
            <p:cNvSpPr txBox="1"/>
            <p:nvPr/>
          </p:nvSpPr>
          <p:spPr>
            <a:xfrm>
              <a:off x="660400" y="1130303"/>
              <a:ext cx="10858500" cy="685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454545"/>
                  </a:solidFill>
                  <a:ea typeface="微软雅黑"/>
                </a:rPr>
                <a:t>项目周期与阶段完成度</a:t>
              </a:r>
            </a:p>
          </p:txBody>
        </p:sp>
        <p:cxnSp>
          <p:nvCxnSpPr>
            <p:cNvPr id="29" name="ïŝlíḑé" descr="5efa4338-e049-4f1f-aa5d-b87d4648c349">
              <a:extLst>
                <a:ext uri="{FF2B5EF4-FFF2-40B4-BE49-F238E27FC236}">
                  <a16:creationId xmlns:a16="http://schemas.microsoft.com/office/drawing/2014/main" id="{1542E232-DC8F-CE8D-A821-04C963759FD6}"/>
                </a:ext>
              </a:extLst>
            </p:cNvPr>
            <p:cNvCxnSpPr>
              <a:cxnSpLocks/>
            </p:cNvCxnSpPr>
            <p:nvPr/>
          </p:nvCxnSpPr>
          <p:spPr>
            <a:xfrm>
              <a:off x="7903308" y="3225283"/>
              <a:ext cx="811926" cy="0"/>
            </a:xfrm>
            <a:prstGeom prst="straightConnector1">
              <a:avLst/>
            </a:prstGeom>
            <a:ln w="15875">
              <a:solidFill>
                <a:schemeClr val="accent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ïŝlíḑé" descr="0c8e1714-d425-4323-b665-c3e0f7d03750">
              <a:extLst>
                <a:ext uri="{FF2B5EF4-FFF2-40B4-BE49-F238E27FC236}">
                  <a16:creationId xmlns:a16="http://schemas.microsoft.com/office/drawing/2014/main" id="{6892D536-298D-16FC-845D-331DFFE1E376}"/>
                </a:ext>
              </a:extLst>
            </p:cNvPr>
            <p:cNvCxnSpPr>
              <a:cxnSpLocks/>
            </p:cNvCxnSpPr>
            <p:nvPr/>
          </p:nvCxnSpPr>
          <p:spPr>
            <a:xfrm>
              <a:off x="5683687" y="3225283"/>
              <a:ext cx="811926" cy="0"/>
            </a:xfrm>
            <a:prstGeom prst="straightConnector1">
              <a:avLst/>
            </a:prstGeom>
            <a:ln w="15875">
              <a:solidFill>
                <a:schemeClr val="accent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ïŝlíḑé" descr="8e2150cc-75ca-4a25-b003-a9835f8fb931">
              <a:extLst>
                <a:ext uri="{FF2B5EF4-FFF2-40B4-BE49-F238E27FC236}">
                  <a16:creationId xmlns:a16="http://schemas.microsoft.com/office/drawing/2014/main" id="{5F2520C3-4E09-F56B-B49F-EF6B27D89D8F}"/>
                </a:ext>
              </a:extLst>
            </p:cNvPr>
            <p:cNvCxnSpPr>
              <a:cxnSpLocks/>
            </p:cNvCxnSpPr>
            <p:nvPr/>
          </p:nvCxnSpPr>
          <p:spPr>
            <a:xfrm>
              <a:off x="3464066" y="3225283"/>
              <a:ext cx="811926" cy="0"/>
            </a:xfrm>
            <a:prstGeom prst="straightConnector1">
              <a:avLst/>
            </a:prstGeom>
            <a:ln w="15875">
              <a:solidFill>
                <a:schemeClr val="accent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组合 31" descr="259f200b-63f0-442b-b3c0-5ce9278e621e">
              <a:extLst>
                <a:ext uri="{FF2B5EF4-FFF2-40B4-BE49-F238E27FC236}">
                  <a16:creationId xmlns:a16="http://schemas.microsoft.com/office/drawing/2014/main" id="{699BFCC9-A2CD-5F31-C27B-0A956AFC4EDD}"/>
                </a:ext>
              </a:extLst>
            </p:cNvPr>
            <p:cNvGrpSpPr/>
            <p:nvPr/>
          </p:nvGrpSpPr>
          <p:grpSpPr>
            <a:xfrm>
              <a:off x="1770210" y="2521435"/>
              <a:ext cx="1980016" cy="3604799"/>
              <a:chOff x="660400" y="2521435"/>
              <a:chExt cx="1980016" cy="3604799"/>
            </a:xfrm>
          </p:grpSpPr>
          <p:sp>
            <p:nvSpPr>
              <p:cNvPr id="53" name="IconBackground1" descr="c333caa4-1252-49ca-85a1-01636eb2097d">
                <a:extLst>
                  <a:ext uri="{FF2B5EF4-FFF2-40B4-BE49-F238E27FC236}">
                    <a16:creationId xmlns:a16="http://schemas.microsoft.com/office/drawing/2014/main" id="{73466E92-F955-6256-2DBF-EECD008401E4}"/>
                  </a:ext>
                </a:extLst>
              </p:cNvPr>
              <p:cNvSpPr/>
              <p:nvPr/>
            </p:nvSpPr>
            <p:spPr>
              <a:xfrm>
                <a:off x="946561" y="2521435"/>
                <a:ext cx="1407695" cy="1407695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54" name="Bullet1" descr="7641f560-f281-4170-92a9-a59a2653efee">
                <a:extLst>
                  <a:ext uri="{FF2B5EF4-FFF2-40B4-BE49-F238E27FC236}">
                    <a16:creationId xmlns:a16="http://schemas.microsoft.com/office/drawing/2014/main" id="{99662E94-99E4-D048-478B-BC8645BFBD21}"/>
                  </a:ext>
                </a:extLst>
              </p:cNvPr>
              <p:cNvSpPr/>
              <p:nvPr/>
            </p:nvSpPr>
            <p:spPr>
              <a:xfrm>
                <a:off x="660400" y="4013202"/>
                <a:ext cx="1980016" cy="6857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b="1" i="0" u="none">
                    <a:solidFill>
                      <a:srgbClr val="000000"/>
                    </a:solidFill>
                    <a:ea typeface="微软雅黑"/>
                  </a:rPr>
                  <a:t>项目周期</a:t>
                </a:r>
              </a:p>
            </p:txBody>
          </p:sp>
          <p:sp>
            <p:nvSpPr>
              <p:cNvPr id="55" name="Number1" descr="d10a8db1-566d-42bb-845f-80558f8a9141">
                <a:extLst>
                  <a:ext uri="{FF2B5EF4-FFF2-40B4-BE49-F238E27FC236}">
                    <a16:creationId xmlns:a16="http://schemas.microsoft.com/office/drawing/2014/main" id="{2F4AC1D5-C98E-298C-2517-6321FD078915}"/>
                  </a:ext>
                </a:extLst>
              </p:cNvPr>
              <p:cNvSpPr/>
              <p:nvPr/>
            </p:nvSpPr>
            <p:spPr>
              <a:xfrm>
                <a:off x="1193208" y="2768082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454545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id="56" name="Text1" descr="70171ba1-2d9e-4520-abd5-9f732ca6efe0">
                <a:extLst>
                  <a:ext uri="{FF2B5EF4-FFF2-40B4-BE49-F238E27FC236}">
                    <a16:creationId xmlns:a16="http://schemas.microsoft.com/office/drawing/2014/main" id="{6F1187E4-6414-4A6A-3DD2-D3795D6E2C65}"/>
                  </a:ext>
                </a:extLst>
              </p:cNvPr>
              <p:cNvSpPr/>
              <p:nvPr/>
            </p:nvSpPr>
            <p:spPr>
              <a:xfrm>
                <a:off x="660400" y="4783070"/>
                <a:ext cx="1980016" cy="13431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2025 - </a:t>
                </a:r>
                <a:r>
                  <a:rPr lang="en-US" sz="1200" dirty="0">
                    <a:solidFill>
                      <a:srgbClr val="000000"/>
                    </a:solidFill>
                    <a:latin typeface="微软雅黑"/>
                  </a:rPr>
                  <a:t>11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 - </a:t>
                </a:r>
                <a:r>
                  <a:rPr lang="en-US" sz="1200" dirty="0">
                    <a:solidFill>
                      <a:srgbClr val="000000"/>
                    </a:solidFill>
                    <a:latin typeface="微软雅黑"/>
                  </a:rPr>
                  <a:t>10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至2025 - </a:t>
                </a:r>
                <a:r>
                  <a:rPr lang="en-US" sz="1200" dirty="0">
                    <a:solidFill>
                      <a:srgbClr val="000000"/>
                    </a:solidFill>
                    <a:latin typeface="微软雅黑"/>
                  </a:rPr>
                  <a:t>12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 - </a:t>
                </a:r>
                <a:r>
                  <a:rPr lang="en-US" sz="1200" dirty="0">
                    <a:solidFill>
                      <a:srgbClr val="000000"/>
                    </a:solidFill>
                    <a:latin typeface="微软雅黑"/>
                  </a:rPr>
                  <a:t>22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，共6周，明确项目时间范围。</a:t>
                </a:r>
              </a:p>
            </p:txBody>
          </p:sp>
        </p:grpSp>
        <p:grpSp>
          <p:nvGrpSpPr>
            <p:cNvPr id="33" name="组合 32" descr="50f6de90-6c53-4940-be5c-914b3314c5b2">
              <a:extLst>
                <a:ext uri="{FF2B5EF4-FFF2-40B4-BE49-F238E27FC236}">
                  <a16:creationId xmlns:a16="http://schemas.microsoft.com/office/drawing/2014/main" id="{83538F47-E045-9160-6436-27A306B8B168}"/>
                </a:ext>
              </a:extLst>
            </p:cNvPr>
            <p:cNvGrpSpPr/>
            <p:nvPr/>
          </p:nvGrpSpPr>
          <p:grpSpPr>
            <a:xfrm>
              <a:off x="3989831" y="2521435"/>
              <a:ext cx="1980016" cy="3604799"/>
              <a:chOff x="2880021" y="2521435"/>
              <a:chExt cx="1980016" cy="3604799"/>
            </a:xfrm>
          </p:grpSpPr>
          <p:sp>
            <p:nvSpPr>
              <p:cNvPr id="49" name="IconBackground2" descr="edd6d4ec-559f-4a08-ab78-dbc68818925e">
                <a:extLst>
                  <a:ext uri="{FF2B5EF4-FFF2-40B4-BE49-F238E27FC236}">
                    <a16:creationId xmlns:a16="http://schemas.microsoft.com/office/drawing/2014/main" id="{C9ACFAD8-2652-EB18-3521-BF4F4CA31014}"/>
                  </a:ext>
                </a:extLst>
              </p:cNvPr>
              <p:cNvSpPr/>
              <p:nvPr/>
            </p:nvSpPr>
            <p:spPr>
              <a:xfrm>
                <a:off x="3166182" y="2521435"/>
                <a:ext cx="1407695" cy="1407695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50" name="Bullet2" descr="8f3e7810-3c46-4613-b52b-c645b272e40d">
                <a:extLst>
                  <a:ext uri="{FF2B5EF4-FFF2-40B4-BE49-F238E27FC236}">
                    <a16:creationId xmlns:a16="http://schemas.microsoft.com/office/drawing/2014/main" id="{8055733A-8EFA-8AAC-B3CE-9750067A329D}"/>
                  </a:ext>
                </a:extLst>
              </p:cNvPr>
              <p:cNvSpPr/>
              <p:nvPr/>
            </p:nvSpPr>
            <p:spPr>
              <a:xfrm>
                <a:off x="2880021" y="4013202"/>
                <a:ext cx="1980016" cy="6857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b="1" i="0" u="none">
                    <a:solidFill>
                      <a:srgbClr val="000000"/>
                    </a:solidFill>
                    <a:ea typeface="微软雅黑"/>
                  </a:rPr>
                  <a:t>当前阶段</a:t>
                </a:r>
              </a:p>
            </p:txBody>
          </p:sp>
          <p:sp>
            <p:nvSpPr>
              <p:cNvPr id="51" name="Number2" descr="e192e595-aac5-48e5-b287-bba36e7ed882">
                <a:extLst>
                  <a:ext uri="{FF2B5EF4-FFF2-40B4-BE49-F238E27FC236}">
                    <a16:creationId xmlns:a16="http://schemas.microsoft.com/office/drawing/2014/main" id="{43E210C6-6AEF-1AF8-BB57-11BF0C8DD95C}"/>
                  </a:ext>
                </a:extLst>
              </p:cNvPr>
              <p:cNvSpPr/>
              <p:nvPr/>
            </p:nvSpPr>
            <p:spPr>
              <a:xfrm>
                <a:off x="3412829" y="2768082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454545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id="52" name="Text2" descr="93ec59ff-bce7-4f19-b5eb-d5d72bcbc42b">
                <a:extLst>
                  <a:ext uri="{FF2B5EF4-FFF2-40B4-BE49-F238E27FC236}">
                    <a16:creationId xmlns:a16="http://schemas.microsoft.com/office/drawing/2014/main" id="{61875B5A-1561-C4CB-7DB0-1300A645577F}"/>
                  </a:ext>
                </a:extLst>
              </p:cNvPr>
              <p:cNvSpPr/>
              <p:nvPr/>
            </p:nvSpPr>
            <p:spPr>
              <a:xfrm>
                <a:off x="2880021" y="4783070"/>
                <a:ext cx="1980016" cy="13431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示例：第3周，数据组收尾，模型组启动，清晰展示当前所处环节。</a:t>
                </a:r>
              </a:p>
            </p:txBody>
          </p:sp>
        </p:grpSp>
        <p:grpSp>
          <p:nvGrpSpPr>
            <p:cNvPr id="34" name="组合 33" descr="322c270c-9c70-46ff-9352-3aa235dee3c2">
              <a:extLst>
                <a:ext uri="{FF2B5EF4-FFF2-40B4-BE49-F238E27FC236}">
                  <a16:creationId xmlns:a16="http://schemas.microsoft.com/office/drawing/2014/main" id="{745A23B1-1A4F-3B73-AB62-ED9AD325C5AA}"/>
                </a:ext>
              </a:extLst>
            </p:cNvPr>
            <p:cNvGrpSpPr/>
            <p:nvPr/>
          </p:nvGrpSpPr>
          <p:grpSpPr>
            <a:xfrm>
              <a:off x="6209452" y="2521435"/>
              <a:ext cx="1980016" cy="3604799"/>
              <a:chOff x="5099642" y="2521435"/>
              <a:chExt cx="1980016" cy="3604799"/>
            </a:xfrm>
          </p:grpSpPr>
          <p:sp>
            <p:nvSpPr>
              <p:cNvPr id="45" name="IconBackground3" descr="b62dfc25-b5bf-4de7-aab4-8fcc381106e4">
                <a:extLst>
                  <a:ext uri="{FF2B5EF4-FFF2-40B4-BE49-F238E27FC236}">
                    <a16:creationId xmlns:a16="http://schemas.microsoft.com/office/drawing/2014/main" id="{2C50A967-2D08-60FF-73E8-5659FAA0E9E1}"/>
                  </a:ext>
                </a:extLst>
              </p:cNvPr>
              <p:cNvSpPr/>
              <p:nvPr/>
            </p:nvSpPr>
            <p:spPr>
              <a:xfrm>
                <a:off x="5385803" y="2521435"/>
                <a:ext cx="1407695" cy="1407695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46" name="Bullet3" descr="67d2f56c-328f-4ff2-b4da-5ceea1c3d7fc">
                <a:extLst>
                  <a:ext uri="{FF2B5EF4-FFF2-40B4-BE49-F238E27FC236}">
                    <a16:creationId xmlns:a16="http://schemas.microsoft.com/office/drawing/2014/main" id="{88F3EB2C-A262-A79A-1F85-881822C5034F}"/>
                  </a:ext>
                </a:extLst>
              </p:cNvPr>
              <p:cNvSpPr/>
              <p:nvPr/>
            </p:nvSpPr>
            <p:spPr>
              <a:xfrm>
                <a:off x="5099642" y="4013202"/>
                <a:ext cx="1980016" cy="6857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b="1" i="0" u="none">
                    <a:solidFill>
                      <a:srgbClr val="000000"/>
                    </a:solidFill>
                    <a:ea typeface="微软雅黑"/>
                  </a:rPr>
                  <a:t>整体完成率</a:t>
                </a:r>
              </a:p>
            </p:txBody>
          </p:sp>
          <p:sp>
            <p:nvSpPr>
              <p:cNvPr id="47" name="Number3" descr="360d06c3-ca9c-41db-9eec-7528fd82c92e">
                <a:extLst>
                  <a:ext uri="{FF2B5EF4-FFF2-40B4-BE49-F238E27FC236}">
                    <a16:creationId xmlns:a16="http://schemas.microsoft.com/office/drawing/2014/main" id="{1555661A-A378-EBD4-3EEC-17E996BA8E20}"/>
                  </a:ext>
                </a:extLst>
              </p:cNvPr>
              <p:cNvSpPr/>
              <p:nvPr/>
            </p:nvSpPr>
            <p:spPr>
              <a:xfrm>
                <a:off x="5632450" y="2768082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454545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id="48" name="Text3" descr="96dff8bd-8f60-4713-8e57-376e2a637c3d">
                <a:extLst>
                  <a:ext uri="{FF2B5EF4-FFF2-40B4-BE49-F238E27FC236}">
                    <a16:creationId xmlns:a16="http://schemas.microsoft.com/office/drawing/2014/main" id="{C79F2C90-835D-D938-8E2C-D42D1B076E7A}"/>
                  </a:ext>
                </a:extLst>
              </p:cNvPr>
              <p:cNvSpPr/>
              <p:nvPr/>
            </p:nvSpPr>
            <p:spPr>
              <a:xfrm>
                <a:off x="5099642" y="4783070"/>
                <a:ext cx="1980016" cy="13431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按任务量统计为35%，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反映项目总体推进程度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</p:grpSp>
        <p:grpSp>
          <p:nvGrpSpPr>
            <p:cNvPr id="35" name="组合 34" descr="e08d4bfe-3174-47e9-a111-fd0852b890f2">
              <a:extLst>
                <a:ext uri="{FF2B5EF4-FFF2-40B4-BE49-F238E27FC236}">
                  <a16:creationId xmlns:a16="http://schemas.microsoft.com/office/drawing/2014/main" id="{2B8F7CF0-A5B8-7B17-A2B5-C0FC45DE9CC7}"/>
                </a:ext>
              </a:extLst>
            </p:cNvPr>
            <p:cNvGrpSpPr/>
            <p:nvPr/>
          </p:nvGrpSpPr>
          <p:grpSpPr>
            <a:xfrm>
              <a:off x="8429074" y="2521435"/>
              <a:ext cx="1980016" cy="3604799"/>
              <a:chOff x="7319263" y="2521435"/>
              <a:chExt cx="1980016" cy="3604799"/>
            </a:xfrm>
          </p:grpSpPr>
          <p:sp>
            <p:nvSpPr>
              <p:cNvPr id="41" name="IconBackground4" descr="bd0056c8-94aa-4e18-bbf5-10af74270890">
                <a:extLst>
                  <a:ext uri="{FF2B5EF4-FFF2-40B4-BE49-F238E27FC236}">
                    <a16:creationId xmlns:a16="http://schemas.microsoft.com/office/drawing/2014/main" id="{514FAB2D-90E0-7F4C-BF1C-840CF5A17B55}"/>
                  </a:ext>
                </a:extLst>
              </p:cNvPr>
              <p:cNvSpPr/>
              <p:nvPr/>
            </p:nvSpPr>
            <p:spPr>
              <a:xfrm>
                <a:off x="7605424" y="2521435"/>
                <a:ext cx="1407695" cy="1407695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42" name="Bullet4" descr="962c8e36-1758-4f19-a3cb-a67a7193efbc">
                <a:extLst>
                  <a:ext uri="{FF2B5EF4-FFF2-40B4-BE49-F238E27FC236}">
                    <a16:creationId xmlns:a16="http://schemas.microsoft.com/office/drawing/2014/main" id="{D65867E4-A6B7-06C8-4161-42B186427840}"/>
                  </a:ext>
                </a:extLst>
              </p:cNvPr>
              <p:cNvSpPr/>
              <p:nvPr/>
            </p:nvSpPr>
            <p:spPr>
              <a:xfrm>
                <a:off x="7319263" y="4013202"/>
                <a:ext cx="1980016" cy="6857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b="1" i="0" u="none">
                    <a:solidFill>
                      <a:srgbClr val="000000"/>
                    </a:solidFill>
                    <a:ea typeface="微软雅黑"/>
                  </a:rPr>
                  <a:t>核心里程碑</a:t>
                </a:r>
              </a:p>
            </p:txBody>
          </p:sp>
          <p:sp>
            <p:nvSpPr>
              <p:cNvPr id="43" name="Number4" descr="95da193b-1042-47b1-b8c0-af47e044d5cc">
                <a:extLst>
                  <a:ext uri="{FF2B5EF4-FFF2-40B4-BE49-F238E27FC236}">
                    <a16:creationId xmlns:a16="http://schemas.microsoft.com/office/drawing/2014/main" id="{7B7E7DE3-B31B-EF58-6926-BF4E0F514EB7}"/>
                  </a:ext>
                </a:extLst>
              </p:cNvPr>
              <p:cNvSpPr/>
              <p:nvPr/>
            </p:nvSpPr>
            <p:spPr>
              <a:xfrm>
                <a:off x="7852071" y="2768082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454545"/>
                    </a:solidFill>
                    <a:latin typeface="Arial"/>
                  </a:rPr>
                  <a:t>04</a:t>
                </a:r>
              </a:p>
            </p:txBody>
          </p:sp>
          <p:sp>
            <p:nvSpPr>
              <p:cNvPr id="44" name="Text4" descr="8f81cf6a-df1e-437e-baf3-b9bf916946b7">
                <a:extLst>
                  <a:ext uri="{FF2B5EF4-FFF2-40B4-BE49-F238E27FC236}">
                    <a16:creationId xmlns:a16="http://schemas.microsoft.com/office/drawing/2014/main" id="{210A574C-8B7D-4B57-2D3D-32789AA513AA}"/>
                  </a:ext>
                </a:extLst>
              </p:cNvPr>
              <p:cNvSpPr/>
              <p:nvPr/>
            </p:nvSpPr>
            <p:spPr>
              <a:xfrm>
                <a:off x="7319263" y="4783070"/>
                <a:ext cx="1980016" cy="13431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需求分析与技术选型、数据采集与预处理部分完成，模型训练等后续推进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</p:grp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>
          <a:xfrm>
            <a:off x="4013540" y="128587"/>
            <a:ext cx="7505357" cy="900112"/>
          </a:xfrm>
        </p:spPr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1" i="0" u="none">
                <a:solidFill>
                  <a:srgbClr val="000000"/>
                </a:solidFill>
                <a:ea typeface="微软雅黑"/>
              </a:rPr>
              <a:t>总体进度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FE627E-A7A9-3DD2-194F-56D0CFC4B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898" y="0"/>
            <a:ext cx="41637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33409846-75b1-4484-8430-f086cf8e9d98.source.4.zh-Hans.pptx" descr="c1291a30-c7b5-404f-a4b6-80508de54ca4">
            <a:extLst>
              <a:ext uri="{FF2B5EF4-FFF2-40B4-BE49-F238E27FC236}">
                <a16:creationId xmlns:a16="http://schemas.microsoft.com/office/drawing/2014/main" id="{A3139875-BDDE-5160-105E-1619F352A327}"/>
              </a:ext>
            </a:extLst>
          </p:cNvPr>
          <p:cNvGrpSpPr/>
          <p:nvPr/>
        </p:nvGrpSpPr>
        <p:grpSpPr>
          <a:xfrm>
            <a:off x="1337847" y="1130300"/>
            <a:ext cx="10181052" cy="4989257"/>
            <a:chOff x="673101" y="1130300"/>
            <a:chExt cx="10845798" cy="4989257"/>
          </a:xfrm>
        </p:grpSpPr>
        <p:sp>
          <p:nvSpPr>
            <p:cNvPr id="25" name="îşḷíḑé" descr="595be6a8-4427-423b-b2d3-c8bfe628cc26">
              <a:extLst>
                <a:ext uri="{FF2B5EF4-FFF2-40B4-BE49-F238E27FC236}">
                  <a16:creationId xmlns:a16="http://schemas.microsoft.com/office/drawing/2014/main" id="{DCE508FA-CA09-443E-93EF-E1DF662CDF2B}"/>
                </a:ext>
              </a:extLst>
            </p:cNvPr>
            <p:cNvSpPr/>
            <p:nvPr/>
          </p:nvSpPr>
          <p:spPr>
            <a:xfrm>
              <a:off x="5046939" y="5021815"/>
              <a:ext cx="691933" cy="908216"/>
            </a:xfrm>
            <a:custGeom>
              <a:avLst/>
              <a:gdLst>
                <a:gd name="connsiteX0" fmla="*/ 423863 w 1013763"/>
                <a:gd name="connsiteY0" fmla="*/ 1325880 h 1330643"/>
                <a:gd name="connsiteX1" fmla="*/ 429577 w 1013763"/>
                <a:gd name="connsiteY1" fmla="*/ 1325880 h 1330643"/>
                <a:gd name="connsiteX2" fmla="*/ 423863 w 1013763"/>
                <a:gd name="connsiteY2" fmla="*/ 1330643 h 1330643"/>
                <a:gd name="connsiteX3" fmla="*/ 423863 w 1013763"/>
                <a:gd name="connsiteY3" fmla="*/ 1325880 h 1330643"/>
                <a:gd name="connsiteX4" fmla="*/ 443865 w 1013763"/>
                <a:gd name="connsiteY4" fmla="*/ 1205865 h 1330643"/>
                <a:gd name="connsiteX5" fmla="*/ 449581 w 1013763"/>
                <a:gd name="connsiteY5" fmla="*/ 1205865 h 1330643"/>
                <a:gd name="connsiteX6" fmla="*/ 443865 w 1013763"/>
                <a:gd name="connsiteY6" fmla="*/ 1210628 h 1330643"/>
                <a:gd name="connsiteX7" fmla="*/ 443865 w 1013763"/>
                <a:gd name="connsiteY7" fmla="*/ 1205865 h 1330643"/>
                <a:gd name="connsiteX8" fmla="*/ 490538 w 1013763"/>
                <a:gd name="connsiteY8" fmla="*/ 1157288 h 1330643"/>
                <a:gd name="connsiteX9" fmla="*/ 496252 w 1013763"/>
                <a:gd name="connsiteY9" fmla="*/ 1157288 h 1330643"/>
                <a:gd name="connsiteX10" fmla="*/ 490538 w 1013763"/>
                <a:gd name="connsiteY10" fmla="*/ 1162051 h 1330643"/>
                <a:gd name="connsiteX11" fmla="*/ 490538 w 1013763"/>
                <a:gd name="connsiteY11" fmla="*/ 1157288 h 1330643"/>
                <a:gd name="connsiteX12" fmla="*/ 386715 w 1013763"/>
                <a:gd name="connsiteY12" fmla="*/ 1085850 h 1330643"/>
                <a:gd name="connsiteX13" fmla="*/ 392431 w 1013763"/>
                <a:gd name="connsiteY13" fmla="*/ 1085850 h 1330643"/>
                <a:gd name="connsiteX14" fmla="*/ 386715 w 1013763"/>
                <a:gd name="connsiteY14" fmla="*/ 1090613 h 1330643"/>
                <a:gd name="connsiteX15" fmla="*/ 386715 w 1013763"/>
                <a:gd name="connsiteY15" fmla="*/ 1085850 h 1330643"/>
                <a:gd name="connsiteX16" fmla="*/ 255270 w 1013763"/>
                <a:gd name="connsiteY16" fmla="*/ 1082040 h 1330643"/>
                <a:gd name="connsiteX17" fmla="*/ 260984 w 1013763"/>
                <a:gd name="connsiteY17" fmla="*/ 1082040 h 1330643"/>
                <a:gd name="connsiteX18" fmla="*/ 255270 w 1013763"/>
                <a:gd name="connsiteY18" fmla="*/ 1086803 h 1330643"/>
                <a:gd name="connsiteX19" fmla="*/ 255270 w 1013763"/>
                <a:gd name="connsiteY19" fmla="*/ 1082040 h 1330643"/>
                <a:gd name="connsiteX20" fmla="*/ 553402 w 1013763"/>
                <a:gd name="connsiteY20" fmla="*/ 1074421 h 1330643"/>
                <a:gd name="connsiteX21" fmla="*/ 559118 w 1013763"/>
                <a:gd name="connsiteY21" fmla="*/ 1074421 h 1330643"/>
                <a:gd name="connsiteX22" fmla="*/ 553402 w 1013763"/>
                <a:gd name="connsiteY22" fmla="*/ 1079184 h 1330643"/>
                <a:gd name="connsiteX23" fmla="*/ 553402 w 1013763"/>
                <a:gd name="connsiteY23" fmla="*/ 1074421 h 1330643"/>
                <a:gd name="connsiteX24" fmla="*/ 309563 w 1013763"/>
                <a:gd name="connsiteY24" fmla="*/ 1042035 h 1330643"/>
                <a:gd name="connsiteX25" fmla="*/ 315277 w 1013763"/>
                <a:gd name="connsiteY25" fmla="*/ 1042035 h 1330643"/>
                <a:gd name="connsiteX26" fmla="*/ 309563 w 1013763"/>
                <a:gd name="connsiteY26" fmla="*/ 1046798 h 1330643"/>
                <a:gd name="connsiteX27" fmla="*/ 309563 w 1013763"/>
                <a:gd name="connsiteY27" fmla="*/ 1042035 h 1330643"/>
                <a:gd name="connsiteX28" fmla="*/ 553402 w 1013763"/>
                <a:gd name="connsiteY28" fmla="*/ 994410 h 1330643"/>
                <a:gd name="connsiteX29" fmla="*/ 559118 w 1013763"/>
                <a:gd name="connsiteY29" fmla="*/ 994410 h 1330643"/>
                <a:gd name="connsiteX30" fmla="*/ 553402 w 1013763"/>
                <a:gd name="connsiteY30" fmla="*/ 999173 h 1330643"/>
                <a:gd name="connsiteX31" fmla="*/ 553402 w 1013763"/>
                <a:gd name="connsiteY31" fmla="*/ 994410 h 1330643"/>
                <a:gd name="connsiteX32" fmla="*/ 452438 w 1013763"/>
                <a:gd name="connsiteY32" fmla="*/ 991553 h 1330643"/>
                <a:gd name="connsiteX33" fmla="*/ 458152 w 1013763"/>
                <a:gd name="connsiteY33" fmla="*/ 991553 h 1330643"/>
                <a:gd name="connsiteX34" fmla="*/ 452438 w 1013763"/>
                <a:gd name="connsiteY34" fmla="*/ 996316 h 1330643"/>
                <a:gd name="connsiteX35" fmla="*/ 452438 w 1013763"/>
                <a:gd name="connsiteY35" fmla="*/ 991553 h 1330643"/>
                <a:gd name="connsiteX36" fmla="*/ 469583 w 1013763"/>
                <a:gd name="connsiteY36" fmla="*/ 942975 h 1330643"/>
                <a:gd name="connsiteX37" fmla="*/ 475297 w 1013763"/>
                <a:gd name="connsiteY37" fmla="*/ 942975 h 1330643"/>
                <a:gd name="connsiteX38" fmla="*/ 469583 w 1013763"/>
                <a:gd name="connsiteY38" fmla="*/ 947738 h 1330643"/>
                <a:gd name="connsiteX39" fmla="*/ 469583 w 1013763"/>
                <a:gd name="connsiteY39" fmla="*/ 942975 h 1330643"/>
                <a:gd name="connsiteX40" fmla="*/ 720090 w 1013763"/>
                <a:gd name="connsiteY40" fmla="*/ 934403 h 1330643"/>
                <a:gd name="connsiteX41" fmla="*/ 725806 w 1013763"/>
                <a:gd name="connsiteY41" fmla="*/ 934403 h 1330643"/>
                <a:gd name="connsiteX42" fmla="*/ 720090 w 1013763"/>
                <a:gd name="connsiteY42" fmla="*/ 939166 h 1330643"/>
                <a:gd name="connsiteX43" fmla="*/ 720090 w 1013763"/>
                <a:gd name="connsiteY43" fmla="*/ 934403 h 1330643"/>
                <a:gd name="connsiteX44" fmla="*/ 561022 w 1013763"/>
                <a:gd name="connsiteY44" fmla="*/ 930593 h 1330643"/>
                <a:gd name="connsiteX45" fmla="*/ 566738 w 1013763"/>
                <a:gd name="connsiteY45" fmla="*/ 930593 h 1330643"/>
                <a:gd name="connsiteX46" fmla="*/ 561022 w 1013763"/>
                <a:gd name="connsiteY46" fmla="*/ 935356 h 1330643"/>
                <a:gd name="connsiteX47" fmla="*/ 561022 w 1013763"/>
                <a:gd name="connsiteY47" fmla="*/ 930593 h 1330643"/>
                <a:gd name="connsiteX48" fmla="*/ 569595 w 1013763"/>
                <a:gd name="connsiteY48" fmla="*/ 896303 h 1330643"/>
                <a:gd name="connsiteX49" fmla="*/ 575309 w 1013763"/>
                <a:gd name="connsiteY49" fmla="*/ 896303 h 1330643"/>
                <a:gd name="connsiteX50" fmla="*/ 569595 w 1013763"/>
                <a:gd name="connsiteY50" fmla="*/ 901066 h 1330643"/>
                <a:gd name="connsiteX51" fmla="*/ 569595 w 1013763"/>
                <a:gd name="connsiteY51" fmla="*/ 896303 h 1330643"/>
                <a:gd name="connsiteX52" fmla="*/ 776288 w 1013763"/>
                <a:gd name="connsiteY52" fmla="*/ 874396 h 1330643"/>
                <a:gd name="connsiteX53" fmla="*/ 782002 w 1013763"/>
                <a:gd name="connsiteY53" fmla="*/ 874396 h 1330643"/>
                <a:gd name="connsiteX54" fmla="*/ 776288 w 1013763"/>
                <a:gd name="connsiteY54" fmla="*/ 879159 h 1330643"/>
                <a:gd name="connsiteX55" fmla="*/ 776288 w 1013763"/>
                <a:gd name="connsiteY55" fmla="*/ 874396 h 1330643"/>
                <a:gd name="connsiteX56" fmla="*/ 570547 w 1013763"/>
                <a:gd name="connsiteY56" fmla="*/ 871538 h 1330643"/>
                <a:gd name="connsiteX57" fmla="*/ 576263 w 1013763"/>
                <a:gd name="connsiteY57" fmla="*/ 871538 h 1330643"/>
                <a:gd name="connsiteX58" fmla="*/ 570547 w 1013763"/>
                <a:gd name="connsiteY58" fmla="*/ 876301 h 1330643"/>
                <a:gd name="connsiteX59" fmla="*/ 570547 w 1013763"/>
                <a:gd name="connsiteY59" fmla="*/ 871538 h 1330643"/>
                <a:gd name="connsiteX60" fmla="*/ 663893 w 1013763"/>
                <a:gd name="connsiteY60" fmla="*/ 867728 h 1330643"/>
                <a:gd name="connsiteX61" fmla="*/ 669607 w 1013763"/>
                <a:gd name="connsiteY61" fmla="*/ 867728 h 1330643"/>
                <a:gd name="connsiteX62" fmla="*/ 663893 w 1013763"/>
                <a:gd name="connsiteY62" fmla="*/ 872491 h 1330643"/>
                <a:gd name="connsiteX63" fmla="*/ 663893 w 1013763"/>
                <a:gd name="connsiteY63" fmla="*/ 867728 h 1330643"/>
                <a:gd name="connsiteX64" fmla="*/ 697231 w 1013763"/>
                <a:gd name="connsiteY64" fmla="*/ 857250 h 1330643"/>
                <a:gd name="connsiteX65" fmla="*/ 702945 w 1013763"/>
                <a:gd name="connsiteY65" fmla="*/ 857250 h 1330643"/>
                <a:gd name="connsiteX66" fmla="*/ 697231 w 1013763"/>
                <a:gd name="connsiteY66" fmla="*/ 862013 h 1330643"/>
                <a:gd name="connsiteX67" fmla="*/ 697231 w 1013763"/>
                <a:gd name="connsiteY67" fmla="*/ 857250 h 1330643"/>
                <a:gd name="connsiteX68" fmla="*/ 553402 w 1013763"/>
                <a:gd name="connsiteY68" fmla="*/ 850583 h 1330643"/>
                <a:gd name="connsiteX69" fmla="*/ 559118 w 1013763"/>
                <a:gd name="connsiteY69" fmla="*/ 850583 h 1330643"/>
                <a:gd name="connsiteX70" fmla="*/ 553402 w 1013763"/>
                <a:gd name="connsiteY70" fmla="*/ 855346 h 1330643"/>
                <a:gd name="connsiteX71" fmla="*/ 553402 w 1013763"/>
                <a:gd name="connsiteY71" fmla="*/ 850583 h 1330643"/>
                <a:gd name="connsiteX72" fmla="*/ 612458 w 1013763"/>
                <a:gd name="connsiteY72" fmla="*/ 843915 h 1330643"/>
                <a:gd name="connsiteX73" fmla="*/ 618172 w 1013763"/>
                <a:gd name="connsiteY73" fmla="*/ 843915 h 1330643"/>
                <a:gd name="connsiteX74" fmla="*/ 612458 w 1013763"/>
                <a:gd name="connsiteY74" fmla="*/ 848678 h 1330643"/>
                <a:gd name="connsiteX75" fmla="*/ 612458 w 1013763"/>
                <a:gd name="connsiteY75" fmla="*/ 843915 h 1330643"/>
                <a:gd name="connsiteX76" fmla="*/ 562927 w 1013763"/>
                <a:gd name="connsiteY76" fmla="*/ 820103 h 1330643"/>
                <a:gd name="connsiteX77" fmla="*/ 568643 w 1013763"/>
                <a:gd name="connsiteY77" fmla="*/ 820103 h 1330643"/>
                <a:gd name="connsiteX78" fmla="*/ 562927 w 1013763"/>
                <a:gd name="connsiteY78" fmla="*/ 824866 h 1330643"/>
                <a:gd name="connsiteX79" fmla="*/ 562927 w 1013763"/>
                <a:gd name="connsiteY79" fmla="*/ 820103 h 1330643"/>
                <a:gd name="connsiteX80" fmla="*/ 721995 w 1013763"/>
                <a:gd name="connsiteY80" fmla="*/ 819150 h 1330643"/>
                <a:gd name="connsiteX81" fmla="*/ 727709 w 1013763"/>
                <a:gd name="connsiteY81" fmla="*/ 819150 h 1330643"/>
                <a:gd name="connsiteX82" fmla="*/ 721995 w 1013763"/>
                <a:gd name="connsiteY82" fmla="*/ 823913 h 1330643"/>
                <a:gd name="connsiteX83" fmla="*/ 721995 w 1013763"/>
                <a:gd name="connsiteY83" fmla="*/ 819150 h 1330643"/>
                <a:gd name="connsiteX84" fmla="*/ 786765 w 1013763"/>
                <a:gd name="connsiteY84" fmla="*/ 558165 h 1330643"/>
                <a:gd name="connsiteX85" fmla="*/ 792481 w 1013763"/>
                <a:gd name="connsiteY85" fmla="*/ 558165 h 1330643"/>
                <a:gd name="connsiteX86" fmla="*/ 786765 w 1013763"/>
                <a:gd name="connsiteY86" fmla="*/ 562928 h 1330643"/>
                <a:gd name="connsiteX87" fmla="*/ 786765 w 1013763"/>
                <a:gd name="connsiteY87" fmla="*/ 558165 h 1330643"/>
                <a:gd name="connsiteX88" fmla="*/ 357188 w 1013763"/>
                <a:gd name="connsiteY88" fmla="*/ 532448 h 1330643"/>
                <a:gd name="connsiteX89" fmla="*/ 362902 w 1013763"/>
                <a:gd name="connsiteY89" fmla="*/ 532448 h 1330643"/>
                <a:gd name="connsiteX90" fmla="*/ 357188 w 1013763"/>
                <a:gd name="connsiteY90" fmla="*/ 537211 h 1330643"/>
                <a:gd name="connsiteX91" fmla="*/ 357188 w 1013763"/>
                <a:gd name="connsiteY91" fmla="*/ 532448 h 1330643"/>
                <a:gd name="connsiteX92" fmla="*/ 587693 w 1013763"/>
                <a:gd name="connsiteY92" fmla="*/ 529590 h 1330643"/>
                <a:gd name="connsiteX93" fmla="*/ 593407 w 1013763"/>
                <a:gd name="connsiteY93" fmla="*/ 529590 h 1330643"/>
                <a:gd name="connsiteX94" fmla="*/ 587693 w 1013763"/>
                <a:gd name="connsiteY94" fmla="*/ 534353 h 1330643"/>
                <a:gd name="connsiteX95" fmla="*/ 587693 w 1013763"/>
                <a:gd name="connsiteY95" fmla="*/ 529590 h 1330643"/>
                <a:gd name="connsiteX96" fmla="*/ 535306 w 1013763"/>
                <a:gd name="connsiteY96" fmla="*/ 528638 h 1330643"/>
                <a:gd name="connsiteX97" fmla="*/ 541020 w 1013763"/>
                <a:gd name="connsiteY97" fmla="*/ 528638 h 1330643"/>
                <a:gd name="connsiteX98" fmla="*/ 535306 w 1013763"/>
                <a:gd name="connsiteY98" fmla="*/ 533401 h 1330643"/>
                <a:gd name="connsiteX99" fmla="*/ 535306 w 1013763"/>
                <a:gd name="connsiteY99" fmla="*/ 528638 h 1330643"/>
                <a:gd name="connsiteX100" fmla="*/ 395288 w 1013763"/>
                <a:gd name="connsiteY100" fmla="*/ 514350 h 1330643"/>
                <a:gd name="connsiteX101" fmla="*/ 401002 w 1013763"/>
                <a:gd name="connsiteY101" fmla="*/ 514350 h 1330643"/>
                <a:gd name="connsiteX102" fmla="*/ 395288 w 1013763"/>
                <a:gd name="connsiteY102" fmla="*/ 519113 h 1330643"/>
                <a:gd name="connsiteX103" fmla="*/ 395288 w 1013763"/>
                <a:gd name="connsiteY103" fmla="*/ 514350 h 1330643"/>
                <a:gd name="connsiteX104" fmla="*/ 586740 w 1013763"/>
                <a:gd name="connsiteY104" fmla="*/ 502921 h 1330643"/>
                <a:gd name="connsiteX105" fmla="*/ 592456 w 1013763"/>
                <a:gd name="connsiteY105" fmla="*/ 502921 h 1330643"/>
                <a:gd name="connsiteX106" fmla="*/ 586740 w 1013763"/>
                <a:gd name="connsiteY106" fmla="*/ 507684 h 1330643"/>
                <a:gd name="connsiteX107" fmla="*/ 586740 w 1013763"/>
                <a:gd name="connsiteY107" fmla="*/ 502921 h 1330643"/>
                <a:gd name="connsiteX108" fmla="*/ 388620 w 1013763"/>
                <a:gd name="connsiteY108" fmla="*/ 480060 h 1330643"/>
                <a:gd name="connsiteX109" fmla="*/ 394334 w 1013763"/>
                <a:gd name="connsiteY109" fmla="*/ 480060 h 1330643"/>
                <a:gd name="connsiteX110" fmla="*/ 388620 w 1013763"/>
                <a:gd name="connsiteY110" fmla="*/ 484823 h 1330643"/>
                <a:gd name="connsiteX111" fmla="*/ 388620 w 1013763"/>
                <a:gd name="connsiteY111" fmla="*/ 480060 h 1330643"/>
                <a:gd name="connsiteX112" fmla="*/ 457201 w 1013763"/>
                <a:gd name="connsiteY112" fmla="*/ 471488 h 1330643"/>
                <a:gd name="connsiteX113" fmla="*/ 462915 w 1013763"/>
                <a:gd name="connsiteY113" fmla="*/ 471488 h 1330643"/>
                <a:gd name="connsiteX114" fmla="*/ 457201 w 1013763"/>
                <a:gd name="connsiteY114" fmla="*/ 476251 h 1330643"/>
                <a:gd name="connsiteX115" fmla="*/ 457201 w 1013763"/>
                <a:gd name="connsiteY115" fmla="*/ 471488 h 1330643"/>
                <a:gd name="connsiteX116" fmla="*/ 425768 w 1013763"/>
                <a:gd name="connsiteY116" fmla="*/ 451485 h 1330643"/>
                <a:gd name="connsiteX117" fmla="*/ 431482 w 1013763"/>
                <a:gd name="connsiteY117" fmla="*/ 451485 h 1330643"/>
                <a:gd name="connsiteX118" fmla="*/ 425768 w 1013763"/>
                <a:gd name="connsiteY118" fmla="*/ 456248 h 1330643"/>
                <a:gd name="connsiteX119" fmla="*/ 425768 w 1013763"/>
                <a:gd name="connsiteY119" fmla="*/ 451485 h 1330643"/>
                <a:gd name="connsiteX120" fmla="*/ 376238 w 1013763"/>
                <a:gd name="connsiteY120" fmla="*/ 441960 h 1330643"/>
                <a:gd name="connsiteX121" fmla="*/ 381952 w 1013763"/>
                <a:gd name="connsiteY121" fmla="*/ 441960 h 1330643"/>
                <a:gd name="connsiteX122" fmla="*/ 376238 w 1013763"/>
                <a:gd name="connsiteY122" fmla="*/ 446723 h 1330643"/>
                <a:gd name="connsiteX123" fmla="*/ 376238 w 1013763"/>
                <a:gd name="connsiteY123" fmla="*/ 441960 h 1330643"/>
                <a:gd name="connsiteX124" fmla="*/ 301467 w 1013763"/>
                <a:gd name="connsiteY124" fmla="*/ 241817 h 1330643"/>
                <a:gd name="connsiteX125" fmla="*/ 314325 w 1013763"/>
                <a:gd name="connsiteY125" fmla="*/ 244793 h 1330643"/>
                <a:gd name="connsiteX126" fmla="*/ 336233 w 1013763"/>
                <a:gd name="connsiteY126" fmla="*/ 245746 h 1330643"/>
                <a:gd name="connsiteX127" fmla="*/ 344806 w 1013763"/>
                <a:gd name="connsiteY127" fmla="*/ 256223 h 1330643"/>
                <a:gd name="connsiteX128" fmla="*/ 339090 w 1013763"/>
                <a:gd name="connsiteY128" fmla="*/ 278131 h 1330643"/>
                <a:gd name="connsiteX129" fmla="*/ 323850 w 1013763"/>
                <a:gd name="connsiteY129" fmla="*/ 298133 h 1330643"/>
                <a:gd name="connsiteX130" fmla="*/ 314325 w 1013763"/>
                <a:gd name="connsiteY130" fmla="*/ 324803 h 1330643"/>
                <a:gd name="connsiteX131" fmla="*/ 300990 w 1013763"/>
                <a:gd name="connsiteY131" fmla="*/ 339091 h 1330643"/>
                <a:gd name="connsiteX132" fmla="*/ 287656 w 1013763"/>
                <a:gd name="connsiteY132" fmla="*/ 349568 h 1330643"/>
                <a:gd name="connsiteX133" fmla="*/ 278131 w 1013763"/>
                <a:gd name="connsiteY133" fmla="*/ 356236 h 1330643"/>
                <a:gd name="connsiteX134" fmla="*/ 263843 w 1013763"/>
                <a:gd name="connsiteY134" fmla="*/ 364808 h 1330643"/>
                <a:gd name="connsiteX135" fmla="*/ 249556 w 1013763"/>
                <a:gd name="connsiteY135" fmla="*/ 367666 h 1330643"/>
                <a:gd name="connsiteX136" fmla="*/ 227648 w 1013763"/>
                <a:gd name="connsiteY136" fmla="*/ 360998 h 1330643"/>
                <a:gd name="connsiteX137" fmla="*/ 206693 w 1013763"/>
                <a:gd name="connsiteY137" fmla="*/ 350521 h 1330643"/>
                <a:gd name="connsiteX138" fmla="*/ 199073 w 1013763"/>
                <a:gd name="connsiteY138" fmla="*/ 340996 h 1330643"/>
                <a:gd name="connsiteX139" fmla="*/ 196215 w 1013763"/>
                <a:gd name="connsiteY139" fmla="*/ 327661 h 1330643"/>
                <a:gd name="connsiteX140" fmla="*/ 196215 w 1013763"/>
                <a:gd name="connsiteY140" fmla="*/ 302896 h 1330643"/>
                <a:gd name="connsiteX141" fmla="*/ 206693 w 1013763"/>
                <a:gd name="connsiteY141" fmla="*/ 286703 h 1330643"/>
                <a:gd name="connsiteX142" fmla="*/ 216218 w 1013763"/>
                <a:gd name="connsiteY142" fmla="*/ 278131 h 1330643"/>
                <a:gd name="connsiteX143" fmla="*/ 223838 w 1013763"/>
                <a:gd name="connsiteY143" fmla="*/ 272416 h 1330643"/>
                <a:gd name="connsiteX144" fmla="*/ 229553 w 1013763"/>
                <a:gd name="connsiteY144" fmla="*/ 261938 h 1330643"/>
                <a:gd name="connsiteX145" fmla="*/ 244793 w 1013763"/>
                <a:gd name="connsiteY145" fmla="*/ 255271 h 1330643"/>
                <a:gd name="connsiteX146" fmla="*/ 254318 w 1013763"/>
                <a:gd name="connsiteY146" fmla="*/ 251461 h 1330643"/>
                <a:gd name="connsiteX147" fmla="*/ 270510 w 1013763"/>
                <a:gd name="connsiteY147" fmla="*/ 248603 h 1330643"/>
                <a:gd name="connsiteX148" fmla="*/ 291465 w 1013763"/>
                <a:gd name="connsiteY148" fmla="*/ 243841 h 1330643"/>
                <a:gd name="connsiteX149" fmla="*/ 301467 w 1013763"/>
                <a:gd name="connsiteY149" fmla="*/ 241817 h 1330643"/>
                <a:gd name="connsiteX150" fmla="*/ 714376 w 1013763"/>
                <a:gd name="connsiteY150" fmla="*/ 201930 h 1330643"/>
                <a:gd name="connsiteX151" fmla="*/ 720090 w 1013763"/>
                <a:gd name="connsiteY151" fmla="*/ 201930 h 1330643"/>
                <a:gd name="connsiteX152" fmla="*/ 714376 w 1013763"/>
                <a:gd name="connsiteY152" fmla="*/ 206693 h 1330643"/>
                <a:gd name="connsiteX153" fmla="*/ 714376 w 1013763"/>
                <a:gd name="connsiteY153" fmla="*/ 201930 h 1330643"/>
                <a:gd name="connsiteX154" fmla="*/ 659131 w 1013763"/>
                <a:gd name="connsiteY154" fmla="*/ 184785 h 1330643"/>
                <a:gd name="connsiteX155" fmla="*/ 664845 w 1013763"/>
                <a:gd name="connsiteY155" fmla="*/ 184785 h 1330643"/>
                <a:gd name="connsiteX156" fmla="*/ 659131 w 1013763"/>
                <a:gd name="connsiteY156" fmla="*/ 189548 h 1330643"/>
                <a:gd name="connsiteX157" fmla="*/ 659131 w 1013763"/>
                <a:gd name="connsiteY157" fmla="*/ 184785 h 1330643"/>
                <a:gd name="connsiteX158" fmla="*/ 665797 w 1013763"/>
                <a:gd name="connsiteY158" fmla="*/ 172403 h 1330643"/>
                <a:gd name="connsiteX159" fmla="*/ 671513 w 1013763"/>
                <a:gd name="connsiteY159" fmla="*/ 172403 h 1330643"/>
                <a:gd name="connsiteX160" fmla="*/ 665797 w 1013763"/>
                <a:gd name="connsiteY160" fmla="*/ 177166 h 1330643"/>
                <a:gd name="connsiteX161" fmla="*/ 665797 w 1013763"/>
                <a:gd name="connsiteY161" fmla="*/ 172403 h 1330643"/>
                <a:gd name="connsiteX162" fmla="*/ 1006793 w 1013763"/>
                <a:gd name="connsiteY162" fmla="*/ 104775 h 1330643"/>
                <a:gd name="connsiteX163" fmla="*/ 1012507 w 1013763"/>
                <a:gd name="connsiteY163" fmla="*/ 104775 h 1330643"/>
                <a:gd name="connsiteX164" fmla="*/ 1006793 w 1013763"/>
                <a:gd name="connsiteY164" fmla="*/ 109538 h 1330643"/>
                <a:gd name="connsiteX165" fmla="*/ 1006793 w 1013763"/>
                <a:gd name="connsiteY165" fmla="*/ 104775 h 1330643"/>
                <a:gd name="connsiteX166" fmla="*/ 1003934 w 1013763"/>
                <a:gd name="connsiteY166" fmla="*/ 63818 h 1330643"/>
                <a:gd name="connsiteX167" fmla="*/ 1009650 w 1013763"/>
                <a:gd name="connsiteY167" fmla="*/ 63818 h 1330643"/>
                <a:gd name="connsiteX168" fmla="*/ 1003934 w 1013763"/>
                <a:gd name="connsiteY168" fmla="*/ 68581 h 1330643"/>
                <a:gd name="connsiteX169" fmla="*/ 1003934 w 1013763"/>
                <a:gd name="connsiteY169" fmla="*/ 63818 h 1330643"/>
                <a:gd name="connsiteX170" fmla="*/ 875347 w 1013763"/>
                <a:gd name="connsiteY170" fmla="*/ 27623 h 1330643"/>
                <a:gd name="connsiteX171" fmla="*/ 881063 w 1013763"/>
                <a:gd name="connsiteY171" fmla="*/ 27623 h 1330643"/>
                <a:gd name="connsiteX172" fmla="*/ 875347 w 1013763"/>
                <a:gd name="connsiteY172" fmla="*/ 32386 h 1330643"/>
                <a:gd name="connsiteX173" fmla="*/ 875347 w 1013763"/>
                <a:gd name="connsiteY173" fmla="*/ 27623 h 1330643"/>
                <a:gd name="connsiteX174" fmla="*/ 878206 w 1013763"/>
                <a:gd name="connsiteY174" fmla="*/ 4763 h 1330643"/>
                <a:gd name="connsiteX175" fmla="*/ 886778 w 1013763"/>
                <a:gd name="connsiteY175" fmla="*/ 9526 h 1330643"/>
                <a:gd name="connsiteX176" fmla="*/ 873443 w 1013763"/>
                <a:gd name="connsiteY176" fmla="*/ 12383 h 1330643"/>
                <a:gd name="connsiteX177" fmla="*/ 878206 w 1013763"/>
                <a:gd name="connsiteY177" fmla="*/ 4763 h 1330643"/>
                <a:gd name="connsiteX178" fmla="*/ 0 w 1013763"/>
                <a:gd name="connsiteY178" fmla="*/ 953 h 1330643"/>
                <a:gd name="connsiteX179" fmla="*/ 741997 w 1013763"/>
                <a:gd name="connsiteY179" fmla="*/ 953 h 1330643"/>
                <a:gd name="connsiteX180" fmla="*/ 724852 w 1013763"/>
                <a:gd name="connsiteY180" fmla="*/ 8573 h 1330643"/>
                <a:gd name="connsiteX181" fmla="*/ 702945 w 1013763"/>
                <a:gd name="connsiteY181" fmla="*/ 31433 h 1330643"/>
                <a:gd name="connsiteX182" fmla="*/ 682943 w 1013763"/>
                <a:gd name="connsiteY182" fmla="*/ 49531 h 1330643"/>
                <a:gd name="connsiteX183" fmla="*/ 666750 w 1013763"/>
                <a:gd name="connsiteY183" fmla="*/ 56198 h 1330643"/>
                <a:gd name="connsiteX184" fmla="*/ 644843 w 1013763"/>
                <a:gd name="connsiteY184" fmla="*/ 58103 h 1330643"/>
                <a:gd name="connsiteX185" fmla="*/ 632460 w 1013763"/>
                <a:gd name="connsiteY185" fmla="*/ 60960 h 1330643"/>
                <a:gd name="connsiteX186" fmla="*/ 617220 w 1013763"/>
                <a:gd name="connsiteY186" fmla="*/ 61913 h 1330643"/>
                <a:gd name="connsiteX187" fmla="*/ 595313 w 1013763"/>
                <a:gd name="connsiteY187" fmla="*/ 68581 h 1330643"/>
                <a:gd name="connsiteX188" fmla="*/ 581025 w 1013763"/>
                <a:gd name="connsiteY188" fmla="*/ 68581 h 1330643"/>
                <a:gd name="connsiteX189" fmla="*/ 572452 w 1013763"/>
                <a:gd name="connsiteY189" fmla="*/ 70485 h 1330643"/>
                <a:gd name="connsiteX190" fmla="*/ 561975 w 1013763"/>
                <a:gd name="connsiteY190" fmla="*/ 86678 h 1330643"/>
                <a:gd name="connsiteX191" fmla="*/ 541972 w 1013763"/>
                <a:gd name="connsiteY191" fmla="*/ 92393 h 1330643"/>
                <a:gd name="connsiteX192" fmla="*/ 529590 w 1013763"/>
                <a:gd name="connsiteY192" fmla="*/ 83821 h 1330643"/>
                <a:gd name="connsiteX193" fmla="*/ 516255 w 1013763"/>
                <a:gd name="connsiteY193" fmla="*/ 65723 h 1330643"/>
                <a:gd name="connsiteX194" fmla="*/ 507683 w 1013763"/>
                <a:gd name="connsiteY194" fmla="*/ 80963 h 1330643"/>
                <a:gd name="connsiteX195" fmla="*/ 501968 w 1013763"/>
                <a:gd name="connsiteY195" fmla="*/ 108585 h 1330643"/>
                <a:gd name="connsiteX196" fmla="*/ 481965 w 1013763"/>
                <a:gd name="connsiteY196" fmla="*/ 108585 h 1330643"/>
                <a:gd name="connsiteX197" fmla="*/ 472440 w 1013763"/>
                <a:gd name="connsiteY197" fmla="*/ 112396 h 1330643"/>
                <a:gd name="connsiteX198" fmla="*/ 464820 w 1013763"/>
                <a:gd name="connsiteY198" fmla="*/ 122873 h 1330643"/>
                <a:gd name="connsiteX199" fmla="*/ 446722 w 1013763"/>
                <a:gd name="connsiteY199" fmla="*/ 129541 h 1330643"/>
                <a:gd name="connsiteX200" fmla="*/ 421005 w 1013763"/>
                <a:gd name="connsiteY200" fmla="*/ 133351 h 1330643"/>
                <a:gd name="connsiteX201" fmla="*/ 399097 w 1013763"/>
                <a:gd name="connsiteY201" fmla="*/ 139066 h 1330643"/>
                <a:gd name="connsiteX202" fmla="*/ 371475 w 1013763"/>
                <a:gd name="connsiteY202" fmla="*/ 148591 h 1330643"/>
                <a:gd name="connsiteX203" fmla="*/ 339090 w 1013763"/>
                <a:gd name="connsiteY203" fmla="*/ 151448 h 1330643"/>
                <a:gd name="connsiteX204" fmla="*/ 316230 w 1013763"/>
                <a:gd name="connsiteY204" fmla="*/ 163831 h 1330643"/>
                <a:gd name="connsiteX205" fmla="*/ 309563 w 1013763"/>
                <a:gd name="connsiteY205" fmla="*/ 174308 h 1330643"/>
                <a:gd name="connsiteX206" fmla="*/ 313372 w 1013763"/>
                <a:gd name="connsiteY206" fmla="*/ 182881 h 1330643"/>
                <a:gd name="connsiteX207" fmla="*/ 298133 w 1013763"/>
                <a:gd name="connsiteY207" fmla="*/ 180023 h 1330643"/>
                <a:gd name="connsiteX208" fmla="*/ 297180 w 1013763"/>
                <a:gd name="connsiteY208" fmla="*/ 190501 h 1330643"/>
                <a:gd name="connsiteX209" fmla="*/ 310515 w 1013763"/>
                <a:gd name="connsiteY209" fmla="*/ 205741 h 1330643"/>
                <a:gd name="connsiteX210" fmla="*/ 307658 w 1013763"/>
                <a:gd name="connsiteY210" fmla="*/ 224791 h 1330643"/>
                <a:gd name="connsiteX211" fmla="*/ 282893 w 1013763"/>
                <a:gd name="connsiteY211" fmla="*/ 228601 h 1330643"/>
                <a:gd name="connsiteX212" fmla="*/ 267652 w 1013763"/>
                <a:gd name="connsiteY212" fmla="*/ 205741 h 1330643"/>
                <a:gd name="connsiteX213" fmla="*/ 261938 w 1013763"/>
                <a:gd name="connsiteY213" fmla="*/ 177166 h 1330643"/>
                <a:gd name="connsiteX214" fmla="*/ 273368 w 1013763"/>
                <a:gd name="connsiteY214" fmla="*/ 159068 h 1330643"/>
                <a:gd name="connsiteX215" fmla="*/ 269558 w 1013763"/>
                <a:gd name="connsiteY215" fmla="*/ 148591 h 1330643"/>
                <a:gd name="connsiteX216" fmla="*/ 260033 w 1013763"/>
                <a:gd name="connsiteY216" fmla="*/ 139066 h 1330643"/>
                <a:gd name="connsiteX217" fmla="*/ 250508 w 1013763"/>
                <a:gd name="connsiteY217" fmla="*/ 144781 h 1330643"/>
                <a:gd name="connsiteX218" fmla="*/ 240030 w 1013763"/>
                <a:gd name="connsiteY218" fmla="*/ 154306 h 1330643"/>
                <a:gd name="connsiteX219" fmla="*/ 225743 w 1013763"/>
                <a:gd name="connsiteY219" fmla="*/ 150496 h 1330643"/>
                <a:gd name="connsiteX220" fmla="*/ 209550 w 1013763"/>
                <a:gd name="connsiteY220" fmla="*/ 140018 h 1330643"/>
                <a:gd name="connsiteX221" fmla="*/ 193358 w 1013763"/>
                <a:gd name="connsiteY221" fmla="*/ 126683 h 1330643"/>
                <a:gd name="connsiteX222" fmla="*/ 182880 w 1013763"/>
                <a:gd name="connsiteY222" fmla="*/ 133351 h 1330643"/>
                <a:gd name="connsiteX223" fmla="*/ 167640 w 1013763"/>
                <a:gd name="connsiteY223" fmla="*/ 145733 h 1330643"/>
                <a:gd name="connsiteX224" fmla="*/ 151447 w 1013763"/>
                <a:gd name="connsiteY224" fmla="*/ 144781 h 1330643"/>
                <a:gd name="connsiteX225" fmla="*/ 138113 w 1013763"/>
                <a:gd name="connsiteY225" fmla="*/ 138113 h 1330643"/>
                <a:gd name="connsiteX226" fmla="*/ 113347 w 1013763"/>
                <a:gd name="connsiteY226" fmla="*/ 136208 h 1330643"/>
                <a:gd name="connsiteX227" fmla="*/ 92393 w 1013763"/>
                <a:gd name="connsiteY227" fmla="*/ 121921 h 1330643"/>
                <a:gd name="connsiteX228" fmla="*/ 77152 w 1013763"/>
                <a:gd name="connsiteY228" fmla="*/ 111443 h 1330643"/>
                <a:gd name="connsiteX229" fmla="*/ 69532 w 1013763"/>
                <a:gd name="connsiteY229" fmla="*/ 102871 h 1330643"/>
                <a:gd name="connsiteX230" fmla="*/ 66675 w 1013763"/>
                <a:gd name="connsiteY230" fmla="*/ 89535 h 1330643"/>
                <a:gd name="connsiteX231" fmla="*/ 65722 w 1013763"/>
                <a:gd name="connsiteY231" fmla="*/ 75248 h 1330643"/>
                <a:gd name="connsiteX232" fmla="*/ 77152 w 1013763"/>
                <a:gd name="connsiteY232" fmla="*/ 60960 h 1330643"/>
                <a:gd name="connsiteX233" fmla="*/ 66675 w 1013763"/>
                <a:gd name="connsiteY233" fmla="*/ 51435 h 1330643"/>
                <a:gd name="connsiteX234" fmla="*/ 43815 w 1013763"/>
                <a:gd name="connsiteY234" fmla="*/ 47626 h 1330643"/>
                <a:gd name="connsiteX235" fmla="*/ 32385 w 1013763"/>
                <a:gd name="connsiteY235" fmla="*/ 44768 h 1330643"/>
                <a:gd name="connsiteX236" fmla="*/ 0 w 1013763"/>
                <a:gd name="connsiteY236" fmla="*/ 25718 h 1330643"/>
                <a:gd name="connsiteX237" fmla="*/ 918209 w 1013763"/>
                <a:gd name="connsiteY237" fmla="*/ 0 h 1330643"/>
                <a:gd name="connsiteX238" fmla="*/ 1005839 w 1013763"/>
                <a:gd name="connsiteY238" fmla="*/ 953 h 1330643"/>
                <a:gd name="connsiteX239" fmla="*/ 1001077 w 1013763"/>
                <a:gd name="connsiteY239" fmla="*/ 26670 h 1330643"/>
                <a:gd name="connsiteX240" fmla="*/ 982027 w 1013763"/>
                <a:gd name="connsiteY240" fmla="*/ 60960 h 1330643"/>
                <a:gd name="connsiteX241" fmla="*/ 970597 w 1013763"/>
                <a:gd name="connsiteY241" fmla="*/ 100013 h 1330643"/>
                <a:gd name="connsiteX242" fmla="*/ 965834 w 1013763"/>
                <a:gd name="connsiteY242" fmla="*/ 110490 h 1330643"/>
                <a:gd name="connsiteX243" fmla="*/ 955357 w 1013763"/>
                <a:gd name="connsiteY243" fmla="*/ 96203 h 1330643"/>
                <a:gd name="connsiteX244" fmla="*/ 938212 w 1013763"/>
                <a:gd name="connsiteY244" fmla="*/ 75248 h 1330643"/>
                <a:gd name="connsiteX245" fmla="*/ 927734 w 1013763"/>
                <a:gd name="connsiteY245" fmla="*/ 57150 h 1330643"/>
                <a:gd name="connsiteX246" fmla="*/ 918209 w 1013763"/>
                <a:gd name="connsiteY246" fmla="*/ 39053 h 1330643"/>
                <a:gd name="connsiteX247" fmla="*/ 919162 w 1013763"/>
                <a:gd name="connsiteY247" fmla="*/ 14288 h 1330643"/>
                <a:gd name="connsiteX248" fmla="*/ 918209 w 1013763"/>
                <a:gd name="connsiteY248" fmla="*/ 0 h 1330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</a:cxnLst>
              <a:rect l="l" t="t" r="r" b="b"/>
              <a:pathLst>
                <a:path w="1013763" h="1330643">
                  <a:moveTo>
                    <a:pt x="423863" y="1325880"/>
                  </a:moveTo>
                  <a:cubicBezTo>
                    <a:pt x="423863" y="1325880"/>
                    <a:pt x="425768" y="1325880"/>
                    <a:pt x="429577" y="1325880"/>
                  </a:cubicBezTo>
                  <a:cubicBezTo>
                    <a:pt x="433388" y="1325880"/>
                    <a:pt x="427672" y="1330643"/>
                    <a:pt x="423863" y="1330643"/>
                  </a:cubicBezTo>
                  <a:cubicBezTo>
                    <a:pt x="420052" y="1330643"/>
                    <a:pt x="423863" y="1325880"/>
                    <a:pt x="423863" y="1325880"/>
                  </a:cubicBezTo>
                  <a:close/>
                  <a:moveTo>
                    <a:pt x="443865" y="1205865"/>
                  </a:moveTo>
                  <a:cubicBezTo>
                    <a:pt x="443865" y="1205865"/>
                    <a:pt x="445770" y="1205865"/>
                    <a:pt x="449581" y="1205865"/>
                  </a:cubicBezTo>
                  <a:cubicBezTo>
                    <a:pt x="453390" y="1205865"/>
                    <a:pt x="447676" y="1210628"/>
                    <a:pt x="443865" y="1210628"/>
                  </a:cubicBezTo>
                  <a:cubicBezTo>
                    <a:pt x="440056" y="1210628"/>
                    <a:pt x="443865" y="1205865"/>
                    <a:pt x="443865" y="1205865"/>
                  </a:cubicBezTo>
                  <a:close/>
                  <a:moveTo>
                    <a:pt x="490538" y="1157288"/>
                  </a:moveTo>
                  <a:cubicBezTo>
                    <a:pt x="490538" y="1157288"/>
                    <a:pt x="492443" y="1157288"/>
                    <a:pt x="496252" y="1157288"/>
                  </a:cubicBezTo>
                  <a:cubicBezTo>
                    <a:pt x="500063" y="1157288"/>
                    <a:pt x="494347" y="1162051"/>
                    <a:pt x="490538" y="1162051"/>
                  </a:cubicBezTo>
                  <a:cubicBezTo>
                    <a:pt x="486727" y="1162051"/>
                    <a:pt x="490538" y="1157288"/>
                    <a:pt x="490538" y="1157288"/>
                  </a:cubicBezTo>
                  <a:close/>
                  <a:moveTo>
                    <a:pt x="386715" y="1085850"/>
                  </a:moveTo>
                  <a:cubicBezTo>
                    <a:pt x="386715" y="1085850"/>
                    <a:pt x="388620" y="1085850"/>
                    <a:pt x="392431" y="1085850"/>
                  </a:cubicBezTo>
                  <a:cubicBezTo>
                    <a:pt x="396240" y="1085850"/>
                    <a:pt x="390526" y="1090613"/>
                    <a:pt x="386715" y="1090613"/>
                  </a:cubicBezTo>
                  <a:cubicBezTo>
                    <a:pt x="382906" y="1090613"/>
                    <a:pt x="386715" y="1085850"/>
                    <a:pt x="386715" y="1085850"/>
                  </a:cubicBezTo>
                  <a:close/>
                  <a:moveTo>
                    <a:pt x="255270" y="1082040"/>
                  </a:moveTo>
                  <a:cubicBezTo>
                    <a:pt x="255270" y="1082040"/>
                    <a:pt x="257175" y="1082040"/>
                    <a:pt x="260984" y="1082040"/>
                  </a:cubicBezTo>
                  <a:cubicBezTo>
                    <a:pt x="264795" y="1082040"/>
                    <a:pt x="259080" y="1086803"/>
                    <a:pt x="255270" y="1086803"/>
                  </a:cubicBezTo>
                  <a:cubicBezTo>
                    <a:pt x="251459" y="1086803"/>
                    <a:pt x="255270" y="1082040"/>
                    <a:pt x="255270" y="1082040"/>
                  </a:cubicBezTo>
                  <a:close/>
                  <a:moveTo>
                    <a:pt x="553402" y="1074421"/>
                  </a:moveTo>
                  <a:cubicBezTo>
                    <a:pt x="553402" y="1074421"/>
                    <a:pt x="555307" y="1074421"/>
                    <a:pt x="559118" y="1074421"/>
                  </a:cubicBezTo>
                  <a:cubicBezTo>
                    <a:pt x="562927" y="1074421"/>
                    <a:pt x="557213" y="1079184"/>
                    <a:pt x="553402" y="1079184"/>
                  </a:cubicBezTo>
                  <a:cubicBezTo>
                    <a:pt x="549593" y="1079184"/>
                    <a:pt x="553402" y="1074421"/>
                    <a:pt x="553402" y="1074421"/>
                  </a:cubicBezTo>
                  <a:close/>
                  <a:moveTo>
                    <a:pt x="309563" y="1042035"/>
                  </a:moveTo>
                  <a:cubicBezTo>
                    <a:pt x="309563" y="1042035"/>
                    <a:pt x="311468" y="1042035"/>
                    <a:pt x="315277" y="1042035"/>
                  </a:cubicBezTo>
                  <a:cubicBezTo>
                    <a:pt x="319088" y="1042035"/>
                    <a:pt x="313372" y="1046798"/>
                    <a:pt x="309563" y="1046798"/>
                  </a:cubicBezTo>
                  <a:cubicBezTo>
                    <a:pt x="305752" y="1046798"/>
                    <a:pt x="309563" y="1042035"/>
                    <a:pt x="309563" y="1042035"/>
                  </a:cubicBezTo>
                  <a:close/>
                  <a:moveTo>
                    <a:pt x="553402" y="994410"/>
                  </a:moveTo>
                  <a:cubicBezTo>
                    <a:pt x="553402" y="994410"/>
                    <a:pt x="555307" y="994410"/>
                    <a:pt x="559118" y="994410"/>
                  </a:cubicBezTo>
                  <a:cubicBezTo>
                    <a:pt x="562927" y="994410"/>
                    <a:pt x="557213" y="999173"/>
                    <a:pt x="553402" y="999173"/>
                  </a:cubicBezTo>
                  <a:cubicBezTo>
                    <a:pt x="549593" y="999173"/>
                    <a:pt x="553402" y="994410"/>
                    <a:pt x="553402" y="994410"/>
                  </a:cubicBezTo>
                  <a:close/>
                  <a:moveTo>
                    <a:pt x="452438" y="991553"/>
                  </a:moveTo>
                  <a:cubicBezTo>
                    <a:pt x="452438" y="991553"/>
                    <a:pt x="454343" y="991553"/>
                    <a:pt x="458152" y="991553"/>
                  </a:cubicBezTo>
                  <a:cubicBezTo>
                    <a:pt x="461963" y="991553"/>
                    <a:pt x="456247" y="996316"/>
                    <a:pt x="452438" y="996316"/>
                  </a:cubicBezTo>
                  <a:cubicBezTo>
                    <a:pt x="448627" y="996316"/>
                    <a:pt x="452438" y="991553"/>
                    <a:pt x="452438" y="991553"/>
                  </a:cubicBezTo>
                  <a:close/>
                  <a:moveTo>
                    <a:pt x="469583" y="942975"/>
                  </a:moveTo>
                  <a:cubicBezTo>
                    <a:pt x="469583" y="942975"/>
                    <a:pt x="471488" y="942975"/>
                    <a:pt x="475297" y="942975"/>
                  </a:cubicBezTo>
                  <a:cubicBezTo>
                    <a:pt x="479108" y="942975"/>
                    <a:pt x="473393" y="947738"/>
                    <a:pt x="469583" y="947738"/>
                  </a:cubicBezTo>
                  <a:cubicBezTo>
                    <a:pt x="465772" y="947738"/>
                    <a:pt x="469583" y="942975"/>
                    <a:pt x="469583" y="942975"/>
                  </a:cubicBezTo>
                  <a:close/>
                  <a:moveTo>
                    <a:pt x="720090" y="934403"/>
                  </a:moveTo>
                  <a:cubicBezTo>
                    <a:pt x="720090" y="934403"/>
                    <a:pt x="721995" y="934403"/>
                    <a:pt x="725806" y="934403"/>
                  </a:cubicBezTo>
                  <a:cubicBezTo>
                    <a:pt x="729615" y="934403"/>
                    <a:pt x="723901" y="939166"/>
                    <a:pt x="720090" y="939166"/>
                  </a:cubicBezTo>
                  <a:cubicBezTo>
                    <a:pt x="716281" y="939166"/>
                    <a:pt x="720090" y="934403"/>
                    <a:pt x="720090" y="934403"/>
                  </a:cubicBezTo>
                  <a:close/>
                  <a:moveTo>
                    <a:pt x="561022" y="930593"/>
                  </a:moveTo>
                  <a:cubicBezTo>
                    <a:pt x="561022" y="930593"/>
                    <a:pt x="562927" y="930593"/>
                    <a:pt x="566738" y="930593"/>
                  </a:cubicBezTo>
                  <a:cubicBezTo>
                    <a:pt x="570547" y="930593"/>
                    <a:pt x="564833" y="935356"/>
                    <a:pt x="561022" y="935356"/>
                  </a:cubicBezTo>
                  <a:cubicBezTo>
                    <a:pt x="557213" y="935356"/>
                    <a:pt x="561022" y="930593"/>
                    <a:pt x="561022" y="930593"/>
                  </a:cubicBezTo>
                  <a:close/>
                  <a:moveTo>
                    <a:pt x="569595" y="896303"/>
                  </a:moveTo>
                  <a:cubicBezTo>
                    <a:pt x="569595" y="896303"/>
                    <a:pt x="571500" y="896303"/>
                    <a:pt x="575309" y="896303"/>
                  </a:cubicBezTo>
                  <a:cubicBezTo>
                    <a:pt x="579120" y="896303"/>
                    <a:pt x="573405" y="901066"/>
                    <a:pt x="569595" y="901066"/>
                  </a:cubicBezTo>
                  <a:cubicBezTo>
                    <a:pt x="565784" y="901066"/>
                    <a:pt x="569595" y="896303"/>
                    <a:pt x="569595" y="896303"/>
                  </a:cubicBezTo>
                  <a:close/>
                  <a:moveTo>
                    <a:pt x="776288" y="874396"/>
                  </a:moveTo>
                  <a:cubicBezTo>
                    <a:pt x="776288" y="874396"/>
                    <a:pt x="778193" y="874396"/>
                    <a:pt x="782002" y="874396"/>
                  </a:cubicBezTo>
                  <a:cubicBezTo>
                    <a:pt x="785813" y="874396"/>
                    <a:pt x="780097" y="879159"/>
                    <a:pt x="776288" y="879159"/>
                  </a:cubicBezTo>
                  <a:cubicBezTo>
                    <a:pt x="772477" y="879159"/>
                    <a:pt x="776288" y="874396"/>
                    <a:pt x="776288" y="874396"/>
                  </a:cubicBezTo>
                  <a:close/>
                  <a:moveTo>
                    <a:pt x="570547" y="871538"/>
                  </a:moveTo>
                  <a:cubicBezTo>
                    <a:pt x="570547" y="871538"/>
                    <a:pt x="572452" y="871538"/>
                    <a:pt x="576263" y="871538"/>
                  </a:cubicBezTo>
                  <a:cubicBezTo>
                    <a:pt x="580072" y="871538"/>
                    <a:pt x="574358" y="876301"/>
                    <a:pt x="570547" y="876301"/>
                  </a:cubicBezTo>
                  <a:cubicBezTo>
                    <a:pt x="566738" y="876301"/>
                    <a:pt x="570547" y="871538"/>
                    <a:pt x="570547" y="871538"/>
                  </a:cubicBezTo>
                  <a:close/>
                  <a:moveTo>
                    <a:pt x="663893" y="867728"/>
                  </a:moveTo>
                  <a:cubicBezTo>
                    <a:pt x="663893" y="867728"/>
                    <a:pt x="665797" y="867728"/>
                    <a:pt x="669607" y="867728"/>
                  </a:cubicBezTo>
                  <a:cubicBezTo>
                    <a:pt x="673418" y="867728"/>
                    <a:pt x="667702" y="872491"/>
                    <a:pt x="663893" y="872491"/>
                  </a:cubicBezTo>
                  <a:cubicBezTo>
                    <a:pt x="660082" y="872491"/>
                    <a:pt x="663893" y="867728"/>
                    <a:pt x="663893" y="867728"/>
                  </a:cubicBezTo>
                  <a:close/>
                  <a:moveTo>
                    <a:pt x="697231" y="857250"/>
                  </a:moveTo>
                  <a:cubicBezTo>
                    <a:pt x="697231" y="857250"/>
                    <a:pt x="699135" y="857250"/>
                    <a:pt x="702945" y="857250"/>
                  </a:cubicBezTo>
                  <a:cubicBezTo>
                    <a:pt x="706756" y="857250"/>
                    <a:pt x="701040" y="862013"/>
                    <a:pt x="697231" y="862013"/>
                  </a:cubicBezTo>
                  <a:cubicBezTo>
                    <a:pt x="693420" y="862013"/>
                    <a:pt x="697231" y="857250"/>
                    <a:pt x="697231" y="857250"/>
                  </a:cubicBezTo>
                  <a:close/>
                  <a:moveTo>
                    <a:pt x="553402" y="850583"/>
                  </a:moveTo>
                  <a:cubicBezTo>
                    <a:pt x="553402" y="850583"/>
                    <a:pt x="555307" y="850583"/>
                    <a:pt x="559118" y="850583"/>
                  </a:cubicBezTo>
                  <a:cubicBezTo>
                    <a:pt x="562927" y="850583"/>
                    <a:pt x="557213" y="855346"/>
                    <a:pt x="553402" y="855346"/>
                  </a:cubicBezTo>
                  <a:cubicBezTo>
                    <a:pt x="549593" y="855346"/>
                    <a:pt x="553402" y="850583"/>
                    <a:pt x="553402" y="850583"/>
                  </a:cubicBezTo>
                  <a:close/>
                  <a:moveTo>
                    <a:pt x="612458" y="843915"/>
                  </a:moveTo>
                  <a:cubicBezTo>
                    <a:pt x="612458" y="843915"/>
                    <a:pt x="615315" y="843915"/>
                    <a:pt x="618172" y="843915"/>
                  </a:cubicBezTo>
                  <a:cubicBezTo>
                    <a:pt x="621983" y="843915"/>
                    <a:pt x="616268" y="848678"/>
                    <a:pt x="612458" y="848678"/>
                  </a:cubicBezTo>
                  <a:cubicBezTo>
                    <a:pt x="608647" y="848678"/>
                    <a:pt x="612458" y="843915"/>
                    <a:pt x="612458" y="843915"/>
                  </a:cubicBezTo>
                  <a:close/>
                  <a:moveTo>
                    <a:pt x="562927" y="820103"/>
                  </a:moveTo>
                  <a:cubicBezTo>
                    <a:pt x="562927" y="820103"/>
                    <a:pt x="564832" y="820103"/>
                    <a:pt x="568643" y="820103"/>
                  </a:cubicBezTo>
                  <a:cubicBezTo>
                    <a:pt x="572452" y="820103"/>
                    <a:pt x="566738" y="824866"/>
                    <a:pt x="562927" y="824866"/>
                  </a:cubicBezTo>
                  <a:cubicBezTo>
                    <a:pt x="559118" y="824866"/>
                    <a:pt x="562927" y="820103"/>
                    <a:pt x="562927" y="820103"/>
                  </a:cubicBezTo>
                  <a:close/>
                  <a:moveTo>
                    <a:pt x="721995" y="819150"/>
                  </a:moveTo>
                  <a:cubicBezTo>
                    <a:pt x="721995" y="819150"/>
                    <a:pt x="723900" y="819150"/>
                    <a:pt x="727709" y="819150"/>
                  </a:cubicBezTo>
                  <a:cubicBezTo>
                    <a:pt x="731520" y="819150"/>
                    <a:pt x="725805" y="823913"/>
                    <a:pt x="721995" y="823913"/>
                  </a:cubicBezTo>
                  <a:cubicBezTo>
                    <a:pt x="718184" y="823913"/>
                    <a:pt x="721995" y="819150"/>
                    <a:pt x="721995" y="819150"/>
                  </a:cubicBezTo>
                  <a:close/>
                  <a:moveTo>
                    <a:pt x="786765" y="558165"/>
                  </a:moveTo>
                  <a:cubicBezTo>
                    <a:pt x="786765" y="558165"/>
                    <a:pt x="788670" y="558165"/>
                    <a:pt x="792481" y="558165"/>
                  </a:cubicBezTo>
                  <a:cubicBezTo>
                    <a:pt x="796290" y="558165"/>
                    <a:pt x="790576" y="562928"/>
                    <a:pt x="786765" y="562928"/>
                  </a:cubicBezTo>
                  <a:cubicBezTo>
                    <a:pt x="782956" y="562928"/>
                    <a:pt x="786765" y="558165"/>
                    <a:pt x="786765" y="558165"/>
                  </a:cubicBezTo>
                  <a:close/>
                  <a:moveTo>
                    <a:pt x="357188" y="532448"/>
                  </a:moveTo>
                  <a:cubicBezTo>
                    <a:pt x="357188" y="532448"/>
                    <a:pt x="359093" y="532448"/>
                    <a:pt x="362902" y="532448"/>
                  </a:cubicBezTo>
                  <a:cubicBezTo>
                    <a:pt x="366713" y="532448"/>
                    <a:pt x="360997" y="537211"/>
                    <a:pt x="357188" y="537211"/>
                  </a:cubicBezTo>
                  <a:cubicBezTo>
                    <a:pt x="353377" y="537211"/>
                    <a:pt x="357188" y="532448"/>
                    <a:pt x="357188" y="532448"/>
                  </a:cubicBezTo>
                  <a:close/>
                  <a:moveTo>
                    <a:pt x="587693" y="529590"/>
                  </a:moveTo>
                  <a:cubicBezTo>
                    <a:pt x="587693" y="529590"/>
                    <a:pt x="589597" y="529590"/>
                    <a:pt x="593407" y="529590"/>
                  </a:cubicBezTo>
                  <a:cubicBezTo>
                    <a:pt x="597218" y="529590"/>
                    <a:pt x="591502" y="534353"/>
                    <a:pt x="587693" y="534353"/>
                  </a:cubicBezTo>
                  <a:cubicBezTo>
                    <a:pt x="583882" y="534353"/>
                    <a:pt x="587693" y="529590"/>
                    <a:pt x="587693" y="529590"/>
                  </a:cubicBezTo>
                  <a:close/>
                  <a:moveTo>
                    <a:pt x="535306" y="528638"/>
                  </a:moveTo>
                  <a:cubicBezTo>
                    <a:pt x="535306" y="528638"/>
                    <a:pt x="537210" y="528638"/>
                    <a:pt x="541020" y="528638"/>
                  </a:cubicBezTo>
                  <a:cubicBezTo>
                    <a:pt x="544831" y="528638"/>
                    <a:pt x="539115" y="533401"/>
                    <a:pt x="535306" y="533401"/>
                  </a:cubicBezTo>
                  <a:cubicBezTo>
                    <a:pt x="531495" y="533401"/>
                    <a:pt x="535306" y="528638"/>
                    <a:pt x="535306" y="528638"/>
                  </a:cubicBezTo>
                  <a:close/>
                  <a:moveTo>
                    <a:pt x="395288" y="514350"/>
                  </a:moveTo>
                  <a:cubicBezTo>
                    <a:pt x="395288" y="514350"/>
                    <a:pt x="397193" y="514350"/>
                    <a:pt x="401002" y="514350"/>
                  </a:cubicBezTo>
                  <a:cubicBezTo>
                    <a:pt x="404813" y="514350"/>
                    <a:pt x="399097" y="519113"/>
                    <a:pt x="395288" y="519113"/>
                  </a:cubicBezTo>
                  <a:cubicBezTo>
                    <a:pt x="391477" y="519113"/>
                    <a:pt x="395288" y="514350"/>
                    <a:pt x="395288" y="514350"/>
                  </a:cubicBezTo>
                  <a:close/>
                  <a:moveTo>
                    <a:pt x="586740" y="502921"/>
                  </a:moveTo>
                  <a:cubicBezTo>
                    <a:pt x="586740" y="502921"/>
                    <a:pt x="588645" y="502921"/>
                    <a:pt x="592456" y="502921"/>
                  </a:cubicBezTo>
                  <a:cubicBezTo>
                    <a:pt x="596265" y="502921"/>
                    <a:pt x="590551" y="507684"/>
                    <a:pt x="586740" y="507684"/>
                  </a:cubicBezTo>
                  <a:cubicBezTo>
                    <a:pt x="582931" y="507684"/>
                    <a:pt x="586740" y="502921"/>
                    <a:pt x="586740" y="502921"/>
                  </a:cubicBezTo>
                  <a:close/>
                  <a:moveTo>
                    <a:pt x="388620" y="480060"/>
                  </a:moveTo>
                  <a:cubicBezTo>
                    <a:pt x="388620" y="480060"/>
                    <a:pt x="390525" y="480060"/>
                    <a:pt x="394334" y="480060"/>
                  </a:cubicBezTo>
                  <a:cubicBezTo>
                    <a:pt x="398145" y="480060"/>
                    <a:pt x="392430" y="484823"/>
                    <a:pt x="388620" y="484823"/>
                  </a:cubicBezTo>
                  <a:cubicBezTo>
                    <a:pt x="384809" y="484823"/>
                    <a:pt x="388620" y="480060"/>
                    <a:pt x="388620" y="480060"/>
                  </a:cubicBezTo>
                  <a:close/>
                  <a:moveTo>
                    <a:pt x="457201" y="471488"/>
                  </a:moveTo>
                  <a:cubicBezTo>
                    <a:pt x="457201" y="471488"/>
                    <a:pt x="459106" y="471488"/>
                    <a:pt x="462915" y="471488"/>
                  </a:cubicBezTo>
                  <a:cubicBezTo>
                    <a:pt x="466726" y="471488"/>
                    <a:pt x="461010" y="476251"/>
                    <a:pt x="457201" y="476251"/>
                  </a:cubicBezTo>
                  <a:cubicBezTo>
                    <a:pt x="453390" y="476251"/>
                    <a:pt x="457201" y="471488"/>
                    <a:pt x="457201" y="471488"/>
                  </a:cubicBezTo>
                  <a:close/>
                  <a:moveTo>
                    <a:pt x="425768" y="451485"/>
                  </a:moveTo>
                  <a:cubicBezTo>
                    <a:pt x="425768" y="451485"/>
                    <a:pt x="428625" y="451485"/>
                    <a:pt x="431482" y="451485"/>
                  </a:cubicBezTo>
                  <a:cubicBezTo>
                    <a:pt x="435293" y="451485"/>
                    <a:pt x="429577" y="456248"/>
                    <a:pt x="425768" y="456248"/>
                  </a:cubicBezTo>
                  <a:cubicBezTo>
                    <a:pt x="421957" y="456248"/>
                    <a:pt x="425768" y="451485"/>
                    <a:pt x="425768" y="451485"/>
                  </a:cubicBezTo>
                  <a:close/>
                  <a:moveTo>
                    <a:pt x="376238" y="441960"/>
                  </a:moveTo>
                  <a:cubicBezTo>
                    <a:pt x="376238" y="441960"/>
                    <a:pt x="378143" y="441960"/>
                    <a:pt x="381952" y="441960"/>
                  </a:cubicBezTo>
                  <a:cubicBezTo>
                    <a:pt x="385763" y="441960"/>
                    <a:pt x="380047" y="446723"/>
                    <a:pt x="376238" y="446723"/>
                  </a:cubicBezTo>
                  <a:cubicBezTo>
                    <a:pt x="372427" y="446723"/>
                    <a:pt x="376238" y="441960"/>
                    <a:pt x="376238" y="441960"/>
                  </a:cubicBezTo>
                  <a:close/>
                  <a:moveTo>
                    <a:pt x="301467" y="241817"/>
                  </a:moveTo>
                  <a:cubicBezTo>
                    <a:pt x="305515" y="242174"/>
                    <a:pt x="310039" y="243365"/>
                    <a:pt x="314325" y="244793"/>
                  </a:cubicBezTo>
                  <a:cubicBezTo>
                    <a:pt x="322898" y="246698"/>
                    <a:pt x="329565" y="244793"/>
                    <a:pt x="336233" y="245746"/>
                  </a:cubicBezTo>
                  <a:cubicBezTo>
                    <a:pt x="342900" y="246698"/>
                    <a:pt x="342900" y="249556"/>
                    <a:pt x="344806" y="256223"/>
                  </a:cubicBezTo>
                  <a:cubicBezTo>
                    <a:pt x="346710" y="262891"/>
                    <a:pt x="346710" y="270511"/>
                    <a:pt x="339090" y="278131"/>
                  </a:cubicBezTo>
                  <a:cubicBezTo>
                    <a:pt x="331470" y="285751"/>
                    <a:pt x="328613" y="287656"/>
                    <a:pt x="323850" y="298133"/>
                  </a:cubicBezTo>
                  <a:cubicBezTo>
                    <a:pt x="319088" y="308611"/>
                    <a:pt x="317183" y="316231"/>
                    <a:pt x="314325" y="324803"/>
                  </a:cubicBezTo>
                  <a:cubicBezTo>
                    <a:pt x="311468" y="333376"/>
                    <a:pt x="307658" y="337186"/>
                    <a:pt x="300990" y="339091"/>
                  </a:cubicBezTo>
                  <a:cubicBezTo>
                    <a:pt x="294323" y="340996"/>
                    <a:pt x="292418" y="343853"/>
                    <a:pt x="287656" y="349568"/>
                  </a:cubicBezTo>
                  <a:cubicBezTo>
                    <a:pt x="282893" y="354331"/>
                    <a:pt x="284798" y="354331"/>
                    <a:pt x="278131" y="356236"/>
                  </a:cubicBezTo>
                  <a:cubicBezTo>
                    <a:pt x="271463" y="358141"/>
                    <a:pt x="267653" y="359093"/>
                    <a:pt x="263843" y="364808"/>
                  </a:cubicBezTo>
                  <a:cubicBezTo>
                    <a:pt x="260033" y="370523"/>
                    <a:pt x="258128" y="370523"/>
                    <a:pt x="249556" y="367666"/>
                  </a:cubicBezTo>
                  <a:cubicBezTo>
                    <a:pt x="240031" y="365761"/>
                    <a:pt x="233363" y="363856"/>
                    <a:pt x="227648" y="360998"/>
                  </a:cubicBezTo>
                  <a:cubicBezTo>
                    <a:pt x="221933" y="357188"/>
                    <a:pt x="214313" y="353378"/>
                    <a:pt x="206693" y="350521"/>
                  </a:cubicBezTo>
                  <a:cubicBezTo>
                    <a:pt x="199073" y="347663"/>
                    <a:pt x="199073" y="347663"/>
                    <a:pt x="199073" y="340996"/>
                  </a:cubicBezTo>
                  <a:cubicBezTo>
                    <a:pt x="199073" y="333376"/>
                    <a:pt x="199073" y="335281"/>
                    <a:pt x="196215" y="327661"/>
                  </a:cubicBezTo>
                  <a:cubicBezTo>
                    <a:pt x="193358" y="320993"/>
                    <a:pt x="195263" y="313373"/>
                    <a:pt x="196215" y="302896"/>
                  </a:cubicBezTo>
                  <a:cubicBezTo>
                    <a:pt x="197168" y="292418"/>
                    <a:pt x="199073" y="292418"/>
                    <a:pt x="206693" y="286703"/>
                  </a:cubicBezTo>
                  <a:cubicBezTo>
                    <a:pt x="214313" y="280988"/>
                    <a:pt x="216218" y="278131"/>
                    <a:pt x="216218" y="278131"/>
                  </a:cubicBezTo>
                  <a:cubicBezTo>
                    <a:pt x="216218" y="278131"/>
                    <a:pt x="220028" y="276226"/>
                    <a:pt x="223838" y="272416"/>
                  </a:cubicBezTo>
                  <a:cubicBezTo>
                    <a:pt x="228600" y="268606"/>
                    <a:pt x="228600" y="268606"/>
                    <a:pt x="229553" y="261938"/>
                  </a:cubicBezTo>
                  <a:cubicBezTo>
                    <a:pt x="231458" y="256223"/>
                    <a:pt x="234315" y="254318"/>
                    <a:pt x="244793" y="255271"/>
                  </a:cubicBezTo>
                  <a:cubicBezTo>
                    <a:pt x="255270" y="256223"/>
                    <a:pt x="252413" y="257176"/>
                    <a:pt x="254318" y="251461"/>
                  </a:cubicBezTo>
                  <a:cubicBezTo>
                    <a:pt x="256223" y="245746"/>
                    <a:pt x="258128" y="244793"/>
                    <a:pt x="270510" y="248603"/>
                  </a:cubicBezTo>
                  <a:cubicBezTo>
                    <a:pt x="283845" y="252413"/>
                    <a:pt x="286703" y="248603"/>
                    <a:pt x="291465" y="243841"/>
                  </a:cubicBezTo>
                  <a:cubicBezTo>
                    <a:pt x="293847" y="241936"/>
                    <a:pt x="297419" y="241460"/>
                    <a:pt x="301467" y="241817"/>
                  </a:cubicBezTo>
                  <a:close/>
                  <a:moveTo>
                    <a:pt x="714376" y="201930"/>
                  </a:moveTo>
                  <a:cubicBezTo>
                    <a:pt x="714376" y="201930"/>
                    <a:pt x="716281" y="201930"/>
                    <a:pt x="720090" y="201930"/>
                  </a:cubicBezTo>
                  <a:cubicBezTo>
                    <a:pt x="723901" y="201930"/>
                    <a:pt x="718185" y="206693"/>
                    <a:pt x="714376" y="206693"/>
                  </a:cubicBezTo>
                  <a:cubicBezTo>
                    <a:pt x="710565" y="206693"/>
                    <a:pt x="714376" y="201930"/>
                    <a:pt x="714376" y="201930"/>
                  </a:cubicBezTo>
                  <a:close/>
                  <a:moveTo>
                    <a:pt x="659131" y="184785"/>
                  </a:moveTo>
                  <a:cubicBezTo>
                    <a:pt x="659131" y="184785"/>
                    <a:pt x="661035" y="184785"/>
                    <a:pt x="664845" y="184785"/>
                  </a:cubicBezTo>
                  <a:cubicBezTo>
                    <a:pt x="668656" y="184785"/>
                    <a:pt x="662940" y="189548"/>
                    <a:pt x="659131" y="189548"/>
                  </a:cubicBezTo>
                  <a:cubicBezTo>
                    <a:pt x="655320" y="189548"/>
                    <a:pt x="659131" y="184785"/>
                    <a:pt x="659131" y="184785"/>
                  </a:cubicBezTo>
                  <a:close/>
                  <a:moveTo>
                    <a:pt x="665797" y="172403"/>
                  </a:moveTo>
                  <a:cubicBezTo>
                    <a:pt x="665797" y="172403"/>
                    <a:pt x="667702" y="172403"/>
                    <a:pt x="671513" y="172403"/>
                  </a:cubicBezTo>
                  <a:cubicBezTo>
                    <a:pt x="675322" y="172403"/>
                    <a:pt x="669608" y="177166"/>
                    <a:pt x="665797" y="177166"/>
                  </a:cubicBezTo>
                  <a:cubicBezTo>
                    <a:pt x="661988" y="177166"/>
                    <a:pt x="665797" y="172403"/>
                    <a:pt x="665797" y="172403"/>
                  </a:cubicBezTo>
                  <a:close/>
                  <a:moveTo>
                    <a:pt x="1006793" y="104775"/>
                  </a:moveTo>
                  <a:cubicBezTo>
                    <a:pt x="1006793" y="104775"/>
                    <a:pt x="1008697" y="104775"/>
                    <a:pt x="1012507" y="104775"/>
                  </a:cubicBezTo>
                  <a:cubicBezTo>
                    <a:pt x="1016318" y="104775"/>
                    <a:pt x="1010602" y="109538"/>
                    <a:pt x="1006793" y="109538"/>
                  </a:cubicBezTo>
                  <a:cubicBezTo>
                    <a:pt x="1002982" y="109538"/>
                    <a:pt x="1006793" y="104775"/>
                    <a:pt x="1006793" y="104775"/>
                  </a:cubicBezTo>
                  <a:close/>
                  <a:moveTo>
                    <a:pt x="1003934" y="63818"/>
                  </a:moveTo>
                  <a:cubicBezTo>
                    <a:pt x="1003934" y="63818"/>
                    <a:pt x="1005839" y="63818"/>
                    <a:pt x="1009650" y="63818"/>
                  </a:cubicBezTo>
                  <a:cubicBezTo>
                    <a:pt x="1013459" y="63818"/>
                    <a:pt x="1007745" y="68581"/>
                    <a:pt x="1003934" y="68581"/>
                  </a:cubicBezTo>
                  <a:cubicBezTo>
                    <a:pt x="1000125" y="68581"/>
                    <a:pt x="1003934" y="63818"/>
                    <a:pt x="1003934" y="63818"/>
                  </a:cubicBezTo>
                  <a:close/>
                  <a:moveTo>
                    <a:pt x="875347" y="27623"/>
                  </a:moveTo>
                  <a:cubicBezTo>
                    <a:pt x="875347" y="27623"/>
                    <a:pt x="877252" y="27623"/>
                    <a:pt x="881063" y="27623"/>
                  </a:cubicBezTo>
                  <a:cubicBezTo>
                    <a:pt x="884872" y="27623"/>
                    <a:pt x="879158" y="32386"/>
                    <a:pt x="875347" y="32386"/>
                  </a:cubicBezTo>
                  <a:cubicBezTo>
                    <a:pt x="871538" y="32386"/>
                    <a:pt x="875347" y="27623"/>
                    <a:pt x="875347" y="27623"/>
                  </a:cubicBezTo>
                  <a:close/>
                  <a:moveTo>
                    <a:pt x="878206" y="4763"/>
                  </a:moveTo>
                  <a:cubicBezTo>
                    <a:pt x="878206" y="4763"/>
                    <a:pt x="881063" y="6668"/>
                    <a:pt x="886778" y="9526"/>
                  </a:cubicBezTo>
                  <a:cubicBezTo>
                    <a:pt x="892493" y="13336"/>
                    <a:pt x="879158" y="16193"/>
                    <a:pt x="873443" y="12383"/>
                  </a:cubicBezTo>
                  <a:cubicBezTo>
                    <a:pt x="867728" y="9526"/>
                    <a:pt x="878206" y="4763"/>
                    <a:pt x="878206" y="4763"/>
                  </a:cubicBezTo>
                  <a:close/>
                  <a:moveTo>
                    <a:pt x="0" y="953"/>
                  </a:moveTo>
                  <a:lnTo>
                    <a:pt x="741997" y="953"/>
                  </a:lnTo>
                  <a:cubicBezTo>
                    <a:pt x="737235" y="7621"/>
                    <a:pt x="734377" y="5716"/>
                    <a:pt x="724852" y="8573"/>
                  </a:cubicBezTo>
                  <a:cubicBezTo>
                    <a:pt x="714375" y="11431"/>
                    <a:pt x="708660" y="21908"/>
                    <a:pt x="702945" y="31433"/>
                  </a:cubicBezTo>
                  <a:cubicBezTo>
                    <a:pt x="698183" y="41910"/>
                    <a:pt x="687705" y="48578"/>
                    <a:pt x="682943" y="49531"/>
                  </a:cubicBezTo>
                  <a:cubicBezTo>
                    <a:pt x="678180" y="50483"/>
                    <a:pt x="675322" y="51435"/>
                    <a:pt x="666750" y="56198"/>
                  </a:cubicBezTo>
                  <a:cubicBezTo>
                    <a:pt x="659130" y="60960"/>
                    <a:pt x="651510" y="62866"/>
                    <a:pt x="644843" y="58103"/>
                  </a:cubicBezTo>
                  <a:cubicBezTo>
                    <a:pt x="638175" y="53341"/>
                    <a:pt x="636270" y="55246"/>
                    <a:pt x="632460" y="60960"/>
                  </a:cubicBezTo>
                  <a:cubicBezTo>
                    <a:pt x="628650" y="66676"/>
                    <a:pt x="626745" y="68581"/>
                    <a:pt x="617220" y="61913"/>
                  </a:cubicBezTo>
                  <a:cubicBezTo>
                    <a:pt x="606743" y="56198"/>
                    <a:pt x="601980" y="61913"/>
                    <a:pt x="595313" y="68581"/>
                  </a:cubicBezTo>
                  <a:cubicBezTo>
                    <a:pt x="589597" y="75248"/>
                    <a:pt x="588645" y="76201"/>
                    <a:pt x="581025" y="68581"/>
                  </a:cubicBezTo>
                  <a:cubicBezTo>
                    <a:pt x="573405" y="60960"/>
                    <a:pt x="574358" y="64771"/>
                    <a:pt x="572452" y="70485"/>
                  </a:cubicBezTo>
                  <a:cubicBezTo>
                    <a:pt x="570547" y="76201"/>
                    <a:pt x="568643" y="83821"/>
                    <a:pt x="561975" y="86678"/>
                  </a:cubicBezTo>
                  <a:cubicBezTo>
                    <a:pt x="555308" y="90488"/>
                    <a:pt x="549593" y="95251"/>
                    <a:pt x="541972" y="92393"/>
                  </a:cubicBezTo>
                  <a:cubicBezTo>
                    <a:pt x="534352" y="89535"/>
                    <a:pt x="533400" y="88583"/>
                    <a:pt x="529590" y="83821"/>
                  </a:cubicBezTo>
                  <a:cubicBezTo>
                    <a:pt x="525780" y="79058"/>
                    <a:pt x="521970" y="69533"/>
                    <a:pt x="516255" y="65723"/>
                  </a:cubicBezTo>
                  <a:cubicBezTo>
                    <a:pt x="510540" y="61913"/>
                    <a:pt x="506730" y="66676"/>
                    <a:pt x="507683" y="80963"/>
                  </a:cubicBezTo>
                  <a:cubicBezTo>
                    <a:pt x="508635" y="95251"/>
                    <a:pt x="506730" y="101918"/>
                    <a:pt x="501968" y="108585"/>
                  </a:cubicBezTo>
                  <a:cubicBezTo>
                    <a:pt x="498158" y="115253"/>
                    <a:pt x="486727" y="118110"/>
                    <a:pt x="481965" y="108585"/>
                  </a:cubicBezTo>
                  <a:cubicBezTo>
                    <a:pt x="477202" y="99060"/>
                    <a:pt x="474345" y="104776"/>
                    <a:pt x="472440" y="112396"/>
                  </a:cubicBezTo>
                  <a:cubicBezTo>
                    <a:pt x="471488" y="120016"/>
                    <a:pt x="470535" y="124778"/>
                    <a:pt x="464820" y="122873"/>
                  </a:cubicBezTo>
                  <a:cubicBezTo>
                    <a:pt x="460058" y="120016"/>
                    <a:pt x="455295" y="121921"/>
                    <a:pt x="446722" y="129541"/>
                  </a:cubicBezTo>
                  <a:cubicBezTo>
                    <a:pt x="438150" y="137161"/>
                    <a:pt x="427672" y="135256"/>
                    <a:pt x="421005" y="133351"/>
                  </a:cubicBezTo>
                  <a:cubicBezTo>
                    <a:pt x="414338" y="130493"/>
                    <a:pt x="409575" y="132398"/>
                    <a:pt x="399097" y="139066"/>
                  </a:cubicBezTo>
                  <a:cubicBezTo>
                    <a:pt x="388620" y="145733"/>
                    <a:pt x="381000" y="148591"/>
                    <a:pt x="371475" y="148591"/>
                  </a:cubicBezTo>
                  <a:cubicBezTo>
                    <a:pt x="361950" y="148591"/>
                    <a:pt x="349568" y="150496"/>
                    <a:pt x="339090" y="151448"/>
                  </a:cubicBezTo>
                  <a:cubicBezTo>
                    <a:pt x="328613" y="152401"/>
                    <a:pt x="321945" y="160021"/>
                    <a:pt x="316230" y="163831"/>
                  </a:cubicBezTo>
                  <a:cubicBezTo>
                    <a:pt x="310515" y="167641"/>
                    <a:pt x="302895" y="171451"/>
                    <a:pt x="309563" y="174308"/>
                  </a:cubicBezTo>
                  <a:cubicBezTo>
                    <a:pt x="316230" y="177166"/>
                    <a:pt x="315277" y="179071"/>
                    <a:pt x="313372" y="182881"/>
                  </a:cubicBezTo>
                  <a:cubicBezTo>
                    <a:pt x="311468" y="186691"/>
                    <a:pt x="306705" y="182881"/>
                    <a:pt x="298133" y="180023"/>
                  </a:cubicBezTo>
                  <a:cubicBezTo>
                    <a:pt x="289560" y="176213"/>
                    <a:pt x="290513" y="186691"/>
                    <a:pt x="297180" y="190501"/>
                  </a:cubicBezTo>
                  <a:cubicBezTo>
                    <a:pt x="303847" y="194311"/>
                    <a:pt x="307658" y="198121"/>
                    <a:pt x="310515" y="205741"/>
                  </a:cubicBezTo>
                  <a:cubicBezTo>
                    <a:pt x="313372" y="213361"/>
                    <a:pt x="314325" y="218123"/>
                    <a:pt x="307658" y="224791"/>
                  </a:cubicBezTo>
                  <a:cubicBezTo>
                    <a:pt x="300990" y="231458"/>
                    <a:pt x="292418" y="233363"/>
                    <a:pt x="282893" y="228601"/>
                  </a:cubicBezTo>
                  <a:cubicBezTo>
                    <a:pt x="274320" y="224791"/>
                    <a:pt x="271463" y="216218"/>
                    <a:pt x="267652" y="205741"/>
                  </a:cubicBezTo>
                  <a:cubicBezTo>
                    <a:pt x="263843" y="194311"/>
                    <a:pt x="260985" y="183833"/>
                    <a:pt x="261938" y="177166"/>
                  </a:cubicBezTo>
                  <a:cubicBezTo>
                    <a:pt x="262890" y="170498"/>
                    <a:pt x="268605" y="163831"/>
                    <a:pt x="273368" y="159068"/>
                  </a:cubicBezTo>
                  <a:cubicBezTo>
                    <a:pt x="278130" y="155258"/>
                    <a:pt x="276225" y="151448"/>
                    <a:pt x="269558" y="148591"/>
                  </a:cubicBezTo>
                  <a:cubicBezTo>
                    <a:pt x="262890" y="145733"/>
                    <a:pt x="262890" y="144781"/>
                    <a:pt x="260033" y="139066"/>
                  </a:cubicBezTo>
                  <a:cubicBezTo>
                    <a:pt x="256222" y="133351"/>
                    <a:pt x="253365" y="135256"/>
                    <a:pt x="250508" y="144781"/>
                  </a:cubicBezTo>
                  <a:cubicBezTo>
                    <a:pt x="247650" y="154306"/>
                    <a:pt x="246697" y="152401"/>
                    <a:pt x="240030" y="154306"/>
                  </a:cubicBezTo>
                  <a:cubicBezTo>
                    <a:pt x="233363" y="156211"/>
                    <a:pt x="227647" y="156211"/>
                    <a:pt x="225743" y="150496"/>
                  </a:cubicBezTo>
                  <a:cubicBezTo>
                    <a:pt x="223838" y="144781"/>
                    <a:pt x="225743" y="142876"/>
                    <a:pt x="209550" y="140018"/>
                  </a:cubicBezTo>
                  <a:cubicBezTo>
                    <a:pt x="193358" y="137161"/>
                    <a:pt x="199072" y="136208"/>
                    <a:pt x="193358" y="126683"/>
                  </a:cubicBezTo>
                  <a:cubicBezTo>
                    <a:pt x="186690" y="117158"/>
                    <a:pt x="185738" y="125731"/>
                    <a:pt x="182880" y="133351"/>
                  </a:cubicBezTo>
                  <a:cubicBezTo>
                    <a:pt x="180975" y="140971"/>
                    <a:pt x="178118" y="145733"/>
                    <a:pt x="167640" y="145733"/>
                  </a:cubicBezTo>
                  <a:cubicBezTo>
                    <a:pt x="157163" y="145733"/>
                    <a:pt x="151447" y="144781"/>
                    <a:pt x="151447" y="144781"/>
                  </a:cubicBezTo>
                  <a:cubicBezTo>
                    <a:pt x="151447" y="144781"/>
                    <a:pt x="142875" y="138113"/>
                    <a:pt x="138113" y="138113"/>
                  </a:cubicBezTo>
                  <a:cubicBezTo>
                    <a:pt x="133350" y="138113"/>
                    <a:pt x="121920" y="139066"/>
                    <a:pt x="113347" y="136208"/>
                  </a:cubicBezTo>
                  <a:cubicBezTo>
                    <a:pt x="104775" y="133351"/>
                    <a:pt x="92393" y="127635"/>
                    <a:pt x="92393" y="121921"/>
                  </a:cubicBezTo>
                  <a:cubicBezTo>
                    <a:pt x="92393" y="116206"/>
                    <a:pt x="79057" y="113348"/>
                    <a:pt x="77152" y="111443"/>
                  </a:cubicBezTo>
                  <a:cubicBezTo>
                    <a:pt x="75247" y="109538"/>
                    <a:pt x="66675" y="110491"/>
                    <a:pt x="69532" y="102871"/>
                  </a:cubicBezTo>
                  <a:cubicBezTo>
                    <a:pt x="71438" y="95251"/>
                    <a:pt x="68580" y="94298"/>
                    <a:pt x="66675" y="89535"/>
                  </a:cubicBezTo>
                  <a:cubicBezTo>
                    <a:pt x="65722" y="84773"/>
                    <a:pt x="61913" y="80010"/>
                    <a:pt x="65722" y="75248"/>
                  </a:cubicBezTo>
                  <a:cubicBezTo>
                    <a:pt x="69532" y="70485"/>
                    <a:pt x="77152" y="66676"/>
                    <a:pt x="77152" y="60960"/>
                  </a:cubicBezTo>
                  <a:cubicBezTo>
                    <a:pt x="77152" y="55246"/>
                    <a:pt x="69532" y="54293"/>
                    <a:pt x="66675" y="51435"/>
                  </a:cubicBezTo>
                  <a:cubicBezTo>
                    <a:pt x="62865" y="49531"/>
                    <a:pt x="48577" y="51435"/>
                    <a:pt x="43815" y="47626"/>
                  </a:cubicBezTo>
                  <a:cubicBezTo>
                    <a:pt x="41910" y="46673"/>
                    <a:pt x="38100" y="45721"/>
                    <a:pt x="32385" y="44768"/>
                  </a:cubicBezTo>
                  <a:cubicBezTo>
                    <a:pt x="32385" y="45721"/>
                    <a:pt x="8572" y="33338"/>
                    <a:pt x="0" y="25718"/>
                  </a:cubicBezTo>
                  <a:close/>
                  <a:moveTo>
                    <a:pt x="918209" y="0"/>
                  </a:moveTo>
                  <a:lnTo>
                    <a:pt x="1005839" y="953"/>
                  </a:lnTo>
                  <a:cubicBezTo>
                    <a:pt x="1006792" y="9525"/>
                    <a:pt x="1004887" y="15240"/>
                    <a:pt x="1001077" y="26670"/>
                  </a:cubicBezTo>
                  <a:cubicBezTo>
                    <a:pt x="996314" y="40005"/>
                    <a:pt x="991552" y="49530"/>
                    <a:pt x="982027" y="60960"/>
                  </a:cubicBezTo>
                  <a:cubicBezTo>
                    <a:pt x="972502" y="72390"/>
                    <a:pt x="971550" y="90488"/>
                    <a:pt x="970597" y="100013"/>
                  </a:cubicBezTo>
                  <a:cubicBezTo>
                    <a:pt x="970597" y="108585"/>
                    <a:pt x="969645" y="113348"/>
                    <a:pt x="965834" y="110490"/>
                  </a:cubicBezTo>
                  <a:cubicBezTo>
                    <a:pt x="962025" y="107633"/>
                    <a:pt x="957262" y="106680"/>
                    <a:pt x="955357" y="96203"/>
                  </a:cubicBezTo>
                  <a:cubicBezTo>
                    <a:pt x="952500" y="85725"/>
                    <a:pt x="944880" y="78105"/>
                    <a:pt x="938212" y="75248"/>
                  </a:cubicBezTo>
                  <a:cubicBezTo>
                    <a:pt x="931545" y="72390"/>
                    <a:pt x="928687" y="67628"/>
                    <a:pt x="927734" y="57150"/>
                  </a:cubicBezTo>
                  <a:cubicBezTo>
                    <a:pt x="926782" y="47625"/>
                    <a:pt x="924877" y="48578"/>
                    <a:pt x="918209" y="39053"/>
                  </a:cubicBezTo>
                  <a:cubicBezTo>
                    <a:pt x="910589" y="29528"/>
                    <a:pt x="915352" y="23813"/>
                    <a:pt x="919162" y="14288"/>
                  </a:cubicBezTo>
                  <a:cubicBezTo>
                    <a:pt x="922020" y="5715"/>
                    <a:pt x="918209" y="0"/>
                    <a:pt x="91820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5759" cap="flat">
              <a:solidFill>
                <a:schemeClr val="tx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26" name="išļîḑê" descr="61b48a2e-f623-4b29-b6cb-81150019fa7a">
              <a:extLst>
                <a:ext uri="{FF2B5EF4-FFF2-40B4-BE49-F238E27FC236}">
                  <a16:creationId xmlns:a16="http://schemas.microsoft.com/office/drawing/2014/main" id="{62E70957-F7D4-4E04-AFA5-9C90A1DA4133}"/>
                </a:ext>
              </a:extLst>
            </p:cNvPr>
            <p:cNvSpPr/>
            <p:nvPr/>
          </p:nvSpPr>
          <p:spPr>
            <a:xfrm>
              <a:off x="1069119" y="2711026"/>
              <a:ext cx="3999762" cy="3314649"/>
            </a:xfrm>
            <a:custGeom>
              <a:avLst/>
              <a:gdLst>
                <a:gd name="connsiteX0" fmla="*/ 3762004 w 5860123"/>
                <a:gd name="connsiteY0" fmla="*/ 4605373 h 4856353"/>
                <a:gd name="connsiteX1" fmla="*/ 3773434 w 5860123"/>
                <a:gd name="connsiteY1" fmla="*/ 4611445 h 4856353"/>
                <a:gd name="connsiteX2" fmla="*/ 3793437 w 5860123"/>
                <a:gd name="connsiteY2" fmla="*/ 4620970 h 4856353"/>
                <a:gd name="connsiteX3" fmla="*/ 3805819 w 5860123"/>
                <a:gd name="connsiteY3" fmla="*/ 4644782 h 4856353"/>
                <a:gd name="connsiteX4" fmla="*/ 3794389 w 5860123"/>
                <a:gd name="connsiteY4" fmla="*/ 4677167 h 4856353"/>
                <a:gd name="connsiteX5" fmla="*/ 3768671 w 5860123"/>
                <a:gd name="connsiteY5" fmla="*/ 4701932 h 4856353"/>
                <a:gd name="connsiteX6" fmla="*/ 3744859 w 5860123"/>
                <a:gd name="connsiteY6" fmla="*/ 4763845 h 4856353"/>
                <a:gd name="connsiteX7" fmla="*/ 3720094 w 5860123"/>
                <a:gd name="connsiteY7" fmla="*/ 4795277 h 4856353"/>
                <a:gd name="connsiteX8" fmla="*/ 3691519 w 5860123"/>
                <a:gd name="connsiteY8" fmla="*/ 4820995 h 4856353"/>
                <a:gd name="connsiteX9" fmla="*/ 3663896 w 5860123"/>
                <a:gd name="connsiteY9" fmla="*/ 4830520 h 4856353"/>
                <a:gd name="connsiteX10" fmla="*/ 3636274 w 5860123"/>
                <a:gd name="connsiteY10" fmla="*/ 4847665 h 4856353"/>
                <a:gd name="connsiteX11" fmla="*/ 3611509 w 5860123"/>
                <a:gd name="connsiteY11" fmla="*/ 4853380 h 4856353"/>
                <a:gd name="connsiteX12" fmla="*/ 3578171 w 5860123"/>
                <a:gd name="connsiteY12" fmla="*/ 4843855 h 4856353"/>
                <a:gd name="connsiteX13" fmla="*/ 3525784 w 5860123"/>
                <a:gd name="connsiteY13" fmla="*/ 4823852 h 4856353"/>
                <a:gd name="connsiteX14" fmla="*/ 3503877 w 5860123"/>
                <a:gd name="connsiteY14" fmla="*/ 4797182 h 4856353"/>
                <a:gd name="connsiteX15" fmla="*/ 3500066 w 5860123"/>
                <a:gd name="connsiteY15" fmla="*/ 4772417 h 4856353"/>
                <a:gd name="connsiteX16" fmla="*/ 3498162 w 5860123"/>
                <a:gd name="connsiteY16" fmla="*/ 4724792 h 4856353"/>
                <a:gd name="connsiteX17" fmla="*/ 3517212 w 5860123"/>
                <a:gd name="connsiteY17" fmla="*/ 4695265 h 4856353"/>
                <a:gd name="connsiteX18" fmla="*/ 3542929 w 5860123"/>
                <a:gd name="connsiteY18" fmla="*/ 4678120 h 4856353"/>
                <a:gd name="connsiteX19" fmla="*/ 3563884 w 5860123"/>
                <a:gd name="connsiteY19" fmla="*/ 4665737 h 4856353"/>
                <a:gd name="connsiteX20" fmla="*/ 3568646 w 5860123"/>
                <a:gd name="connsiteY20" fmla="*/ 4652402 h 4856353"/>
                <a:gd name="connsiteX21" fmla="*/ 3574362 w 5860123"/>
                <a:gd name="connsiteY21" fmla="*/ 4640020 h 4856353"/>
                <a:gd name="connsiteX22" fmla="*/ 3601031 w 5860123"/>
                <a:gd name="connsiteY22" fmla="*/ 4637162 h 4856353"/>
                <a:gd name="connsiteX23" fmla="*/ 3616271 w 5860123"/>
                <a:gd name="connsiteY23" fmla="*/ 4627637 h 4856353"/>
                <a:gd name="connsiteX24" fmla="*/ 3653419 w 5860123"/>
                <a:gd name="connsiteY24" fmla="*/ 4624780 h 4856353"/>
                <a:gd name="connsiteX25" fmla="*/ 3695329 w 5860123"/>
                <a:gd name="connsiteY25" fmla="*/ 4617160 h 4856353"/>
                <a:gd name="connsiteX26" fmla="*/ 3738191 w 5860123"/>
                <a:gd name="connsiteY26" fmla="*/ 4614302 h 4856353"/>
                <a:gd name="connsiteX27" fmla="*/ 3753431 w 5860123"/>
                <a:gd name="connsiteY27" fmla="*/ 4611445 h 4856353"/>
                <a:gd name="connsiteX28" fmla="*/ 3762004 w 5860123"/>
                <a:gd name="connsiteY28" fmla="*/ 4605373 h 4856353"/>
                <a:gd name="connsiteX29" fmla="*/ 4529719 w 5860123"/>
                <a:gd name="connsiteY29" fmla="*/ 4482858 h 4856353"/>
                <a:gd name="connsiteX30" fmla="*/ 4523051 w 5860123"/>
                <a:gd name="connsiteY30" fmla="*/ 4493335 h 4856353"/>
                <a:gd name="connsiteX31" fmla="*/ 4529719 w 5860123"/>
                <a:gd name="connsiteY31" fmla="*/ 4482858 h 4856353"/>
                <a:gd name="connsiteX32" fmla="*/ 3720809 w 5860123"/>
                <a:gd name="connsiteY32" fmla="*/ 4475953 h 4856353"/>
                <a:gd name="connsiteX33" fmla="*/ 3733429 w 5860123"/>
                <a:gd name="connsiteY33" fmla="*/ 4477143 h 4856353"/>
                <a:gd name="connsiteX34" fmla="*/ 3741049 w 5860123"/>
                <a:gd name="connsiteY34" fmla="*/ 4489525 h 4856353"/>
                <a:gd name="connsiteX35" fmla="*/ 3728666 w 5860123"/>
                <a:gd name="connsiteY35" fmla="*/ 4487620 h 4856353"/>
                <a:gd name="connsiteX36" fmla="*/ 3711521 w 5860123"/>
                <a:gd name="connsiteY36" fmla="*/ 4489525 h 4856353"/>
                <a:gd name="connsiteX37" fmla="*/ 3712474 w 5860123"/>
                <a:gd name="connsiteY37" fmla="*/ 4481905 h 4856353"/>
                <a:gd name="connsiteX38" fmla="*/ 3720809 w 5860123"/>
                <a:gd name="connsiteY38" fmla="*/ 4475953 h 4856353"/>
                <a:gd name="connsiteX39" fmla="*/ 3552453 w 5860123"/>
                <a:gd name="connsiteY39" fmla="*/ 4475237 h 4856353"/>
                <a:gd name="connsiteX40" fmla="*/ 3554358 w 5860123"/>
                <a:gd name="connsiteY40" fmla="*/ 4481905 h 4856353"/>
                <a:gd name="connsiteX41" fmla="*/ 3549596 w 5860123"/>
                <a:gd name="connsiteY41" fmla="*/ 4484762 h 4856353"/>
                <a:gd name="connsiteX42" fmla="*/ 3546739 w 5860123"/>
                <a:gd name="connsiteY42" fmla="*/ 4479047 h 4856353"/>
                <a:gd name="connsiteX43" fmla="*/ 3552453 w 5860123"/>
                <a:gd name="connsiteY43" fmla="*/ 4475237 h 4856353"/>
                <a:gd name="connsiteX44" fmla="*/ 4419229 w 5860123"/>
                <a:gd name="connsiteY44" fmla="*/ 4458092 h 4856353"/>
                <a:gd name="connsiteX45" fmla="*/ 4412561 w 5860123"/>
                <a:gd name="connsiteY45" fmla="*/ 4468570 h 4856353"/>
                <a:gd name="connsiteX46" fmla="*/ 4419229 w 5860123"/>
                <a:gd name="connsiteY46" fmla="*/ 4458092 h 4856353"/>
                <a:gd name="connsiteX47" fmla="*/ 4428754 w 5860123"/>
                <a:gd name="connsiteY47" fmla="*/ 4436186 h 4856353"/>
                <a:gd name="connsiteX48" fmla="*/ 4422086 w 5860123"/>
                <a:gd name="connsiteY48" fmla="*/ 4446663 h 4856353"/>
                <a:gd name="connsiteX49" fmla="*/ 4428754 w 5860123"/>
                <a:gd name="connsiteY49" fmla="*/ 4436186 h 4856353"/>
                <a:gd name="connsiteX50" fmla="*/ 4005844 w 5860123"/>
                <a:gd name="connsiteY50" fmla="*/ 4385702 h 4856353"/>
                <a:gd name="connsiteX51" fmla="*/ 4002986 w 5860123"/>
                <a:gd name="connsiteY51" fmla="*/ 4397132 h 4856353"/>
                <a:gd name="connsiteX52" fmla="*/ 3988699 w 5860123"/>
                <a:gd name="connsiteY52" fmla="*/ 4402847 h 4856353"/>
                <a:gd name="connsiteX53" fmla="*/ 3996319 w 5860123"/>
                <a:gd name="connsiteY53" fmla="*/ 4391417 h 4856353"/>
                <a:gd name="connsiteX54" fmla="*/ 4005844 w 5860123"/>
                <a:gd name="connsiteY54" fmla="*/ 4385702 h 4856353"/>
                <a:gd name="connsiteX55" fmla="*/ 4029656 w 5860123"/>
                <a:gd name="connsiteY55" fmla="*/ 4376177 h 4856353"/>
                <a:gd name="connsiteX56" fmla="*/ 4031562 w 5860123"/>
                <a:gd name="connsiteY56" fmla="*/ 4386655 h 4856353"/>
                <a:gd name="connsiteX57" fmla="*/ 4024894 w 5860123"/>
                <a:gd name="connsiteY57" fmla="*/ 4401895 h 4856353"/>
                <a:gd name="connsiteX58" fmla="*/ 4017274 w 5860123"/>
                <a:gd name="connsiteY58" fmla="*/ 4394274 h 4856353"/>
                <a:gd name="connsiteX59" fmla="*/ 4029656 w 5860123"/>
                <a:gd name="connsiteY59" fmla="*/ 4376177 h 4856353"/>
                <a:gd name="connsiteX60" fmla="*/ 4175626 w 5860123"/>
                <a:gd name="connsiteY60" fmla="*/ 4298072 h 4856353"/>
                <a:gd name="connsiteX61" fmla="*/ 4177293 w 5860123"/>
                <a:gd name="connsiteY61" fmla="*/ 4304740 h 4856353"/>
                <a:gd name="connsiteX62" fmla="*/ 4165863 w 5860123"/>
                <a:gd name="connsiteY62" fmla="*/ 4312360 h 4856353"/>
                <a:gd name="connsiteX63" fmla="*/ 4156338 w 5860123"/>
                <a:gd name="connsiteY63" fmla="*/ 4307597 h 4856353"/>
                <a:gd name="connsiteX64" fmla="*/ 4166815 w 5860123"/>
                <a:gd name="connsiteY64" fmla="*/ 4299977 h 4856353"/>
                <a:gd name="connsiteX65" fmla="*/ 4175626 w 5860123"/>
                <a:gd name="connsiteY65" fmla="*/ 4298072 h 4856353"/>
                <a:gd name="connsiteX66" fmla="*/ 5120269 w 5860123"/>
                <a:gd name="connsiteY66" fmla="*/ 4247590 h 4856353"/>
                <a:gd name="connsiteX67" fmla="*/ 5120269 w 5860123"/>
                <a:gd name="connsiteY67" fmla="*/ 4259973 h 4856353"/>
                <a:gd name="connsiteX68" fmla="*/ 5120269 w 5860123"/>
                <a:gd name="connsiteY68" fmla="*/ 4247590 h 4856353"/>
                <a:gd name="connsiteX69" fmla="*/ 5101219 w 5860123"/>
                <a:gd name="connsiteY69" fmla="*/ 4170437 h 4856353"/>
                <a:gd name="connsiteX70" fmla="*/ 5103124 w 5860123"/>
                <a:gd name="connsiteY70" fmla="*/ 4170437 h 4856353"/>
                <a:gd name="connsiteX71" fmla="*/ 5105029 w 5860123"/>
                <a:gd name="connsiteY71" fmla="*/ 4171390 h 4856353"/>
                <a:gd name="connsiteX72" fmla="*/ 5104076 w 5860123"/>
                <a:gd name="connsiteY72" fmla="*/ 4175200 h 4856353"/>
                <a:gd name="connsiteX73" fmla="*/ 5100266 w 5860123"/>
                <a:gd name="connsiteY73" fmla="*/ 4174247 h 4856353"/>
                <a:gd name="connsiteX74" fmla="*/ 5099314 w 5860123"/>
                <a:gd name="connsiteY74" fmla="*/ 4171390 h 4856353"/>
                <a:gd name="connsiteX75" fmla="*/ 5101219 w 5860123"/>
                <a:gd name="connsiteY75" fmla="*/ 4170437 h 4856353"/>
                <a:gd name="connsiteX76" fmla="*/ 4548768 w 5860123"/>
                <a:gd name="connsiteY76" fmla="*/ 4116145 h 4856353"/>
                <a:gd name="connsiteX77" fmla="*/ 4555436 w 5860123"/>
                <a:gd name="connsiteY77" fmla="*/ 4122812 h 4856353"/>
                <a:gd name="connsiteX78" fmla="*/ 4540196 w 5860123"/>
                <a:gd name="connsiteY78" fmla="*/ 4128528 h 4856353"/>
                <a:gd name="connsiteX79" fmla="*/ 4537338 w 5860123"/>
                <a:gd name="connsiteY79" fmla="*/ 4119955 h 4856353"/>
                <a:gd name="connsiteX80" fmla="*/ 4548768 w 5860123"/>
                <a:gd name="connsiteY80" fmla="*/ 4116145 h 4856353"/>
                <a:gd name="connsiteX81" fmla="*/ 4845949 w 5860123"/>
                <a:gd name="connsiteY81" fmla="*/ 4108525 h 4856353"/>
                <a:gd name="connsiteX82" fmla="*/ 4847854 w 5860123"/>
                <a:gd name="connsiteY82" fmla="*/ 4108525 h 4856353"/>
                <a:gd name="connsiteX83" fmla="*/ 4849759 w 5860123"/>
                <a:gd name="connsiteY83" fmla="*/ 4109478 h 4856353"/>
                <a:gd name="connsiteX84" fmla="*/ 4848806 w 5860123"/>
                <a:gd name="connsiteY84" fmla="*/ 4113288 h 4856353"/>
                <a:gd name="connsiteX85" fmla="*/ 4844996 w 5860123"/>
                <a:gd name="connsiteY85" fmla="*/ 4112335 h 4856353"/>
                <a:gd name="connsiteX86" fmla="*/ 4844044 w 5860123"/>
                <a:gd name="connsiteY86" fmla="*/ 4109478 h 4856353"/>
                <a:gd name="connsiteX87" fmla="*/ 4845949 w 5860123"/>
                <a:gd name="connsiteY87" fmla="*/ 4108525 h 4856353"/>
                <a:gd name="connsiteX88" fmla="*/ 4590679 w 5860123"/>
                <a:gd name="connsiteY88" fmla="*/ 4078403 h 4856353"/>
                <a:gd name="connsiteX89" fmla="*/ 4596394 w 5860123"/>
                <a:gd name="connsiteY89" fmla="*/ 4078998 h 4856353"/>
                <a:gd name="connsiteX90" fmla="*/ 4591631 w 5860123"/>
                <a:gd name="connsiteY90" fmla="*/ 4093285 h 4856353"/>
                <a:gd name="connsiteX91" fmla="*/ 4580201 w 5860123"/>
                <a:gd name="connsiteY91" fmla="*/ 4099953 h 4856353"/>
                <a:gd name="connsiteX92" fmla="*/ 4582106 w 5860123"/>
                <a:gd name="connsiteY92" fmla="*/ 4085665 h 4856353"/>
                <a:gd name="connsiteX93" fmla="*/ 4590679 w 5860123"/>
                <a:gd name="connsiteY93" fmla="*/ 4078403 h 4856353"/>
                <a:gd name="connsiteX94" fmla="*/ 4856188 w 5860123"/>
                <a:gd name="connsiteY94" fmla="*/ 4070902 h 4856353"/>
                <a:gd name="connsiteX95" fmla="*/ 4861188 w 5860123"/>
                <a:gd name="connsiteY95" fmla="*/ 4076140 h 4856353"/>
                <a:gd name="connsiteX96" fmla="*/ 4864046 w 5860123"/>
                <a:gd name="connsiteY96" fmla="*/ 4084713 h 4856353"/>
                <a:gd name="connsiteX97" fmla="*/ 4851663 w 5860123"/>
                <a:gd name="connsiteY97" fmla="*/ 4088523 h 4856353"/>
                <a:gd name="connsiteX98" fmla="*/ 4852616 w 5860123"/>
                <a:gd name="connsiteY98" fmla="*/ 4078045 h 4856353"/>
                <a:gd name="connsiteX99" fmla="*/ 4852616 w 5860123"/>
                <a:gd name="connsiteY99" fmla="*/ 4071378 h 4856353"/>
                <a:gd name="connsiteX100" fmla="*/ 4856188 w 5860123"/>
                <a:gd name="connsiteY100" fmla="*/ 4070902 h 4856353"/>
                <a:gd name="connsiteX101" fmla="*/ 4700216 w 5860123"/>
                <a:gd name="connsiteY101" fmla="*/ 3966603 h 4856353"/>
                <a:gd name="connsiteX102" fmla="*/ 4708789 w 5860123"/>
                <a:gd name="connsiteY102" fmla="*/ 3969460 h 4856353"/>
                <a:gd name="connsiteX103" fmla="*/ 4706883 w 5860123"/>
                <a:gd name="connsiteY103" fmla="*/ 3978985 h 4856353"/>
                <a:gd name="connsiteX104" fmla="*/ 4690691 w 5860123"/>
                <a:gd name="connsiteY104" fmla="*/ 3985653 h 4856353"/>
                <a:gd name="connsiteX105" fmla="*/ 4692596 w 5860123"/>
                <a:gd name="connsiteY105" fmla="*/ 3973270 h 4856353"/>
                <a:gd name="connsiteX106" fmla="*/ 4700216 w 5860123"/>
                <a:gd name="connsiteY106" fmla="*/ 3966603 h 4856353"/>
                <a:gd name="connsiteX107" fmla="*/ 5072525 w 5860123"/>
                <a:gd name="connsiteY107" fmla="*/ 3821704 h 4856353"/>
                <a:gd name="connsiteX108" fmla="*/ 5086931 w 5860123"/>
                <a:gd name="connsiteY108" fmla="*/ 3832300 h 4856353"/>
                <a:gd name="connsiteX109" fmla="*/ 5111696 w 5860123"/>
                <a:gd name="connsiteY109" fmla="*/ 3839920 h 4856353"/>
                <a:gd name="connsiteX110" fmla="*/ 5114553 w 5860123"/>
                <a:gd name="connsiteY110" fmla="*/ 3870400 h 4856353"/>
                <a:gd name="connsiteX111" fmla="*/ 5115506 w 5860123"/>
                <a:gd name="connsiteY111" fmla="*/ 3905643 h 4856353"/>
                <a:gd name="connsiteX112" fmla="*/ 5106933 w 5860123"/>
                <a:gd name="connsiteY112" fmla="*/ 3958983 h 4856353"/>
                <a:gd name="connsiteX113" fmla="*/ 5100266 w 5860123"/>
                <a:gd name="connsiteY113" fmla="*/ 3998987 h 4856353"/>
                <a:gd name="connsiteX114" fmla="*/ 5094551 w 5860123"/>
                <a:gd name="connsiteY114" fmla="*/ 4049470 h 4856353"/>
                <a:gd name="connsiteX115" fmla="*/ 5081216 w 5860123"/>
                <a:gd name="connsiteY115" fmla="*/ 4120908 h 4856353"/>
                <a:gd name="connsiteX116" fmla="*/ 5053594 w 5860123"/>
                <a:gd name="connsiteY116" fmla="*/ 4175200 h 4856353"/>
                <a:gd name="connsiteX117" fmla="*/ 5037401 w 5860123"/>
                <a:gd name="connsiteY117" fmla="*/ 4212348 h 4856353"/>
                <a:gd name="connsiteX118" fmla="*/ 5038353 w 5860123"/>
                <a:gd name="connsiteY118" fmla="*/ 4267593 h 4856353"/>
                <a:gd name="connsiteX119" fmla="*/ 5032638 w 5860123"/>
                <a:gd name="connsiteY119" fmla="*/ 4285690 h 4856353"/>
                <a:gd name="connsiteX120" fmla="*/ 5020256 w 5860123"/>
                <a:gd name="connsiteY120" fmla="*/ 4279023 h 4856353"/>
                <a:gd name="connsiteX121" fmla="*/ 5009778 w 5860123"/>
                <a:gd name="connsiteY121" fmla="*/ 4253305 h 4856353"/>
                <a:gd name="connsiteX122" fmla="*/ 4979298 w 5860123"/>
                <a:gd name="connsiteY122" fmla="*/ 4219968 h 4856353"/>
                <a:gd name="connsiteX123" fmla="*/ 4946913 w 5860123"/>
                <a:gd name="connsiteY123" fmla="*/ 4187583 h 4856353"/>
                <a:gd name="connsiteX124" fmla="*/ 4925958 w 5860123"/>
                <a:gd name="connsiteY124" fmla="*/ 4151388 h 4856353"/>
                <a:gd name="connsiteX125" fmla="*/ 4920244 w 5860123"/>
                <a:gd name="connsiteY125" fmla="*/ 4121860 h 4856353"/>
                <a:gd name="connsiteX126" fmla="*/ 4923101 w 5860123"/>
                <a:gd name="connsiteY126" fmla="*/ 4075187 h 4856353"/>
                <a:gd name="connsiteX127" fmla="*/ 4950723 w 5860123"/>
                <a:gd name="connsiteY127" fmla="*/ 3999940 h 4856353"/>
                <a:gd name="connsiteX128" fmla="*/ 4988823 w 5860123"/>
                <a:gd name="connsiteY128" fmla="*/ 3919930 h 4856353"/>
                <a:gd name="connsiteX129" fmla="*/ 5005016 w 5860123"/>
                <a:gd name="connsiteY129" fmla="*/ 3878020 h 4856353"/>
                <a:gd name="connsiteX130" fmla="*/ 5045021 w 5860123"/>
                <a:gd name="connsiteY130" fmla="*/ 3849445 h 4856353"/>
                <a:gd name="connsiteX131" fmla="*/ 5060261 w 5860123"/>
                <a:gd name="connsiteY131" fmla="*/ 3827537 h 4856353"/>
                <a:gd name="connsiteX132" fmla="*/ 5072525 w 5860123"/>
                <a:gd name="connsiteY132" fmla="*/ 3821704 h 4856353"/>
                <a:gd name="connsiteX133" fmla="*/ 4847853 w 5860123"/>
                <a:gd name="connsiteY133" fmla="*/ 3802773 h 4856353"/>
                <a:gd name="connsiteX134" fmla="*/ 4854521 w 5860123"/>
                <a:gd name="connsiteY134" fmla="*/ 3803725 h 4856353"/>
                <a:gd name="connsiteX135" fmla="*/ 4864999 w 5860123"/>
                <a:gd name="connsiteY135" fmla="*/ 3816108 h 4856353"/>
                <a:gd name="connsiteX136" fmla="*/ 4856426 w 5860123"/>
                <a:gd name="connsiteY136" fmla="*/ 3829443 h 4856353"/>
                <a:gd name="connsiteX137" fmla="*/ 4848806 w 5860123"/>
                <a:gd name="connsiteY137" fmla="*/ 3834205 h 4856353"/>
                <a:gd name="connsiteX138" fmla="*/ 4844996 w 5860123"/>
                <a:gd name="connsiteY138" fmla="*/ 3817061 h 4856353"/>
                <a:gd name="connsiteX139" fmla="*/ 4847853 w 5860123"/>
                <a:gd name="connsiteY139" fmla="*/ 3802773 h 4856353"/>
                <a:gd name="connsiteX140" fmla="*/ 5131698 w 5860123"/>
                <a:gd name="connsiteY140" fmla="*/ 3788485 h 4856353"/>
                <a:gd name="connsiteX141" fmla="*/ 5136461 w 5860123"/>
                <a:gd name="connsiteY141" fmla="*/ 3792295 h 4856353"/>
                <a:gd name="connsiteX142" fmla="*/ 5128841 w 5860123"/>
                <a:gd name="connsiteY142" fmla="*/ 3793248 h 4856353"/>
                <a:gd name="connsiteX143" fmla="*/ 5131698 w 5860123"/>
                <a:gd name="connsiteY143" fmla="*/ 3788485 h 4856353"/>
                <a:gd name="connsiteX144" fmla="*/ 5298386 w 5860123"/>
                <a:gd name="connsiteY144" fmla="*/ 3730383 h 4856353"/>
                <a:gd name="connsiteX145" fmla="*/ 5304101 w 5860123"/>
                <a:gd name="connsiteY145" fmla="*/ 3733240 h 4856353"/>
                <a:gd name="connsiteX146" fmla="*/ 5295529 w 5860123"/>
                <a:gd name="connsiteY146" fmla="*/ 3737050 h 4856353"/>
                <a:gd name="connsiteX147" fmla="*/ 5298386 w 5860123"/>
                <a:gd name="connsiteY147" fmla="*/ 3730383 h 4856353"/>
                <a:gd name="connsiteX148" fmla="*/ 5306006 w 5860123"/>
                <a:gd name="connsiteY148" fmla="*/ 3713237 h 4856353"/>
                <a:gd name="connsiteX149" fmla="*/ 5311721 w 5860123"/>
                <a:gd name="connsiteY149" fmla="*/ 3716095 h 4856353"/>
                <a:gd name="connsiteX150" fmla="*/ 5303148 w 5860123"/>
                <a:gd name="connsiteY150" fmla="*/ 3719905 h 4856353"/>
                <a:gd name="connsiteX151" fmla="*/ 5306006 w 5860123"/>
                <a:gd name="connsiteY151" fmla="*/ 3713237 h 4856353"/>
                <a:gd name="connsiteX152" fmla="*/ 5422211 w 5860123"/>
                <a:gd name="connsiteY152" fmla="*/ 3692283 h 4856353"/>
                <a:gd name="connsiteX153" fmla="*/ 5427926 w 5860123"/>
                <a:gd name="connsiteY153" fmla="*/ 3695140 h 4856353"/>
                <a:gd name="connsiteX154" fmla="*/ 5419354 w 5860123"/>
                <a:gd name="connsiteY154" fmla="*/ 3698950 h 4856353"/>
                <a:gd name="connsiteX155" fmla="*/ 5422211 w 5860123"/>
                <a:gd name="connsiteY155" fmla="*/ 3692283 h 4856353"/>
                <a:gd name="connsiteX156" fmla="*/ 5061214 w 5860123"/>
                <a:gd name="connsiteY156" fmla="*/ 3214127 h 4856353"/>
                <a:gd name="connsiteX157" fmla="*/ 5069786 w 5860123"/>
                <a:gd name="connsiteY157" fmla="*/ 3225557 h 4856353"/>
                <a:gd name="connsiteX158" fmla="*/ 5058356 w 5860123"/>
                <a:gd name="connsiteY158" fmla="*/ 3221747 h 4856353"/>
                <a:gd name="connsiteX159" fmla="*/ 5061214 w 5860123"/>
                <a:gd name="connsiteY159" fmla="*/ 3214127 h 4856353"/>
                <a:gd name="connsiteX160" fmla="*/ 5047878 w 5860123"/>
                <a:gd name="connsiteY160" fmla="*/ 3163646 h 4856353"/>
                <a:gd name="connsiteX161" fmla="*/ 5067881 w 5860123"/>
                <a:gd name="connsiteY161" fmla="*/ 3171265 h 4856353"/>
                <a:gd name="connsiteX162" fmla="*/ 5078358 w 5860123"/>
                <a:gd name="connsiteY162" fmla="*/ 3184600 h 4856353"/>
                <a:gd name="connsiteX163" fmla="*/ 5066928 w 5860123"/>
                <a:gd name="connsiteY163" fmla="*/ 3187458 h 4856353"/>
                <a:gd name="connsiteX164" fmla="*/ 5052640 w 5860123"/>
                <a:gd name="connsiteY164" fmla="*/ 3184600 h 4856353"/>
                <a:gd name="connsiteX165" fmla="*/ 5038353 w 5860123"/>
                <a:gd name="connsiteY165" fmla="*/ 3173171 h 4856353"/>
                <a:gd name="connsiteX166" fmla="*/ 5047878 w 5860123"/>
                <a:gd name="connsiteY166" fmla="*/ 3163646 h 4856353"/>
                <a:gd name="connsiteX167" fmla="*/ 5061214 w 5860123"/>
                <a:gd name="connsiteY167" fmla="*/ 3136975 h 4856353"/>
                <a:gd name="connsiteX168" fmla="*/ 5063119 w 5860123"/>
                <a:gd name="connsiteY168" fmla="*/ 3149358 h 4856353"/>
                <a:gd name="connsiteX169" fmla="*/ 5046926 w 5860123"/>
                <a:gd name="connsiteY169" fmla="*/ 3143643 h 4856353"/>
                <a:gd name="connsiteX170" fmla="*/ 5061214 w 5860123"/>
                <a:gd name="connsiteY170" fmla="*/ 3136975 h 4856353"/>
                <a:gd name="connsiteX171" fmla="*/ 4979298 w 5860123"/>
                <a:gd name="connsiteY171" fmla="*/ 2995052 h 4856353"/>
                <a:gd name="connsiteX172" fmla="*/ 4990728 w 5860123"/>
                <a:gd name="connsiteY172" fmla="*/ 2998862 h 4856353"/>
                <a:gd name="connsiteX173" fmla="*/ 4992634 w 5860123"/>
                <a:gd name="connsiteY173" fmla="*/ 3007435 h 4856353"/>
                <a:gd name="connsiteX174" fmla="*/ 4976441 w 5860123"/>
                <a:gd name="connsiteY174" fmla="*/ 2999815 h 4856353"/>
                <a:gd name="connsiteX175" fmla="*/ 4979298 w 5860123"/>
                <a:gd name="connsiteY175" fmla="*/ 2995052 h 4856353"/>
                <a:gd name="connsiteX176" fmla="*/ 4777368 w 5860123"/>
                <a:gd name="connsiteY176" fmla="*/ 2113038 h 4856353"/>
                <a:gd name="connsiteX177" fmla="*/ 4784036 w 5860123"/>
                <a:gd name="connsiteY177" fmla="*/ 2123515 h 4856353"/>
                <a:gd name="connsiteX178" fmla="*/ 4775463 w 5860123"/>
                <a:gd name="connsiteY178" fmla="*/ 2122563 h 4856353"/>
                <a:gd name="connsiteX179" fmla="*/ 4777368 w 5860123"/>
                <a:gd name="connsiteY179" fmla="*/ 2113038 h 4856353"/>
                <a:gd name="connsiteX180" fmla="*/ 4784036 w 5860123"/>
                <a:gd name="connsiteY180" fmla="*/ 2064460 h 4856353"/>
                <a:gd name="connsiteX181" fmla="*/ 4785941 w 5860123"/>
                <a:gd name="connsiteY181" fmla="*/ 2070175 h 4856353"/>
                <a:gd name="connsiteX182" fmla="*/ 4778321 w 5860123"/>
                <a:gd name="connsiteY182" fmla="*/ 2071127 h 4856353"/>
                <a:gd name="connsiteX183" fmla="*/ 4784036 w 5860123"/>
                <a:gd name="connsiteY183" fmla="*/ 2064460 h 4856353"/>
                <a:gd name="connsiteX184" fmla="*/ 4536386 w 5860123"/>
                <a:gd name="connsiteY184" fmla="*/ 1993975 h 4856353"/>
                <a:gd name="connsiteX185" fmla="*/ 4543053 w 5860123"/>
                <a:gd name="connsiteY185" fmla="*/ 2003500 h 4856353"/>
                <a:gd name="connsiteX186" fmla="*/ 4543053 w 5860123"/>
                <a:gd name="connsiteY186" fmla="*/ 2011120 h 4856353"/>
                <a:gd name="connsiteX187" fmla="*/ 4533528 w 5860123"/>
                <a:gd name="connsiteY187" fmla="*/ 2003500 h 4856353"/>
                <a:gd name="connsiteX188" fmla="*/ 4536386 w 5860123"/>
                <a:gd name="connsiteY188" fmla="*/ 1993975 h 4856353"/>
                <a:gd name="connsiteX189" fmla="*/ 4756533 w 5860123"/>
                <a:gd name="connsiteY189" fmla="*/ 276 h 4856353"/>
                <a:gd name="connsiteX190" fmla="*/ 4760224 w 5860123"/>
                <a:gd name="connsiteY190" fmla="*/ 2300 h 4856353"/>
                <a:gd name="connsiteX191" fmla="*/ 4764987 w 5860123"/>
                <a:gd name="connsiteY191" fmla="*/ 3252 h 4856353"/>
                <a:gd name="connsiteX192" fmla="*/ 4772606 w 5860123"/>
                <a:gd name="connsiteY192" fmla="*/ 2300 h 4856353"/>
                <a:gd name="connsiteX193" fmla="*/ 4784037 w 5860123"/>
                <a:gd name="connsiteY193" fmla="*/ 6110 h 4856353"/>
                <a:gd name="connsiteX194" fmla="*/ 4795466 w 5860123"/>
                <a:gd name="connsiteY194" fmla="*/ 11825 h 4856353"/>
                <a:gd name="connsiteX195" fmla="*/ 4816422 w 5860123"/>
                <a:gd name="connsiteY195" fmla="*/ 15635 h 4856353"/>
                <a:gd name="connsiteX196" fmla="*/ 4830709 w 5860123"/>
                <a:gd name="connsiteY196" fmla="*/ 25160 h 4856353"/>
                <a:gd name="connsiteX197" fmla="*/ 4848806 w 5860123"/>
                <a:gd name="connsiteY197" fmla="*/ 34685 h 4856353"/>
                <a:gd name="connsiteX198" fmla="*/ 4863094 w 5860123"/>
                <a:gd name="connsiteY198" fmla="*/ 37542 h 4856353"/>
                <a:gd name="connsiteX199" fmla="*/ 4878334 w 5860123"/>
                <a:gd name="connsiteY199" fmla="*/ 33732 h 4856353"/>
                <a:gd name="connsiteX200" fmla="*/ 4890716 w 5860123"/>
                <a:gd name="connsiteY200" fmla="*/ 27065 h 4856353"/>
                <a:gd name="connsiteX201" fmla="*/ 4908814 w 5860123"/>
                <a:gd name="connsiteY201" fmla="*/ 29922 h 4856353"/>
                <a:gd name="connsiteX202" fmla="*/ 4937389 w 5860123"/>
                <a:gd name="connsiteY202" fmla="*/ 40400 h 4856353"/>
                <a:gd name="connsiteX203" fmla="*/ 4945009 w 5860123"/>
                <a:gd name="connsiteY203" fmla="*/ 52782 h 4856353"/>
                <a:gd name="connsiteX204" fmla="*/ 4949772 w 5860123"/>
                <a:gd name="connsiteY204" fmla="*/ 55640 h 4856353"/>
                <a:gd name="connsiteX205" fmla="*/ 4964059 w 5860123"/>
                <a:gd name="connsiteY205" fmla="*/ 61355 h 4856353"/>
                <a:gd name="connsiteX206" fmla="*/ 4978347 w 5860123"/>
                <a:gd name="connsiteY206" fmla="*/ 67070 h 4856353"/>
                <a:gd name="connsiteX207" fmla="*/ 4983109 w 5860123"/>
                <a:gd name="connsiteY207" fmla="*/ 74690 h 4856353"/>
                <a:gd name="connsiteX208" fmla="*/ 4980252 w 5860123"/>
                <a:gd name="connsiteY208" fmla="*/ 80405 h 4856353"/>
                <a:gd name="connsiteX209" fmla="*/ 4974536 w 5860123"/>
                <a:gd name="connsiteY209" fmla="*/ 86121 h 4856353"/>
                <a:gd name="connsiteX210" fmla="*/ 4984061 w 5860123"/>
                <a:gd name="connsiteY210" fmla="*/ 91836 h 4856353"/>
                <a:gd name="connsiteX211" fmla="*/ 4992634 w 5860123"/>
                <a:gd name="connsiteY211" fmla="*/ 96598 h 4856353"/>
                <a:gd name="connsiteX212" fmla="*/ 5003111 w 5860123"/>
                <a:gd name="connsiteY212" fmla="*/ 107076 h 4856353"/>
                <a:gd name="connsiteX213" fmla="*/ 5009779 w 5860123"/>
                <a:gd name="connsiteY213" fmla="*/ 118506 h 4856353"/>
                <a:gd name="connsiteX214" fmla="*/ 5011684 w 5860123"/>
                <a:gd name="connsiteY214" fmla="*/ 123268 h 4856353"/>
                <a:gd name="connsiteX215" fmla="*/ 5012636 w 5860123"/>
                <a:gd name="connsiteY215" fmla="*/ 129936 h 4856353"/>
                <a:gd name="connsiteX216" fmla="*/ 5018352 w 5860123"/>
                <a:gd name="connsiteY216" fmla="*/ 139461 h 4856353"/>
                <a:gd name="connsiteX217" fmla="*/ 5030734 w 5860123"/>
                <a:gd name="connsiteY217" fmla="*/ 146128 h 4856353"/>
                <a:gd name="connsiteX218" fmla="*/ 5025972 w 5860123"/>
                <a:gd name="connsiteY218" fmla="*/ 157558 h 4856353"/>
                <a:gd name="connsiteX219" fmla="*/ 5034544 w 5860123"/>
                <a:gd name="connsiteY219" fmla="*/ 174703 h 4856353"/>
                <a:gd name="connsiteX220" fmla="*/ 5047879 w 5860123"/>
                <a:gd name="connsiteY220" fmla="*/ 190896 h 4856353"/>
                <a:gd name="connsiteX221" fmla="*/ 5056452 w 5860123"/>
                <a:gd name="connsiteY221" fmla="*/ 204231 h 4856353"/>
                <a:gd name="connsiteX222" fmla="*/ 5062166 w 5860123"/>
                <a:gd name="connsiteY222" fmla="*/ 211851 h 4856353"/>
                <a:gd name="connsiteX223" fmla="*/ 5068834 w 5860123"/>
                <a:gd name="connsiteY223" fmla="*/ 222328 h 4856353"/>
                <a:gd name="connsiteX224" fmla="*/ 5075502 w 5860123"/>
                <a:gd name="connsiteY224" fmla="*/ 229948 h 4856353"/>
                <a:gd name="connsiteX225" fmla="*/ 5075502 w 5860123"/>
                <a:gd name="connsiteY225" fmla="*/ 237568 h 4856353"/>
                <a:gd name="connsiteX226" fmla="*/ 5073597 w 5860123"/>
                <a:gd name="connsiteY226" fmla="*/ 249951 h 4856353"/>
                <a:gd name="connsiteX227" fmla="*/ 5080264 w 5860123"/>
                <a:gd name="connsiteY227" fmla="*/ 244236 h 4856353"/>
                <a:gd name="connsiteX228" fmla="*/ 5086932 w 5860123"/>
                <a:gd name="connsiteY228" fmla="*/ 242331 h 4856353"/>
                <a:gd name="connsiteX229" fmla="*/ 5085027 w 5860123"/>
                <a:gd name="connsiteY229" fmla="*/ 266143 h 4856353"/>
                <a:gd name="connsiteX230" fmla="*/ 5113602 w 5860123"/>
                <a:gd name="connsiteY230" fmla="*/ 294718 h 4856353"/>
                <a:gd name="connsiteX231" fmla="*/ 5127889 w 5860123"/>
                <a:gd name="connsiteY231" fmla="*/ 311863 h 4856353"/>
                <a:gd name="connsiteX232" fmla="*/ 5134557 w 5860123"/>
                <a:gd name="connsiteY232" fmla="*/ 323293 h 4856353"/>
                <a:gd name="connsiteX233" fmla="*/ 5136461 w 5860123"/>
                <a:gd name="connsiteY233" fmla="*/ 338533 h 4856353"/>
                <a:gd name="connsiteX234" fmla="*/ 5138366 w 5860123"/>
                <a:gd name="connsiteY234" fmla="*/ 350916 h 4856353"/>
                <a:gd name="connsiteX235" fmla="*/ 5144082 w 5860123"/>
                <a:gd name="connsiteY235" fmla="*/ 363298 h 4856353"/>
                <a:gd name="connsiteX236" fmla="*/ 5161227 w 5860123"/>
                <a:gd name="connsiteY236" fmla="*/ 374729 h 4856353"/>
                <a:gd name="connsiteX237" fmla="*/ 5164084 w 5860123"/>
                <a:gd name="connsiteY237" fmla="*/ 391873 h 4856353"/>
                <a:gd name="connsiteX238" fmla="*/ 5165036 w 5860123"/>
                <a:gd name="connsiteY238" fmla="*/ 409018 h 4856353"/>
                <a:gd name="connsiteX239" fmla="*/ 5166941 w 5860123"/>
                <a:gd name="connsiteY239" fmla="*/ 422354 h 4856353"/>
                <a:gd name="connsiteX240" fmla="*/ 5176466 w 5860123"/>
                <a:gd name="connsiteY240" fmla="*/ 433783 h 4856353"/>
                <a:gd name="connsiteX241" fmla="*/ 5183134 w 5860123"/>
                <a:gd name="connsiteY241" fmla="*/ 440451 h 4856353"/>
                <a:gd name="connsiteX242" fmla="*/ 5186944 w 5860123"/>
                <a:gd name="connsiteY242" fmla="*/ 447119 h 4856353"/>
                <a:gd name="connsiteX243" fmla="*/ 5194564 w 5860123"/>
                <a:gd name="connsiteY243" fmla="*/ 451882 h 4856353"/>
                <a:gd name="connsiteX244" fmla="*/ 5206947 w 5860123"/>
                <a:gd name="connsiteY244" fmla="*/ 452833 h 4856353"/>
                <a:gd name="connsiteX245" fmla="*/ 5215519 w 5860123"/>
                <a:gd name="connsiteY245" fmla="*/ 451882 h 4856353"/>
                <a:gd name="connsiteX246" fmla="*/ 5229807 w 5860123"/>
                <a:gd name="connsiteY246" fmla="*/ 454739 h 4856353"/>
                <a:gd name="connsiteX247" fmla="*/ 5241236 w 5860123"/>
                <a:gd name="connsiteY247" fmla="*/ 451882 h 4856353"/>
                <a:gd name="connsiteX248" fmla="*/ 5255524 w 5860123"/>
                <a:gd name="connsiteY248" fmla="*/ 443308 h 4856353"/>
                <a:gd name="connsiteX249" fmla="*/ 5275527 w 5860123"/>
                <a:gd name="connsiteY249" fmla="*/ 441404 h 4856353"/>
                <a:gd name="connsiteX250" fmla="*/ 5281241 w 5860123"/>
                <a:gd name="connsiteY250" fmla="*/ 449024 h 4856353"/>
                <a:gd name="connsiteX251" fmla="*/ 5292672 w 5860123"/>
                <a:gd name="connsiteY251" fmla="*/ 452833 h 4856353"/>
                <a:gd name="connsiteX252" fmla="*/ 5306959 w 5860123"/>
                <a:gd name="connsiteY252" fmla="*/ 459502 h 4856353"/>
                <a:gd name="connsiteX253" fmla="*/ 5324104 w 5860123"/>
                <a:gd name="connsiteY253" fmla="*/ 460453 h 4856353"/>
                <a:gd name="connsiteX254" fmla="*/ 5333629 w 5860123"/>
                <a:gd name="connsiteY254" fmla="*/ 459502 h 4856353"/>
                <a:gd name="connsiteX255" fmla="*/ 5341249 w 5860123"/>
                <a:gd name="connsiteY255" fmla="*/ 453786 h 4856353"/>
                <a:gd name="connsiteX256" fmla="*/ 5346964 w 5860123"/>
                <a:gd name="connsiteY256" fmla="*/ 448071 h 4856353"/>
                <a:gd name="connsiteX257" fmla="*/ 5355536 w 5860123"/>
                <a:gd name="connsiteY257" fmla="*/ 460453 h 4856353"/>
                <a:gd name="connsiteX258" fmla="*/ 5365061 w 5860123"/>
                <a:gd name="connsiteY258" fmla="*/ 467122 h 4856353"/>
                <a:gd name="connsiteX259" fmla="*/ 5372682 w 5860123"/>
                <a:gd name="connsiteY259" fmla="*/ 469027 h 4856353"/>
                <a:gd name="connsiteX260" fmla="*/ 5379349 w 5860123"/>
                <a:gd name="connsiteY260" fmla="*/ 474742 h 4856353"/>
                <a:gd name="connsiteX261" fmla="*/ 5396494 w 5860123"/>
                <a:gd name="connsiteY261" fmla="*/ 489982 h 4856353"/>
                <a:gd name="connsiteX262" fmla="*/ 5417449 w 5860123"/>
                <a:gd name="connsiteY262" fmla="*/ 504268 h 4856353"/>
                <a:gd name="connsiteX263" fmla="*/ 5424116 w 5860123"/>
                <a:gd name="connsiteY263" fmla="*/ 506173 h 4856353"/>
                <a:gd name="connsiteX264" fmla="*/ 5434594 w 5860123"/>
                <a:gd name="connsiteY264" fmla="*/ 505221 h 4856353"/>
                <a:gd name="connsiteX265" fmla="*/ 5447929 w 5860123"/>
                <a:gd name="connsiteY265" fmla="*/ 503316 h 4856353"/>
                <a:gd name="connsiteX266" fmla="*/ 5462216 w 5860123"/>
                <a:gd name="connsiteY266" fmla="*/ 499506 h 4856353"/>
                <a:gd name="connsiteX267" fmla="*/ 5465074 w 5860123"/>
                <a:gd name="connsiteY267" fmla="*/ 511888 h 4856353"/>
                <a:gd name="connsiteX268" fmla="*/ 5462216 w 5860123"/>
                <a:gd name="connsiteY268" fmla="*/ 524272 h 4856353"/>
                <a:gd name="connsiteX269" fmla="*/ 5462216 w 5860123"/>
                <a:gd name="connsiteY269" fmla="*/ 534748 h 4856353"/>
                <a:gd name="connsiteX270" fmla="*/ 5469836 w 5860123"/>
                <a:gd name="connsiteY270" fmla="*/ 544273 h 4856353"/>
                <a:gd name="connsiteX271" fmla="*/ 5478409 w 5860123"/>
                <a:gd name="connsiteY271" fmla="*/ 546178 h 4856353"/>
                <a:gd name="connsiteX272" fmla="*/ 5487934 w 5860123"/>
                <a:gd name="connsiteY272" fmla="*/ 550941 h 4856353"/>
                <a:gd name="connsiteX273" fmla="*/ 5488886 w 5860123"/>
                <a:gd name="connsiteY273" fmla="*/ 557609 h 4856353"/>
                <a:gd name="connsiteX274" fmla="*/ 5493649 w 5860123"/>
                <a:gd name="connsiteY274" fmla="*/ 569038 h 4856353"/>
                <a:gd name="connsiteX275" fmla="*/ 5489839 w 5860123"/>
                <a:gd name="connsiteY275" fmla="*/ 590946 h 4856353"/>
                <a:gd name="connsiteX276" fmla="*/ 5500316 w 5860123"/>
                <a:gd name="connsiteY276" fmla="*/ 611901 h 4856353"/>
                <a:gd name="connsiteX277" fmla="*/ 5519366 w 5860123"/>
                <a:gd name="connsiteY277" fmla="*/ 631903 h 4856353"/>
                <a:gd name="connsiteX278" fmla="*/ 5529844 w 5860123"/>
                <a:gd name="connsiteY278" fmla="*/ 645239 h 4856353"/>
                <a:gd name="connsiteX279" fmla="*/ 5546989 w 5860123"/>
                <a:gd name="connsiteY279" fmla="*/ 638571 h 4856353"/>
                <a:gd name="connsiteX280" fmla="*/ 5562229 w 5860123"/>
                <a:gd name="connsiteY280" fmla="*/ 632857 h 4856353"/>
                <a:gd name="connsiteX281" fmla="*/ 5578422 w 5860123"/>
                <a:gd name="connsiteY281" fmla="*/ 633808 h 4856353"/>
                <a:gd name="connsiteX282" fmla="*/ 5587947 w 5860123"/>
                <a:gd name="connsiteY282" fmla="*/ 632857 h 4856353"/>
                <a:gd name="connsiteX283" fmla="*/ 5604139 w 5860123"/>
                <a:gd name="connsiteY283" fmla="*/ 630951 h 4856353"/>
                <a:gd name="connsiteX284" fmla="*/ 5616522 w 5860123"/>
                <a:gd name="connsiteY284" fmla="*/ 627141 h 4856353"/>
                <a:gd name="connsiteX285" fmla="*/ 5625094 w 5860123"/>
                <a:gd name="connsiteY285" fmla="*/ 624283 h 4856353"/>
                <a:gd name="connsiteX286" fmla="*/ 5634619 w 5860123"/>
                <a:gd name="connsiteY286" fmla="*/ 621426 h 4856353"/>
                <a:gd name="connsiteX287" fmla="*/ 5642239 w 5860123"/>
                <a:gd name="connsiteY287" fmla="*/ 612854 h 4856353"/>
                <a:gd name="connsiteX288" fmla="*/ 5654622 w 5860123"/>
                <a:gd name="connsiteY288" fmla="*/ 613806 h 4856353"/>
                <a:gd name="connsiteX289" fmla="*/ 5667004 w 5860123"/>
                <a:gd name="connsiteY289" fmla="*/ 609043 h 4856353"/>
                <a:gd name="connsiteX290" fmla="*/ 5668909 w 5860123"/>
                <a:gd name="connsiteY290" fmla="*/ 597614 h 4856353"/>
                <a:gd name="connsiteX291" fmla="*/ 5667957 w 5860123"/>
                <a:gd name="connsiteY291" fmla="*/ 582374 h 4856353"/>
                <a:gd name="connsiteX292" fmla="*/ 5676529 w 5860123"/>
                <a:gd name="connsiteY292" fmla="*/ 579516 h 4856353"/>
                <a:gd name="connsiteX293" fmla="*/ 5682244 w 5860123"/>
                <a:gd name="connsiteY293" fmla="*/ 575707 h 4856353"/>
                <a:gd name="connsiteX294" fmla="*/ 5688911 w 5860123"/>
                <a:gd name="connsiteY294" fmla="*/ 567133 h 4856353"/>
                <a:gd name="connsiteX295" fmla="*/ 5695579 w 5860123"/>
                <a:gd name="connsiteY295" fmla="*/ 557609 h 4856353"/>
                <a:gd name="connsiteX296" fmla="*/ 5701294 w 5860123"/>
                <a:gd name="connsiteY296" fmla="*/ 551893 h 4856353"/>
                <a:gd name="connsiteX297" fmla="*/ 5707009 w 5860123"/>
                <a:gd name="connsiteY297" fmla="*/ 549036 h 4856353"/>
                <a:gd name="connsiteX298" fmla="*/ 5713677 w 5860123"/>
                <a:gd name="connsiteY298" fmla="*/ 545226 h 4856353"/>
                <a:gd name="connsiteX299" fmla="*/ 5721297 w 5860123"/>
                <a:gd name="connsiteY299" fmla="*/ 545226 h 4856353"/>
                <a:gd name="connsiteX300" fmla="*/ 5735584 w 5860123"/>
                <a:gd name="connsiteY300" fmla="*/ 541416 h 4856353"/>
                <a:gd name="connsiteX301" fmla="*/ 5748919 w 5860123"/>
                <a:gd name="connsiteY301" fmla="*/ 529034 h 4856353"/>
                <a:gd name="connsiteX302" fmla="*/ 5764159 w 5860123"/>
                <a:gd name="connsiteY302" fmla="*/ 513794 h 4856353"/>
                <a:gd name="connsiteX303" fmla="*/ 5771779 w 5860123"/>
                <a:gd name="connsiteY303" fmla="*/ 508078 h 4856353"/>
                <a:gd name="connsiteX304" fmla="*/ 5779399 w 5860123"/>
                <a:gd name="connsiteY304" fmla="*/ 501411 h 4856353"/>
                <a:gd name="connsiteX305" fmla="*/ 5795591 w 5860123"/>
                <a:gd name="connsiteY305" fmla="*/ 490933 h 4856353"/>
                <a:gd name="connsiteX306" fmla="*/ 5811784 w 5860123"/>
                <a:gd name="connsiteY306" fmla="*/ 483313 h 4856353"/>
                <a:gd name="connsiteX307" fmla="*/ 5829882 w 5860123"/>
                <a:gd name="connsiteY307" fmla="*/ 481409 h 4856353"/>
                <a:gd name="connsiteX308" fmla="*/ 5838454 w 5860123"/>
                <a:gd name="connsiteY308" fmla="*/ 481409 h 4856353"/>
                <a:gd name="connsiteX309" fmla="*/ 5848932 w 5860123"/>
                <a:gd name="connsiteY309" fmla="*/ 470931 h 4856353"/>
                <a:gd name="connsiteX310" fmla="*/ 5858457 w 5860123"/>
                <a:gd name="connsiteY310" fmla="*/ 468073 h 4856353"/>
                <a:gd name="connsiteX311" fmla="*/ 5857504 w 5860123"/>
                <a:gd name="connsiteY311" fmla="*/ 475693 h 4856353"/>
                <a:gd name="connsiteX312" fmla="*/ 5839407 w 5860123"/>
                <a:gd name="connsiteY312" fmla="*/ 490933 h 4856353"/>
                <a:gd name="connsiteX313" fmla="*/ 5833691 w 5860123"/>
                <a:gd name="connsiteY313" fmla="*/ 501411 h 4856353"/>
                <a:gd name="connsiteX314" fmla="*/ 5833691 w 5860123"/>
                <a:gd name="connsiteY314" fmla="*/ 518556 h 4856353"/>
                <a:gd name="connsiteX315" fmla="*/ 5829882 w 5860123"/>
                <a:gd name="connsiteY315" fmla="*/ 533796 h 4856353"/>
                <a:gd name="connsiteX316" fmla="*/ 5838454 w 5860123"/>
                <a:gd name="connsiteY316" fmla="*/ 544273 h 4856353"/>
                <a:gd name="connsiteX317" fmla="*/ 5845122 w 5860123"/>
                <a:gd name="connsiteY317" fmla="*/ 548083 h 4856353"/>
                <a:gd name="connsiteX318" fmla="*/ 5853694 w 5860123"/>
                <a:gd name="connsiteY318" fmla="*/ 557609 h 4856353"/>
                <a:gd name="connsiteX319" fmla="*/ 5858457 w 5860123"/>
                <a:gd name="connsiteY319" fmla="*/ 572849 h 4856353"/>
                <a:gd name="connsiteX320" fmla="*/ 5855599 w 5860123"/>
                <a:gd name="connsiteY320" fmla="*/ 587136 h 4856353"/>
                <a:gd name="connsiteX321" fmla="*/ 5841311 w 5860123"/>
                <a:gd name="connsiteY321" fmla="*/ 607138 h 4856353"/>
                <a:gd name="connsiteX322" fmla="*/ 5823214 w 5860123"/>
                <a:gd name="connsiteY322" fmla="*/ 622379 h 4856353"/>
                <a:gd name="connsiteX323" fmla="*/ 5824166 w 5860123"/>
                <a:gd name="connsiteY323" fmla="*/ 641428 h 4856353"/>
                <a:gd name="connsiteX324" fmla="*/ 5823214 w 5860123"/>
                <a:gd name="connsiteY324" fmla="*/ 663336 h 4856353"/>
                <a:gd name="connsiteX325" fmla="*/ 5822261 w 5860123"/>
                <a:gd name="connsiteY325" fmla="*/ 689053 h 4856353"/>
                <a:gd name="connsiteX326" fmla="*/ 5824166 w 5860123"/>
                <a:gd name="connsiteY326" fmla="*/ 715723 h 4856353"/>
                <a:gd name="connsiteX327" fmla="*/ 5824166 w 5860123"/>
                <a:gd name="connsiteY327" fmla="*/ 721438 h 4856353"/>
                <a:gd name="connsiteX328" fmla="*/ 5820357 w 5860123"/>
                <a:gd name="connsiteY328" fmla="*/ 730011 h 4856353"/>
                <a:gd name="connsiteX329" fmla="*/ 5817499 w 5860123"/>
                <a:gd name="connsiteY329" fmla="*/ 745251 h 4856353"/>
                <a:gd name="connsiteX330" fmla="*/ 5827024 w 5860123"/>
                <a:gd name="connsiteY330" fmla="*/ 763348 h 4856353"/>
                <a:gd name="connsiteX331" fmla="*/ 5822261 w 5860123"/>
                <a:gd name="connsiteY331" fmla="*/ 784303 h 4856353"/>
                <a:gd name="connsiteX332" fmla="*/ 5817499 w 5860123"/>
                <a:gd name="connsiteY332" fmla="*/ 800496 h 4856353"/>
                <a:gd name="connsiteX333" fmla="*/ 5820357 w 5860123"/>
                <a:gd name="connsiteY333" fmla="*/ 810973 h 4856353"/>
                <a:gd name="connsiteX334" fmla="*/ 5812736 w 5860123"/>
                <a:gd name="connsiteY334" fmla="*/ 828118 h 4856353"/>
                <a:gd name="connsiteX335" fmla="*/ 5804164 w 5860123"/>
                <a:gd name="connsiteY335" fmla="*/ 841453 h 4856353"/>
                <a:gd name="connsiteX336" fmla="*/ 5805116 w 5860123"/>
                <a:gd name="connsiteY336" fmla="*/ 849073 h 4856353"/>
                <a:gd name="connsiteX337" fmla="*/ 5805116 w 5860123"/>
                <a:gd name="connsiteY337" fmla="*/ 857646 h 4856353"/>
                <a:gd name="connsiteX338" fmla="*/ 5807974 w 5860123"/>
                <a:gd name="connsiteY338" fmla="*/ 866218 h 4856353"/>
                <a:gd name="connsiteX339" fmla="*/ 5793686 w 5860123"/>
                <a:gd name="connsiteY339" fmla="*/ 883363 h 4856353"/>
                <a:gd name="connsiteX340" fmla="*/ 5787972 w 5860123"/>
                <a:gd name="connsiteY340" fmla="*/ 898603 h 4856353"/>
                <a:gd name="connsiteX341" fmla="*/ 5786066 w 5860123"/>
                <a:gd name="connsiteY341" fmla="*/ 911938 h 4856353"/>
                <a:gd name="connsiteX342" fmla="*/ 5788924 w 5860123"/>
                <a:gd name="connsiteY342" fmla="*/ 927178 h 4856353"/>
                <a:gd name="connsiteX343" fmla="*/ 5795591 w 5860123"/>
                <a:gd name="connsiteY343" fmla="*/ 937656 h 4856353"/>
                <a:gd name="connsiteX344" fmla="*/ 5789877 w 5860123"/>
                <a:gd name="connsiteY344" fmla="*/ 951943 h 4856353"/>
                <a:gd name="connsiteX345" fmla="*/ 5771779 w 5860123"/>
                <a:gd name="connsiteY345" fmla="*/ 957658 h 4856353"/>
                <a:gd name="connsiteX346" fmla="*/ 5770827 w 5860123"/>
                <a:gd name="connsiteY346" fmla="*/ 957658 h 4856353"/>
                <a:gd name="connsiteX347" fmla="*/ 5735584 w 5860123"/>
                <a:gd name="connsiteY347" fmla="*/ 954801 h 4856353"/>
                <a:gd name="connsiteX348" fmla="*/ 5694627 w 5860123"/>
                <a:gd name="connsiteY348" fmla="*/ 951943 h 4856353"/>
                <a:gd name="connsiteX349" fmla="*/ 5679386 w 5860123"/>
                <a:gd name="connsiteY349" fmla="*/ 946228 h 4856353"/>
                <a:gd name="connsiteX350" fmla="*/ 5671766 w 5860123"/>
                <a:gd name="connsiteY350" fmla="*/ 940513 h 4856353"/>
                <a:gd name="connsiteX351" fmla="*/ 5667957 w 5860123"/>
                <a:gd name="connsiteY351" fmla="*/ 952896 h 4856353"/>
                <a:gd name="connsiteX352" fmla="*/ 5662241 w 5860123"/>
                <a:gd name="connsiteY352" fmla="*/ 960516 h 4856353"/>
                <a:gd name="connsiteX353" fmla="*/ 5656527 w 5860123"/>
                <a:gd name="connsiteY353" fmla="*/ 966231 h 4856353"/>
                <a:gd name="connsiteX354" fmla="*/ 5659384 w 5860123"/>
                <a:gd name="connsiteY354" fmla="*/ 970041 h 4856353"/>
                <a:gd name="connsiteX355" fmla="*/ 5656527 w 5860123"/>
                <a:gd name="connsiteY355" fmla="*/ 979566 h 4856353"/>
                <a:gd name="connsiteX356" fmla="*/ 5647954 w 5860123"/>
                <a:gd name="connsiteY356" fmla="*/ 990043 h 4856353"/>
                <a:gd name="connsiteX357" fmla="*/ 5646049 w 5860123"/>
                <a:gd name="connsiteY357" fmla="*/ 995758 h 4856353"/>
                <a:gd name="connsiteX358" fmla="*/ 5645097 w 5860123"/>
                <a:gd name="connsiteY358" fmla="*/ 1004331 h 4856353"/>
                <a:gd name="connsiteX359" fmla="*/ 5630809 w 5860123"/>
                <a:gd name="connsiteY359" fmla="*/ 1008141 h 4856353"/>
                <a:gd name="connsiteX360" fmla="*/ 5623189 w 5860123"/>
                <a:gd name="connsiteY360" fmla="*/ 1013856 h 4856353"/>
                <a:gd name="connsiteX361" fmla="*/ 5613664 w 5860123"/>
                <a:gd name="connsiteY361" fmla="*/ 1014808 h 4856353"/>
                <a:gd name="connsiteX362" fmla="*/ 5610807 w 5860123"/>
                <a:gd name="connsiteY362" fmla="*/ 1023381 h 4856353"/>
                <a:gd name="connsiteX363" fmla="*/ 5606044 w 5860123"/>
                <a:gd name="connsiteY363" fmla="*/ 1027191 h 4856353"/>
                <a:gd name="connsiteX364" fmla="*/ 5610807 w 5860123"/>
                <a:gd name="connsiteY364" fmla="*/ 1031953 h 4856353"/>
                <a:gd name="connsiteX365" fmla="*/ 5620332 w 5860123"/>
                <a:gd name="connsiteY365" fmla="*/ 1043383 h 4856353"/>
                <a:gd name="connsiteX366" fmla="*/ 5650811 w 5860123"/>
                <a:gd name="connsiteY366" fmla="*/ 1107201 h 4856353"/>
                <a:gd name="connsiteX367" fmla="*/ 5654622 w 5860123"/>
                <a:gd name="connsiteY367" fmla="*/ 1116726 h 4856353"/>
                <a:gd name="connsiteX368" fmla="*/ 5652716 w 5860123"/>
                <a:gd name="connsiteY368" fmla="*/ 1132915 h 4856353"/>
                <a:gd name="connsiteX369" fmla="*/ 5654622 w 5860123"/>
                <a:gd name="connsiteY369" fmla="*/ 1143393 h 4856353"/>
                <a:gd name="connsiteX370" fmla="*/ 5655574 w 5860123"/>
                <a:gd name="connsiteY370" fmla="*/ 1161490 h 4856353"/>
                <a:gd name="connsiteX371" fmla="*/ 5662241 w 5860123"/>
                <a:gd name="connsiteY371" fmla="*/ 1185303 h 4856353"/>
                <a:gd name="connsiteX372" fmla="*/ 5662241 w 5860123"/>
                <a:gd name="connsiteY372" fmla="*/ 1189113 h 4856353"/>
                <a:gd name="connsiteX373" fmla="*/ 5666052 w 5860123"/>
                <a:gd name="connsiteY373" fmla="*/ 1196733 h 4856353"/>
                <a:gd name="connsiteX374" fmla="*/ 5668909 w 5860123"/>
                <a:gd name="connsiteY374" fmla="*/ 1197685 h 4856353"/>
                <a:gd name="connsiteX375" fmla="*/ 5669861 w 5860123"/>
                <a:gd name="connsiteY375" fmla="*/ 1200543 h 4856353"/>
                <a:gd name="connsiteX376" fmla="*/ 5675577 w 5860123"/>
                <a:gd name="connsiteY376" fmla="*/ 1213878 h 4856353"/>
                <a:gd name="connsiteX377" fmla="*/ 5675577 w 5860123"/>
                <a:gd name="connsiteY377" fmla="*/ 1222450 h 4856353"/>
                <a:gd name="connsiteX378" fmla="*/ 5672719 w 5860123"/>
                <a:gd name="connsiteY378" fmla="*/ 1231975 h 4856353"/>
                <a:gd name="connsiteX379" fmla="*/ 5672719 w 5860123"/>
                <a:gd name="connsiteY379" fmla="*/ 1239595 h 4856353"/>
                <a:gd name="connsiteX380" fmla="*/ 5670814 w 5860123"/>
                <a:gd name="connsiteY380" fmla="*/ 1255788 h 4856353"/>
                <a:gd name="connsiteX381" fmla="*/ 5667957 w 5860123"/>
                <a:gd name="connsiteY381" fmla="*/ 1266265 h 4856353"/>
                <a:gd name="connsiteX382" fmla="*/ 5668909 w 5860123"/>
                <a:gd name="connsiteY382" fmla="*/ 1277695 h 4856353"/>
                <a:gd name="connsiteX383" fmla="*/ 5663194 w 5860123"/>
                <a:gd name="connsiteY383" fmla="*/ 1279600 h 4856353"/>
                <a:gd name="connsiteX384" fmla="*/ 5663194 w 5860123"/>
                <a:gd name="connsiteY384" fmla="*/ 1286268 h 4856353"/>
                <a:gd name="connsiteX385" fmla="*/ 5656527 w 5860123"/>
                <a:gd name="connsiteY385" fmla="*/ 1289125 h 4856353"/>
                <a:gd name="connsiteX386" fmla="*/ 5650811 w 5860123"/>
                <a:gd name="connsiteY386" fmla="*/ 1289125 h 4856353"/>
                <a:gd name="connsiteX387" fmla="*/ 5644144 w 5860123"/>
                <a:gd name="connsiteY387" fmla="*/ 1291030 h 4856353"/>
                <a:gd name="connsiteX388" fmla="*/ 5639382 w 5860123"/>
                <a:gd name="connsiteY388" fmla="*/ 1296745 h 4856353"/>
                <a:gd name="connsiteX389" fmla="*/ 5626999 w 5860123"/>
                <a:gd name="connsiteY389" fmla="*/ 1300555 h 4856353"/>
                <a:gd name="connsiteX390" fmla="*/ 5619379 w 5860123"/>
                <a:gd name="connsiteY390" fmla="*/ 1309128 h 4856353"/>
                <a:gd name="connsiteX391" fmla="*/ 5613664 w 5860123"/>
                <a:gd name="connsiteY391" fmla="*/ 1314843 h 4856353"/>
                <a:gd name="connsiteX392" fmla="*/ 5614616 w 5860123"/>
                <a:gd name="connsiteY392" fmla="*/ 1320558 h 4856353"/>
                <a:gd name="connsiteX393" fmla="*/ 5624141 w 5860123"/>
                <a:gd name="connsiteY393" fmla="*/ 1317700 h 4856353"/>
                <a:gd name="connsiteX394" fmla="*/ 5631761 w 5860123"/>
                <a:gd name="connsiteY394" fmla="*/ 1322463 h 4856353"/>
                <a:gd name="connsiteX395" fmla="*/ 5636524 w 5860123"/>
                <a:gd name="connsiteY395" fmla="*/ 1337703 h 4856353"/>
                <a:gd name="connsiteX396" fmla="*/ 5639382 w 5860123"/>
                <a:gd name="connsiteY396" fmla="*/ 1346275 h 4856353"/>
                <a:gd name="connsiteX397" fmla="*/ 5641286 w 5860123"/>
                <a:gd name="connsiteY397" fmla="*/ 1351038 h 4856353"/>
                <a:gd name="connsiteX398" fmla="*/ 5635572 w 5860123"/>
                <a:gd name="connsiteY398" fmla="*/ 1354848 h 4856353"/>
                <a:gd name="connsiteX399" fmla="*/ 5626999 w 5860123"/>
                <a:gd name="connsiteY399" fmla="*/ 1342465 h 4856353"/>
                <a:gd name="connsiteX400" fmla="*/ 5621284 w 5860123"/>
                <a:gd name="connsiteY400" fmla="*/ 1339608 h 4856353"/>
                <a:gd name="connsiteX401" fmla="*/ 5619379 w 5860123"/>
                <a:gd name="connsiteY401" fmla="*/ 1344370 h 4856353"/>
                <a:gd name="connsiteX402" fmla="*/ 5614616 w 5860123"/>
                <a:gd name="connsiteY402" fmla="*/ 1340560 h 4856353"/>
                <a:gd name="connsiteX403" fmla="*/ 5610807 w 5860123"/>
                <a:gd name="connsiteY403" fmla="*/ 1338655 h 4856353"/>
                <a:gd name="connsiteX404" fmla="*/ 5602234 w 5860123"/>
                <a:gd name="connsiteY404" fmla="*/ 1328178 h 4856353"/>
                <a:gd name="connsiteX405" fmla="*/ 5595566 w 5860123"/>
                <a:gd name="connsiteY405" fmla="*/ 1313890 h 4856353"/>
                <a:gd name="connsiteX406" fmla="*/ 5592709 w 5860123"/>
                <a:gd name="connsiteY406" fmla="*/ 1301508 h 4856353"/>
                <a:gd name="connsiteX407" fmla="*/ 5578422 w 5860123"/>
                <a:gd name="connsiteY407" fmla="*/ 1298650 h 4856353"/>
                <a:gd name="connsiteX408" fmla="*/ 5573659 w 5860123"/>
                <a:gd name="connsiteY408" fmla="*/ 1293888 h 4856353"/>
                <a:gd name="connsiteX409" fmla="*/ 5566991 w 5860123"/>
                <a:gd name="connsiteY409" fmla="*/ 1291983 h 4856353"/>
                <a:gd name="connsiteX410" fmla="*/ 5562229 w 5860123"/>
                <a:gd name="connsiteY410" fmla="*/ 1291030 h 4856353"/>
                <a:gd name="connsiteX411" fmla="*/ 5558419 w 5860123"/>
                <a:gd name="connsiteY411" fmla="*/ 1291983 h 4856353"/>
                <a:gd name="connsiteX412" fmla="*/ 5556514 w 5860123"/>
                <a:gd name="connsiteY412" fmla="*/ 1299603 h 4856353"/>
                <a:gd name="connsiteX413" fmla="*/ 5554609 w 5860123"/>
                <a:gd name="connsiteY413" fmla="*/ 1307223 h 4856353"/>
                <a:gd name="connsiteX414" fmla="*/ 5554609 w 5860123"/>
                <a:gd name="connsiteY414" fmla="*/ 1316748 h 4856353"/>
                <a:gd name="connsiteX415" fmla="*/ 5556514 w 5860123"/>
                <a:gd name="connsiteY415" fmla="*/ 1331988 h 4856353"/>
                <a:gd name="connsiteX416" fmla="*/ 5556514 w 5860123"/>
                <a:gd name="connsiteY416" fmla="*/ 1347228 h 4856353"/>
                <a:gd name="connsiteX417" fmla="*/ 5558419 w 5860123"/>
                <a:gd name="connsiteY417" fmla="*/ 1363420 h 4856353"/>
                <a:gd name="connsiteX418" fmla="*/ 5552704 w 5860123"/>
                <a:gd name="connsiteY418" fmla="*/ 1373898 h 4856353"/>
                <a:gd name="connsiteX419" fmla="*/ 5546036 w 5860123"/>
                <a:gd name="connsiteY419" fmla="*/ 1378660 h 4856353"/>
                <a:gd name="connsiteX420" fmla="*/ 5543179 w 5860123"/>
                <a:gd name="connsiteY420" fmla="*/ 1386280 h 4856353"/>
                <a:gd name="connsiteX421" fmla="*/ 5531749 w 5860123"/>
                <a:gd name="connsiteY421" fmla="*/ 1380565 h 4856353"/>
                <a:gd name="connsiteX422" fmla="*/ 5520319 w 5860123"/>
                <a:gd name="connsiteY422" fmla="*/ 1382470 h 4856353"/>
                <a:gd name="connsiteX423" fmla="*/ 5516509 w 5860123"/>
                <a:gd name="connsiteY423" fmla="*/ 1389138 h 4856353"/>
                <a:gd name="connsiteX424" fmla="*/ 5512699 w 5860123"/>
                <a:gd name="connsiteY424" fmla="*/ 1405330 h 4856353"/>
                <a:gd name="connsiteX425" fmla="*/ 5506032 w 5860123"/>
                <a:gd name="connsiteY425" fmla="*/ 1423428 h 4856353"/>
                <a:gd name="connsiteX426" fmla="*/ 5499364 w 5860123"/>
                <a:gd name="connsiteY426" fmla="*/ 1432000 h 4856353"/>
                <a:gd name="connsiteX427" fmla="*/ 5499364 w 5860123"/>
                <a:gd name="connsiteY427" fmla="*/ 1442478 h 4856353"/>
                <a:gd name="connsiteX428" fmla="*/ 5473647 w 5860123"/>
                <a:gd name="connsiteY428" fmla="*/ 1446288 h 4856353"/>
                <a:gd name="connsiteX429" fmla="*/ 5456502 w 5860123"/>
                <a:gd name="connsiteY429" fmla="*/ 1452955 h 4856353"/>
                <a:gd name="connsiteX430" fmla="*/ 5440309 w 5860123"/>
                <a:gd name="connsiteY430" fmla="*/ 1459623 h 4856353"/>
                <a:gd name="connsiteX431" fmla="*/ 5418402 w 5860123"/>
                <a:gd name="connsiteY431" fmla="*/ 1460575 h 4856353"/>
                <a:gd name="connsiteX432" fmla="*/ 5409829 w 5860123"/>
                <a:gd name="connsiteY432" fmla="*/ 1462480 h 4856353"/>
                <a:gd name="connsiteX433" fmla="*/ 5412686 w 5860123"/>
                <a:gd name="connsiteY433" fmla="*/ 1469148 h 4856353"/>
                <a:gd name="connsiteX434" fmla="*/ 5416497 w 5860123"/>
                <a:gd name="connsiteY434" fmla="*/ 1473910 h 4856353"/>
                <a:gd name="connsiteX435" fmla="*/ 5419354 w 5860123"/>
                <a:gd name="connsiteY435" fmla="*/ 1490103 h 4856353"/>
                <a:gd name="connsiteX436" fmla="*/ 5423164 w 5860123"/>
                <a:gd name="connsiteY436" fmla="*/ 1496770 h 4856353"/>
                <a:gd name="connsiteX437" fmla="*/ 5428879 w 5860123"/>
                <a:gd name="connsiteY437" fmla="*/ 1502485 h 4856353"/>
                <a:gd name="connsiteX438" fmla="*/ 5440309 w 5860123"/>
                <a:gd name="connsiteY438" fmla="*/ 1508200 h 4856353"/>
                <a:gd name="connsiteX439" fmla="*/ 5445072 w 5860123"/>
                <a:gd name="connsiteY439" fmla="*/ 1516773 h 4856353"/>
                <a:gd name="connsiteX440" fmla="*/ 5444119 w 5860123"/>
                <a:gd name="connsiteY440" fmla="*/ 1526298 h 4856353"/>
                <a:gd name="connsiteX441" fmla="*/ 5441261 w 5860123"/>
                <a:gd name="connsiteY441" fmla="*/ 1534870 h 4856353"/>
                <a:gd name="connsiteX442" fmla="*/ 5440309 w 5860123"/>
                <a:gd name="connsiteY442" fmla="*/ 1541538 h 4856353"/>
                <a:gd name="connsiteX443" fmla="*/ 5436499 w 5860123"/>
                <a:gd name="connsiteY443" fmla="*/ 1546300 h 4856353"/>
                <a:gd name="connsiteX444" fmla="*/ 5424116 w 5860123"/>
                <a:gd name="connsiteY444" fmla="*/ 1545348 h 4856353"/>
                <a:gd name="connsiteX445" fmla="*/ 5410782 w 5860123"/>
                <a:gd name="connsiteY445" fmla="*/ 1544395 h 4856353"/>
                <a:gd name="connsiteX446" fmla="*/ 5400304 w 5860123"/>
                <a:gd name="connsiteY446" fmla="*/ 1550110 h 4856353"/>
                <a:gd name="connsiteX447" fmla="*/ 5387922 w 5860123"/>
                <a:gd name="connsiteY447" fmla="*/ 1552015 h 4856353"/>
                <a:gd name="connsiteX448" fmla="*/ 5375539 w 5860123"/>
                <a:gd name="connsiteY448" fmla="*/ 1550110 h 4856353"/>
                <a:gd name="connsiteX449" fmla="*/ 5368872 w 5860123"/>
                <a:gd name="connsiteY449" fmla="*/ 1546300 h 4856353"/>
                <a:gd name="connsiteX450" fmla="*/ 5358394 w 5860123"/>
                <a:gd name="connsiteY450" fmla="*/ 1550110 h 4856353"/>
                <a:gd name="connsiteX451" fmla="*/ 5345059 w 5860123"/>
                <a:gd name="connsiteY451" fmla="*/ 1547253 h 4856353"/>
                <a:gd name="connsiteX452" fmla="*/ 5336486 w 5860123"/>
                <a:gd name="connsiteY452" fmla="*/ 1543443 h 4856353"/>
                <a:gd name="connsiteX453" fmla="*/ 5333629 w 5860123"/>
                <a:gd name="connsiteY453" fmla="*/ 1537728 h 4856353"/>
                <a:gd name="connsiteX454" fmla="*/ 5333629 w 5860123"/>
                <a:gd name="connsiteY454" fmla="*/ 1532965 h 4856353"/>
                <a:gd name="connsiteX455" fmla="*/ 5328866 w 5860123"/>
                <a:gd name="connsiteY455" fmla="*/ 1531060 h 4856353"/>
                <a:gd name="connsiteX456" fmla="*/ 5320294 w 5860123"/>
                <a:gd name="connsiteY456" fmla="*/ 1521535 h 4856353"/>
                <a:gd name="connsiteX457" fmla="*/ 5315532 w 5860123"/>
                <a:gd name="connsiteY457" fmla="*/ 1516773 h 4856353"/>
                <a:gd name="connsiteX458" fmla="*/ 5302197 w 5860123"/>
                <a:gd name="connsiteY458" fmla="*/ 1515820 h 4856353"/>
                <a:gd name="connsiteX459" fmla="*/ 5295529 w 5860123"/>
                <a:gd name="connsiteY459" fmla="*/ 1524393 h 4856353"/>
                <a:gd name="connsiteX460" fmla="*/ 5286957 w 5860123"/>
                <a:gd name="connsiteY460" fmla="*/ 1527250 h 4856353"/>
                <a:gd name="connsiteX461" fmla="*/ 5281241 w 5860123"/>
                <a:gd name="connsiteY461" fmla="*/ 1532013 h 4856353"/>
                <a:gd name="connsiteX462" fmla="*/ 5277432 w 5860123"/>
                <a:gd name="connsiteY462" fmla="*/ 1544395 h 4856353"/>
                <a:gd name="connsiteX463" fmla="*/ 5276479 w 5860123"/>
                <a:gd name="connsiteY463" fmla="*/ 1553920 h 4856353"/>
                <a:gd name="connsiteX464" fmla="*/ 5274574 w 5860123"/>
                <a:gd name="connsiteY464" fmla="*/ 1563445 h 4856353"/>
                <a:gd name="connsiteX465" fmla="*/ 5273622 w 5860123"/>
                <a:gd name="connsiteY465" fmla="*/ 1567255 h 4856353"/>
                <a:gd name="connsiteX466" fmla="*/ 5276479 w 5860123"/>
                <a:gd name="connsiteY466" fmla="*/ 1572018 h 4856353"/>
                <a:gd name="connsiteX467" fmla="*/ 5272669 w 5860123"/>
                <a:gd name="connsiteY467" fmla="*/ 1577733 h 4856353"/>
                <a:gd name="connsiteX468" fmla="*/ 5264097 w 5860123"/>
                <a:gd name="connsiteY468" fmla="*/ 1582495 h 4856353"/>
                <a:gd name="connsiteX469" fmla="*/ 5255524 w 5860123"/>
                <a:gd name="connsiteY469" fmla="*/ 1606308 h 4856353"/>
                <a:gd name="connsiteX470" fmla="*/ 5244094 w 5860123"/>
                <a:gd name="connsiteY470" fmla="*/ 1621548 h 4856353"/>
                <a:gd name="connsiteX471" fmla="*/ 5241236 w 5860123"/>
                <a:gd name="connsiteY471" fmla="*/ 1631073 h 4856353"/>
                <a:gd name="connsiteX472" fmla="*/ 5238379 w 5860123"/>
                <a:gd name="connsiteY472" fmla="*/ 1640598 h 4856353"/>
                <a:gd name="connsiteX473" fmla="*/ 5229807 w 5860123"/>
                <a:gd name="connsiteY473" fmla="*/ 1647265 h 4856353"/>
                <a:gd name="connsiteX474" fmla="*/ 5219329 w 5860123"/>
                <a:gd name="connsiteY474" fmla="*/ 1650123 h 4856353"/>
                <a:gd name="connsiteX475" fmla="*/ 5208852 w 5860123"/>
                <a:gd name="connsiteY475" fmla="*/ 1654885 h 4856353"/>
                <a:gd name="connsiteX476" fmla="*/ 5204089 w 5860123"/>
                <a:gd name="connsiteY476" fmla="*/ 1666315 h 4856353"/>
                <a:gd name="connsiteX477" fmla="*/ 5195516 w 5860123"/>
                <a:gd name="connsiteY477" fmla="*/ 1672030 h 4856353"/>
                <a:gd name="connsiteX478" fmla="*/ 5187897 w 5860123"/>
                <a:gd name="connsiteY478" fmla="*/ 1681555 h 4856353"/>
                <a:gd name="connsiteX479" fmla="*/ 5175514 w 5860123"/>
                <a:gd name="connsiteY479" fmla="*/ 1691080 h 4856353"/>
                <a:gd name="connsiteX480" fmla="*/ 5161227 w 5860123"/>
                <a:gd name="connsiteY480" fmla="*/ 1698700 h 4856353"/>
                <a:gd name="connsiteX481" fmla="*/ 5149797 w 5860123"/>
                <a:gd name="connsiteY481" fmla="*/ 1705368 h 4856353"/>
                <a:gd name="connsiteX482" fmla="*/ 5145034 w 5860123"/>
                <a:gd name="connsiteY482" fmla="*/ 1713940 h 4856353"/>
                <a:gd name="connsiteX483" fmla="*/ 5139319 w 5860123"/>
                <a:gd name="connsiteY483" fmla="*/ 1720608 h 4856353"/>
                <a:gd name="connsiteX484" fmla="*/ 5127889 w 5860123"/>
                <a:gd name="connsiteY484" fmla="*/ 1727275 h 4856353"/>
                <a:gd name="connsiteX485" fmla="*/ 5119316 w 5860123"/>
                <a:gd name="connsiteY485" fmla="*/ 1736800 h 4856353"/>
                <a:gd name="connsiteX486" fmla="*/ 5113602 w 5860123"/>
                <a:gd name="connsiteY486" fmla="*/ 1749183 h 4856353"/>
                <a:gd name="connsiteX487" fmla="*/ 5098361 w 5860123"/>
                <a:gd name="connsiteY487" fmla="*/ 1766328 h 4856353"/>
                <a:gd name="connsiteX488" fmla="*/ 5087884 w 5860123"/>
                <a:gd name="connsiteY488" fmla="*/ 1778710 h 4856353"/>
                <a:gd name="connsiteX489" fmla="*/ 5074549 w 5860123"/>
                <a:gd name="connsiteY489" fmla="*/ 1804428 h 4856353"/>
                <a:gd name="connsiteX490" fmla="*/ 5038354 w 5860123"/>
                <a:gd name="connsiteY490" fmla="*/ 1821573 h 4856353"/>
                <a:gd name="connsiteX491" fmla="*/ 4985966 w 5860123"/>
                <a:gd name="connsiteY491" fmla="*/ 1838718 h 4856353"/>
                <a:gd name="connsiteX492" fmla="*/ 4936436 w 5860123"/>
                <a:gd name="connsiteY492" fmla="*/ 1873960 h 4856353"/>
                <a:gd name="connsiteX493" fmla="*/ 4904052 w 5860123"/>
                <a:gd name="connsiteY493" fmla="*/ 1898725 h 4856353"/>
                <a:gd name="connsiteX494" fmla="*/ 4873572 w 5860123"/>
                <a:gd name="connsiteY494" fmla="*/ 1944445 h 4856353"/>
                <a:gd name="connsiteX495" fmla="*/ 4847854 w 5860123"/>
                <a:gd name="connsiteY495" fmla="*/ 1964448 h 4856353"/>
                <a:gd name="connsiteX496" fmla="*/ 4826899 w 5860123"/>
                <a:gd name="connsiteY496" fmla="*/ 1974925 h 4856353"/>
                <a:gd name="connsiteX497" fmla="*/ 4814516 w 5860123"/>
                <a:gd name="connsiteY497" fmla="*/ 1992070 h 4856353"/>
                <a:gd name="connsiteX498" fmla="*/ 4788799 w 5860123"/>
                <a:gd name="connsiteY498" fmla="*/ 2003500 h 4856353"/>
                <a:gd name="connsiteX499" fmla="*/ 4779274 w 5860123"/>
                <a:gd name="connsiteY499" fmla="*/ 1992070 h 4856353"/>
                <a:gd name="connsiteX500" fmla="*/ 4802134 w 5860123"/>
                <a:gd name="connsiteY500" fmla="*/ 1972068 h 4856353"/>
                <a:gd name="connsiteX501" fmla="*/ 4826899 w 5860123"/>
                <a:gd name="connsiteY501" fmla="*/ 1950160 h 4856353"/>
                <a:gd name="connsiteX502" fmla="*/ 4831662 w 5860123"/>
                <a:gd name="connsiteY502" fmla="*/ 1918728 h 4856353"/>
                <a:gd name="connsiteX503" fmla="*/ 4802134 w 5860123"/>
                <a:gd name="connsiteY503" fmla="*/ 1917775 h 4856353"/>
                <a:gd name="connsiteX504" fmla="*/ 4783084 w 5860123"/>
                <a:gd name="connsiteY504" fmla="*/ 1897773 h 4856353"/>
                <a:gd name="connsiteX505" fmla="*/ 4798324 w 5860123"/>
                <a:gd name="connsiteY505" fmla="*/ 1882533 h 4856353"/>
                <a:gd name="connsiteX506" fmla="*/ 4802134 w 5860123"/>
                <a:gd name="connsiteY506" fmla="*/ 1860625 h 4856353"/>
                <a:gd name="connsiteX507" fmla="*/ 4817374 w 5860123"/>
                <a:gd name="connsiteY507" fmla="*/ 1842528 h 4856353"/>
                <a:gd name="connsiteX508" fmla="*/ 4838329 w 5860123"/>
                <a:gd name="connsiteY508" fmla="*/ 1822525 h 4856353"/>
                <a:gd name="connsiteX509" fmla="*/ 4866904 w 5860123"/>
                <a:gd name="connsiteY509" fmla="*/ 1764423 h 4856353"/>
                <a:gd name="connsiteX510" fmla="*/ 4846902 w 5860123"/>
                <a:gd name="connsiteY510" fmla="*/ 1728228 h 4856353"/>
                <a:gd name="connsiteX511" fmla="*/ 4832614 w 5860123"/>
                <a:gd name="connsiteY511" fmla="*/ 1705368 h 4856353"/>
                <a:gd name="connsiteX512" fmla="*/ 4817374 w 5860123"/>
                <a:gd name="connsiteY512" fmla="*/ 1686318 h 4856353"/>
                <a:gd name="connsiteX513" fmla="*/ 4806897 w 5860123"/>
                <a:gd name="connsiteY513" fmla="*/ 1702510 h 4856353"/>
                <a:gd name="connsiteX514" fmla="*/ 4770702 w 5860123"/>
                <a:gd name="connsiteY514" fmla="*/ 1708225 h 4856353"/>
                <a:gd name="connsiteX515" fmla="*/ 4726887 w 5860123"/>
                <a:gd name="connsiteY515" fmla="*/ 1737753 h 4856353"/>
                <a:gd name="connsiteX516" fmla="*/ 4713552 w 5860123"/>
                <a:gd name="connsiteY516" fmla="*/ 1765375 h 4856353"/>
                <a:gd name="connsiteX517" fmla="*/ 4695454 w 5860123"/>
                <a:gd name="connsiteY517" fmla="*/ 1797760 h 4856353"/>
                <a:gd name="connsiteX518" fmla="*/ 4666879 w 5860123"/>
                <a:gd name="connsiteY518" fmla="*/ 1827288 h 4856353"/>
                <a:gd name="connsiteX519" fmla="*/ 4611634 w 5860123"/>
                <a:gd name="connsiteY519" fmla="*/ 1864435 h 4856353"/>
                <a:gd name="connsiteX520" fmla="*/ 4581154 w 5860123"/>
                <a:gd name="connsiteY520" fmla="*/ 1921585 h 4856353"/>
                <a:gd name="connsiteX521" fmla="*/ 4566866 w 5860123"/>
                <a:gd name="connsiteY521" fmla="*/ 1962543 h 4856353"/>
                <a:gd name="connsiteX522" fmla="*/ 4531624 w 5860123"/>
                <a:gd name="connsiteY522" fmla="*/ 1976830 h 4856353"/>
                <a:gd name="connsiteX523" fmla="*/ 4503049 w 5860123"/>
                <a:gd name="connsiteY523" fmla="*/ 1987308 h 4856353"/>
                <a:gd name="connsiteX524" fmla="*/ 4476379 w 5860123"/>
                <a:gd name="connsiteY524" fmla="*/ 1979688 h 4856353"/>
                <a:gd name="connsiteX525" fmla="*/ 4448756 w 5860123"/>
                <a:gd name="connsiteY525" fmla="*/ 1974925 h 4856353"/>
                <a:gd name="connsiteX526" fmla="*/ 4430659 w 5860123"/>
                <a:gd name="connsiteY526" fmla="*/ 2001595 h 4856353"/>
                <a:gd name="connsiteX527" fmla="*/ 4420181 w 5860123"/>
                <a:gd name="connsiteY527" fmla="*/ 2032075 h 4856353"/>
                <a:gd name="connsiteX528" fmla="*/ 4422087 w 5860123"/>
                <a:gd name="connsiteY528" fmla="*/ 2069223 h 4856353"/>
                <a:gd name="connsiteX529" fmla="*/ 4446852 w 5860123"/>
                <a:gd name="connsiteY529" fmla="*/ 2104465 h 4856353"/>
                <a:gd name="connsiteX530" fmla="*/ 4474474 w 5860123"/>
                <a:gd name="connsiteY530" fmla="*/ 2138756 h 4856353"/>
                <a:gd name="connsiteX531" fmla="*/ 4489714 w 5860123"/>
                <a:gd name="connsiteY531" fmla="*/ 2130183 h 4856353"/>
                <a:gd name="connsiteX532" fmla="*/ 4514479 w 5860123"/>
                <a:gd name="connsiteY532" fmla="*/ 2132088 h 4856353"/>
                <a:gd name="connsiteX533" fmla="*/ 4541149 w 5860123"/>
                <a:gd name="connsiteY533" fmla="*/ 2114943 h 4856353"/>
                <a:gd name="connsiteX534" fmla="*/ 4565914 w 5860123"/>
                <a:gd name="connsiteY534" fmla="*/ 2120658 h 4856353"/>
                <a:gd name="connsiteX535" fmla="*/ 4584012 w 5860123"/>
                <a:gd name="connsiteY535" fmla="*/ 2148281 h 4856353"/>
                <a:gd name="connsiteX536" fmla="*/ 4579249 w 5860123"/>
                <a:gd name="connsiteY536" fmla="*/ 2176856 h 4856353"/>
                <a:gd name="connsiteX537" fmla="*/ 4573534 w 5860123"/>
                <a:gd name="connsiteY537" fmla="*/ 2213051 h 4856353"/>
                <a:gd name="connsiteX538" fmla="*/ 4594489 w 5860123"/>
                <a:gd name="connsiteY538" fmla="*/ 2240673 h 4856353"/>
                <a:gd name="connsiteX539" fmla="*/ 4630684 w 5860123"/>
                <a:gd name="connsiteY539" fmla="*/ 2245435 h 4856353"/>
                <a:gd name="connsiteX540" fmla="*/ 4653544 w 5860123"/>
                <a:gd name="connsiteY540" fmla="*/ 2241626 h 4856353"/>
                <a:gd name="connsiteX541" fmla="*/ 4667831 w 5860123"/>
                <a:gd name="connsiteY541" fmla="*/ 2237815 h 4856353"/>
                <a:gd name="connsiteX542" fmla="*/ 4674499 w 5860123"/>
                <a:gd name="connsiteY542" fmla="*/ 2213051 h 4856353"/>
                <a:gd name="connsiteX543" fmla="*/ 4684977 w 5860123"/>
                <a:gd name="connsiteY543" fmla="*/ 2201621 h 4856353"/>
                <a:gd name="connsiteX544" fmla="*/ 4703074 w 5860123"/>
                <a:gd name="connsiteY544" fmla="*/ 2189238 h 4856353"/>
                <a:gd name="connsiteX545" fmla="*/ 4729744 w 5860123"/>
                <a:gd name="connsiteY545" fmla="*/ 2153996 h 4856353"/>
                <a:gd name="connsiteX546" fmla="*/ 4764034 w 5860123"/>
                <a:gd name="connsiteY546" fmla="*/ 2135898 h 4856353"/>
                <a:gd name="connsiteX547" fmla="*/ 4790704 w 5860123"/>
                <a:gd name="connsiteY547" fmla="*/ 2150185 h 4856353"/>
                <a:gd name="connsiteX548" fmla="*/ 4824041 w 5860123"/>
                <a:gd name="connsiteY548" fmla="*/ 2160663 h 4856353"/>
                <a:gd name="connsiteX549" fmla="*/ 4836424 w 5860123"/>
                <a:gd name="connsiteY549" fmla="*/ 2170188 h 4856353"/>
                <a:gd name="connsiteX550" fmla="*/ 4860237 w 5860123"/>
                <a:gd name="connsiteY550" fmla="*/ 2176856 h 4856353"/>
                <a:gd name="connsiteX551" fmla="*/ 4891669 w 5860123"/>
                <a:gd name="connsiteY551" fmla="*/ 2161615 h 4856353"/>
                <a:gd name="connsiteX552" fmla="*/ 4914529 w 5860123"/>
                <a:gd name="connsiteY552" fmla="*/ 2165426 h 4856353"/>
                <a:gd name="connsiteX553" fmla="*/ 4932627 w 5860123"/>
                <a:gd name="connsiteY553" fmla="*/ 2174951 h 4856353"/>
                <a:gd name="connsiteX554" fmla="*/ 4961202 w 5860123"/>
                <a:gd name="connsiteY554" fmla="*/ 2167331 h 4856353"/>
                <a:gd name="connsiteX555" fmla="*/ 4965011 w 5860123"/>
                <a:gd name="connsiteY555" fmla="*/ 2176856 h 4856353"/>
                <a:gd name="connsiteX556" fmla="*/ 4956439 w 5860123"/>
                <a:gd name="connsiteY556" fmla="*/ 2190190 h 4856353"/>
                <a:gd name="connsiteX557" fmla="*/ 4951677 w 5860123"/>
                <a:gd name="connsiteY557" fmla="*/ 2210193 h 4856353"/>
                <a:gd name="connsiteX558" fmla="*/ 4955486 w 5860123"/>
                <a:gd name="connsiteY558" fmla="*/ 2233053 h 4856353"/>
                <a:gd name="connsiteX559" fmla="*/ 4950724 w 5860123"/>
                <a:gd name="connsiteY559" fmla="*/ 2248293 h 4856353"/>
                <a:gd name="connsiteX560" fmla="*/ 4925959 w 5860123"/>
                <a:gd name="connsiteY560" fmla="*/ 2252103 h 4856353"/>
                <a:gd name="connsiteX561" fmla="*/ 4900241 w 5860123"/>
                <a:gd name="connsiteY561" fmla="*/ 2243531 h 4856353"/>
                <a:gd name="connsiteX562" fmla="*/ 4872619 w 5860123"/>
                <a:gd name="connsiteY562" fmla="*/ 2262581 h 4856353"/>
                <a:gd name="connsiteX563" fmla="*/ 4824994 w 5860123"/>
                <a:gd name="connsiteY563" fmla="*/ 2286393 h 4856353"/>
                <a:gd name="connsiteX564" fmla="*/ 4799277 w 5860123"/>
                <a:gd name="connsiteY564" fmla="*/ 2319731 h 4856353"/>
                <a:gd name="connsiteX565" fmla="*/ 4787847 w 5860123"/>
                <a:gd name="connsiteY565" fmla="*/ 2324493 h 4856353"/>
                <a:gd name="connsiteX566" fmla="*/ 4774512 w 5860123"/>
                <a:gd name="connsiteY566" fmla="*/ 2332113 h 4856353"/>
                <a:gd name="connsiteX567" fmla="*/ 4779274 w 5860123"/>
                <a:gd name="connsiteY567" fmla="*/ 2357831 h 4856353"/>
                <a:gd name="connsiteX568" fmla="*/ 4770702 w 5860123"/>
                <a:gd name="connsiteY568" fmla="*/ 2372118 h 4856353"/>
                <a:gd name="connsiteX569" fmla="*/ 4744031 w 5860123"/>
                <a:gd name="connsiteY569" fmla="*/ 2381643 h 4856353"/>
                <a:gd name="connsiteX570" fmla="*/ 4738316 w 5860123"/>
                <a:gd name="connsiteY570" fmla="*/ 2365451 h 4856353"/>
                <a:gd name="connsiteX571" fmla="*/ 4716409 w 5860123"/>
                <a:gd name="connsiteY571" fmla="*/ 2360688 h 4856353"/>
                <a:gd name="connsiteX572" fmla="*/ 4718314 w 5860123"/>
                <a:gd name="connsiteY572" fmla="*/ 2383548 h 4856353"/>
                <a:gd name="connsiteX573" fmla="*/ 4719266 w 5860123"/>
                <a:gd name="connsiteY573" fmla="*/ 2406408 h 4856353"/>
                <a:gd name="connsiteX574" fmla="*/ 4703074 w 5860123"/>
                <a:gd name="connsiteY574" fmla="*/ 2434031 h 4856353"/>
                <a:gd name="connsiteX575" fmla="*/ 4677356 w 5860123"/>
                <a:gd name="connsiteY575" fmla="*/ 2464511 h 4856353"/>
                <a:gd name="connsiteX576" fmla="*/ 4649734 w 5860123"/>
                <a:gd name="connsiteY576" fmla="*/ 2515946 h 4856353"/>
                <a:gd name="connsiteX577" fmla="*/ 4638304 w 5860123"/>
                <a:gd name="connsiteY577" fmla="*/ 2531186 h 4856353"/>
                <a:gd name="connsiteX578" fmla="*/ 4641162 w 5860123"/>
                <a:gd name="connsiteY578" fmla="*/ 2567381 h 4856353"/>
                <a:gd name="connsiteX579" fmla="*/ 4682119 w 5860123"/>
                <a:gd name="connsiteY579" fmla="*/ 2588336 h 4856353"/>
                <a:gd name="connsiteX580" fmla="*/ 4732602 w 5860123"/>
                <a:gd name="connsiteY580" fmla="*/ 2607386 h 4856353"/>
                <a:gd name="connsiteX581" fmla="*/ 4766891 w 5860123"/>
                <a:gd name="connsiteY581" fmla="*/ 2635008 h 4856353"/>
                <a:gd name="connsiteX582" fmla="*/ 4782131 w 5860123"/>
                <a:gd name="connsiteY582" fmla="*/ 2669298 h 4856353"/>
                <a:gd name="connsiteX583" fmla="*/ 4811659 w 5860123"/>
                <a:gd name="connsiteY583" fmla="*/ 2743593 h 4856353"/>
                <a:gd name="connsiteX584" fmla="*/ 4840234 w 5860123"/>
                <a:gd name="connsiteY584" fmla="*/ 2785503 h 4856353"/>
                <a:gd name="connsiteX585" fmla="*/ 4848806 w 5860123"/>
                <a:gd name="connsiteY585" fmla="*/ 2822650 h 4856353"/>
                <a:gd name="connsiteX586" fmla="*/ 4858331 w 5860123"/>
                <a:gd name="connsiteY586" fmla="*/ 2848368 h 4856353"/>
                <a:gd name="connsiteX587" fmla="*/ 4888811 w 5860123"/>
                <a:gd name="connsiteY587" fmla="*/ 2859798 h 4856353"/>
                <a:gd name="connsiteX588" fmla="*/ 4911672 w 5860123"/>
                <a:gd name="connsiteY588" fmla="*/ 2879800 h 4856353"/>
                <a:gd name="connsiteX589" fmla="*/ 4918339 w 5860123"/>
                <a:gd name="connsiteY589" fmla="*/ 2898850 h 4856353"/>
                <a:gd name="connsiteX590" fmla="*/ 4951677 w 5860123"/>
                <a:gd name="connsiteY590" fmla="*/ 2912186 h 4856353"/>
                <a:gd name="connsiteX591" fmla="*/ 4978347 w 5860123"/>
                <a:gd name="connsiteY591" fmla="*/ 2954096 h 4856353"/>
                <a:gd name="connsiteX592" fmla="*/ 4960249 w 5860123"/>
                <a:gd name="connsiteY592" fmla="*/ 2957906 h 4856353"/>
                <a:gd name="connsiteX593" fmla="*/ 4949368 w 5860123"/>
                <a:gd name="connsiteY593" fmla="*/ 2953442 h 4856353"/>
                <a:gd name="connsiteX594" fmla="*/ 4962153 w 5860123"/>
                <a:gd name="connsiteY594" fmla="*/ 2961715 h 4856353"/>
                <a:gd name="connsiteX595" fmla="*/ 4998348 w 5860123"/>
                <a:gd name="connsiteY595" fmla="*/ 2976002 h 4856353"/>
                <a:gd name="connsiteX596" fmla="*/ 4996444 w 5860123"/>
                <a:gd name="connsiteY596" fmla="*/ 2988385 h 4856353"/>
                <a:gd name="connsiteX597" fmla="*/ 4972631 w 5860123"/>
                <a:gd name="connsiteY597" fmla="*/ 2983622 h 4856353"/>
                <a:gd name="connsiteX598" fmla="*/ 4950723 w 5860123"/>
                <a:gd name="connsiteY598" fmla="*/ 2974097 h 4856353"/>
                <a:gd name="connsiteX599" fmla="*/ 4934531 w 5860123"/>
                <a:gd name="connsiteY599" fmla="*/ 2967430 h 4856353"/>
                <a:gd name="connsiteX600" fmla="*/ 4923101 w 5860123"/>
                <a:gd name="connsiteY600" fmla="*/ 2958857 h 4856353"/>
                <a:gd name="connsiteX601" fmla="*/ 4930721 w 5860123"/>
                <a:gd name="connsiteY601" fmla="*/ 2949332 h 4856353"/>
                <a:gd name="connsiteX602" fmla="*/ 4943133 w 5860123"/>
                <a:gd name="connsiteY602" fmla="*/ 2950884 h 4856353"/>
                <a:gd name="connsiteX603" fmla="*/ 4923102 w 5860123"/>
                <a:gd name="connsiteY603" fmla="*/ 2942665 h 4856353"/>
                <a:gd name="connsiteX604" fmla="*/ 4895479 w 5860123"/>
                <a:gd name="connsiteY604" fmla="*/ 2944571 h 4856353"/>
                <a:gd name="connsiteX605" fmla="*/ 4875477 w 5860123"/>
                <a:gd name="connsiteY605" fmla="*/ 2947428 h 4856353"/>
                <a:gd name="connsiteX606" fmla="*/ 4855474 w 5860123"/>
                <a:gd name="connsiteY606" fmla="*/ 2930283 h 4856353"/>
                <a:gd name="connsiteX607" fmla="*/ 4813564 w 5860123"/>
                <a:gd name="connsiteY607" fmla="*/ 2922663 h 4856353"/>
                <a:gd name="connsiteX608" fmla="*/ 4799277 w 5860123"/>
                <a:gd name="connsiteY608" fmla="*/ 2938856 h 4856353"/>
                <a:gd name="connsiteX609" fmla="*/ 4814516 w 5860123"/>
                <a:gd name="connsiteY609" fmla="*/ 2937903 h 4856353"/>
                <a:gd name="connsiteX610" fmla="*/ 4841187 w 5860123"/>
                <a:gd name="connsiteY610" fmla="*/ 2933140 h 4856353"/>
                <a:gd name="connsiteX611" fmla="*/ 4855474 w 5860123"/>
                <a:gd name="connsiteY611" fmla="*/ 2954096 h 4856353"/>
                <a:gd name="connsiteX612" fmla="*/ 4878334 w 5860123"/>
                <a:gd name="connsiteY612" fmla="*/ 2960763 h 4856353"/>
                <a:gd name="connsiteX613" fmla="*/ 4914529 w 5860123"/>
                <a:gd name="connsiteY613" fmla="*/ 2989338 h 4856353"/>
                <a:gd name="connsiteX614" fmla="*/ 4941199 w 5860123"/>
                <a:gd name="connsiteY614" fmla="*/ 3003625 h 4856353"/>
                <a:gd name="connsiteX615" fmla="*/ 4970727 w 5860123"/>
                <a:gd name="connsiteY615" fmla="*/ 3023628 h 4856353"/>
                <a:gd name="connsiteX616" fmla="*/ 4991682 w 5860123"/>
                <a:gd name="connsiteY616" fmla="*/ 3060775 h 4856353"/>
                <a:gd name="connsiteX617" fmla="*/ 4965011 w 5860123"/>
                <a:gd name="connsiteY617" fmla="*/ 3074111 h 4856353"/>
                <a:gd name="connsiteX618" fmla="*/ 4937389 w 5860123"/>
                <a:gd name="connsiteY618" fmla="*/ 3092208 h 4856353"/>
                <a:gd name="connsiteX619" fmla="*/ 4910719 w 5860123"/>
                <a:gd name="connsiteY619" fmla="*/ 3110306 h 4856353"/>
                <a:gd name="connsiteX620" fmla="*/ 4890716 w 5860123"/>
                <a:gd name="connsiteY620" fmla="*/ 3136023 h 4856353"/>
                <a:gd name="connsiteX621" fmla="*/ 4882144 w 5860123"/>
                <a:gd name="connsiteY621" fmla="*/ 3149358 h 4856353"/>
                <a:gd name="connsiteX622" fmla="*/ 4864047 w 5860123"/>
                <a:gd name="connsiteY622" fmla="*/ 3151263 h 4856353"/>
                <a:gd name="connsiteX623" fmla="*/ 4833566 w 5860123"/>
                <a:gd name="connsiteY623" fmla="*/ 3154121 h 4856353"/>
                <a:gd name="connsiteX624" fmla="*/ 4819279 w 5860123"/>
                <a:gd name="connsiteY624" fmla="*/ 3170313 h 4856353"/>
                <a:gd name="connsiteX625" fmla="*/ 4834519 w 5860123"/>
                <a:gd name="connsiteY625" fmla="*/ 3163646 h 4856353"/>
                <a:gd name="connsiteX626" fmla="*/ 4849759 w 5860123"/>
                <a:gd name="connsiteY626" fmla="*/ 3158883 h 4856353"/>
                <a:gd name="connsiteX627" fmla="*/ 4861189 w 5860123"/>
                <a:gd name="connsiteY627" fmla="*/ 3180790 h 4856353"/>
                <a:gd name="connsiteX628" fmla="*/ 4880239 w 5860123"/>
                <a:gd name="connsiteY628" fmla="*/ 3182696 h 4856353"/>
                <a:gd name="connsiteX629" fmla="*/ 4903099 w 5860123"/>
                <a:gd name="connsiteY629" fmla="*/ 3163646 h 4856353"/>
                <a:gd name="connsiteX630" fmla="*/ 4935484 w 5860123"/>
                <a:gd name="connsiteY630" fmla="*/ 3152215 h 4856353"/>
                <a:gd name="connsiteX631" fmla="*/ 4967869 w 5860123"/>
                <a:gd name="connsiteY631" fmla="*/ 3179838 h 4856353"/>
                <a:gd name="connsiteX632" fmla="*/ 5007874 w 5860123"/>
                <a:gd name="connsiteY632" fmla="*/ 3196031 h 4856353"/>
                <a:gd name="connsiteX633" fmla="*/ 5032639 w 5860123"/>
                <a:gd name="connsiteY633" fmla="*/ 3196983 h 4856353"/>
                <a:gd name="connsiteX634" fmla="*/ 5018352 w 5860123"/>
                <a:gd name="connsiteY634" fmla="*/ 3212223 h 4856353"/>
                <a:gd name="connsiteX635" fmla="*/ 4996444 w 5860123"/>
                <a:gd name="connsiteY635" fmla="*/ 3237940 h 4856353"/>
                <a:gd name="connsiteX636" fmla="*/ 4970727 w 5860123"/>
                <a:gd name="connsiteY636" fmla="*/ 3252228 h 4856353"/>
                <a:gd name="connsiteX637" fmla="*/ 4961202 w 5860123"/>
                <a:gd name="connsiteY637" fmla="*/ 3264611 h 4856353"/>
                <a:gd name="connsiteX638" fmla="*/ 4980252 w 5860123"/>
                <a:gd name="connsiteY638" fmla="*/ 3261753 h 4856353"/>
                <a:gd name="connsiteX639" fmla="*/ 5005016 w 5860123"/>
                <a:gd name="connsiteY639" fmla="*/ 3243656 h 4856353"/>
                <a:gd name="connsiteX640" fmla="*/ 5019304 w 5860123"/>
                <a:gd name="connsiteY640" fmla="*/ 3237940 h 4856353"/>
                <a:gd name="connsiteX641" fmla="*/ 5024066 w 5860123"/>
                <a:gd name="connsiteY641" fmla="*/ 3257943 h 4856353"/>
                <a:gd name="connsiteX642" fmla="*/ 5026924 w 5860123"/>
                <a:gd name="connsiteY642" fmla="*/ 3286518 h 4856353"/>
                <a:gd name="connsiteX643" fmla="*/ 5005016 w 5860123"/>
                <a:gd name="connsiteY643" fmla="*/ 3296996 h 4856353"/>
                <a:gd name="connsiteX644" fmla="*/ 4985966 w 5860123"/>
                <a:gd name="connsiteY644" fmla="*/ 3293186 h 4856353"/>
                <a:gd name="connsiteX645" fmla="*/ 4978347 w 5860123"/>
                <a:gd name="connsiteY645" fmla="*/ 3287471 h 4856353"/>
                <a:gd name="connsiteX646" fmla="*/ 4970727 w 5860123"/>
                <a:gd name="connsiteY646" fmla="*/ 3302711 h 4856353"/>
                <a:gd name="connsiteX647" fmla="*/ 4981204 w 5860123"/>
                <a:gd name="connsiteY647" fmla="*/ 3311283 h 4856353"/>
                <a:gd name="connsiteX648" fmla="*/ 4996444 w 5860123"/>
                <a:gd name="connsiteY648" fmla="*/ 3321761 h 4856353"/>
                <a:gd name="connsiteX649" fmla="*/ 4998349 w 5860123"/>
                <a:gd name="connsiteY649" fmla="*/ 3344621 h 4856353"/>
                <a:gd name="connsiteX650" fmla="*/ 4984061 w 5860123"/>
                <a:gd name="connsiteY650" fmla="*/ 3366528 h 4856353"/>
                <a:gd name="connsiteX651" fmla="*/ 4983109 w 5860123"/>
                <a:gd name="connsiteY651" fmla="*/ 3384625 h 4856353"/>
                <a:gd name="connsiteX652" fmla="*/ 4992634 w 5860123"/>
                <a:gd name="connsiteY652" fmla="*/ 3406533 h 4856353"/>
                <a:gd name="connsiteX653" fmla="*/ 4986919 w 5860123"/>
                <a:gd name="connsiteY653" fmla="*/ 3420821 h 4856353"/>
                <a:gd name="connsiteX654" fmla="*/ 4974536 w 5860123"/>
                <a:gd name="connsiteY654" fmla="*/ 3434156 h 4856353"/>
                <a:gd name="connsiteX655" fmla="*/ 4963107 w 5860123"/>
                <a:gd name="connsiteY655" fmla="*/ 3456063 h 4856353"/>
                <a:gd name="connsiteX656" fmla="*/ 4947866 w 5860123"/>
                <a:gd name="connsiteY656" fmla="*/ 3457015 h 4856353"/>
                <a:gd name="connsiteX657" fmla="*/ 4953582 w 5860123"/>
                <a:gd name="connsiteY657" fmla="*/ 3438918 h 4856353"/>
                <a:gd name="connsiteX658" fmla="*/ 4957391 w 5860123"/>
                <a:gd name="connsiteY658" fmla="*/ 3422725 h 4856353"/>
                <a:gd name="connsiteX659" fmla="*/ 4943104 w 5860123"/>
                <a:gd name="connsiteY659" fmla="*/ 3425583 h 4856353"/>
                <a:gd name="connsiteX660" fmla="*/ 4930722 w 5860123"/>
                <a:gd name="connsiteY660" fmla="*/ 3463683 h 4856353"/>
                <a:gd name="connsiteX661" fmla="*/ 4904052 w 5860123"/>
                <a:gd name="connsiteY661" fmla="*/ 3470350 h 4856353"/>
                <a:gd name="connsiteX662" fmla="*/ 4906909 w 5860123"/>
                <a:gd name="connsiteY662" fmla="*/ 3482733 h 4856353"/>
                <a:gd name="connsiteX663" fmla="*/ 4912624 w 5860123"/>
                <a:gd name="connsiteY663" fmla="*/ 3496068 h 4856353"/>
                <a:gd name="connsiteX664" fmla="*/ 4899289 w 5860123"/>
                <a:gd name="connsiteY664" fmla="*/ 3514165 h 4856353"/>
                <a:gd name="connsiteX665" fmla="*/ 4899289 w 5860123"/>
                <a:gd name="connsiteY665" fmla="*/ 3545598 h 4856353"/>
                <a:gd name="connsiteX666" fmla="*/ 4899289 w 5860123"/>
                <a:gd name="connsiteY666" fmla="*/ 3562743 h 4856353"/>
                <a:gd name="connsiteX667" fmla="*/ 4887859 w 5860123"/>
                <a:gd name="connsiteY667" fmla="*/ 3581793 h 4856353"/>
                <a:gd name="connsiteX668" fmla="*/ 4865952 w 5860123"/>
                <a:gd name="connsiteY668" fmla="*/ 3578936 h 4856353"/>
                <a:gd name="connsiteX669" fmla="*/ 4849759 w 5860123"/>
                <a:gd name="connsiteY669" fmla="*/ 3585603 h 4856353"/>
                <a:gd name="connsiteX670" fmla="*/ 4869762 w 5860123"/>
                <a:gd name="connsiteY670" fmla="*/ 3592271 h 4856353"/>
                <a:gd name="connsiteX671" fmla="*/ 4868809 w 5860123"/>
                <a:gd name="connsiteY671" fmla="*/ 3604653 h 4856353"/>
                <a:gd name="connsiteX672" fmla="*/ 4862141 w 5860123"/>
                <a:gd name="connsiteY672" fmla="*/ 3617988 h 4856353"/>
                <a:gd name="connsiteX673" fmla="*/ 4847854 w 5860123"/>
                <a:gd name="connsiteY673" fmla="*/ 3628465 h 4856353"/>
                <a:gd name="connsiteX674" fmla="*/ 4846902 w 5860123"/>
                <a:gd name="connsiteY674" fmla="*/ 3646563 h 4856353"/>
                <a:gd name="connsiteX675" fmla="*/ 4848806 w 5860123"/>
                <a:gd name="connsiteY675" fmla="*/ 3669423 h 4856353"/>
                <a:gd name="connsiteX676" fmla="*/ 4827852 w 5860123"/>
                <a:gd name="connsiteY676" fmla="*/ 3681806 h 4856353"/>
                <a:gd name="connsiteX677" fmla="*/ 4829756 w 5860123"/>
                <a:gd name="connsiteY677" fmla="*/ 3669423 h 4856353"/>
                <a:gd name="connsiteX678" fmla="*/ 4836424 w 5860123"/>
                <a:gd name="connsiteY678" fmla="*/ 3654183 h 4856353"/>
                <a:gd name="connsiteX679" fmla="*/ 4824994 w 5860123"/>
                <a:gd name="connsiteY679" fmla="*/ 3655136 h 4856353"/>
                <a:gd name="connsiteX680" fmla="*/ 4812612 w 5860123"/>
                <a:gd name="connsiteY680" fmla="*/ 3645611 h 4856353"/>
                <a:gd name="connsiteX681" fmla="*/ 4787847 w 5860123"/>
                <a:gd name="connsiteY681" fmla="*/ 3653231 h 4856353"/>
                <a:gd name="connsiteX682" fmla="*/ 4804039 w 5860123"/>
                <a:gd name="connsiteY682" fmla="*/ 3674186 h 4856353"/>
                <a:gd name="connsiteX683" fmla="*/ 4802134 w 5860123"/>
                <a:gd name="connsiteY683" fmla="*/ 3693236 h 4856353"/>
                <a:gd name="connsiteX684" fmla="*/ 4797372 w 5860123"/>
                <a:gd name="connsiteY684" fmla="*/ 3704665 h 4856353"/>
                <a:gd name="connsiteX685" fmla="*/ 4819279 w 5860123"/>
                <a:gd name="connsiteY685" fmla="*/ 3705618 h 4856353"/>
                <a:gd name="connsiteX686" fmla="*/ 4832614 w 5860123"/>
                <a:gd name="connsiteY686" fmla="*/ 3710381 h 4856353"/>
                <a:gd name="connsiteX687" fmla="*/ 4817374 w 5860123"/>
                <a:gd name="connsiteY687" fmla="*/ 3718000 h 4856353"/>
                <a:gd name="connsiteX688" fmla="*/ 4807849 w 5860123"/>
                <a:gd name="connsiteY688" fmla="*/ 3724668 h 4856353"/>
                <a:gd name="connsiteX689" fmla="*/ 4798324 w 5860123"/>
                <a:gd name="connsiteY689" fmla="*/ 3738956 h 4856353"/>
                <a:gd name="connsiteX690" fmla="*/ 4811659 w 5860123"/>
                <a:gd name="connsiteY690" fmla="*/ 3753243 h 4856353"/>
                <a:gd name="connsiteX691" fmla="*/ 4811659 w 5860123"/>
                <a:gd name="connsiteY691" fmla="*/ 3768483 h 4856353"/>
                <a:gd name="connsiteX692" fmla="*/ 4804991 w 5860123"/>
                <a:gd name="connsiteY692" fmla="*/ 3780865 h 4856353"/>
                <a:gd name="connsiteX693" fmla="*/ 4808802 w 5860123"/>
                <a:gd name="connsiteY693" fmla="*/ 3794200 h 4856353"/>
                <a:gd name="connsiteX694" fmla="*/ 4793562 w 5860123"/>
                <a:gd name="connsiteY694" fmla="*/ 3801821 h 4856353"/>
                <a:gd name="connsiteX695" fmla="*/ 4802134 w 5860123"/>
                <a:gd name="connsiteY695" fmla="*/ 3818965 h 4856353"/>
                <a:gd name="connsiteX696" fmla="*/ 4815469 w 5860123"/>
                <a:gd name="connsiteY696" fmla="*/ 3838015 h 4856353"/>
                <a:gd name="connsiteX697" fmla="*/ 4801181 w 5860123"/>
                <a:gd name="connsiteY697" fmla="*/ 3838968 h 4856353"/>
                <a:gd name="connsiteX698" fmla="*/ 4781179 w 5860123"/>
                <a:gd name="connsiteY698" fmla="*/ 3819918 h 4856353"/>
                <a:gd name="connsiteX699" fmla="*/ 4773559 w 5860123"/>
                <a:gd name="connsiteY699" fmla="*/ 3829443 h 4856353"/>
                <a:gd name="connsiteX700" fmla="*/ 4758319 w 5860123"/>
                <a:gd name="connsiteY700" fmla="*/ 3837063 h 4856353"/>
                <a:gd name="connsiteX701" fmla="*/ 4767844 w 5860123"/>
                <a:gd name="connsiteY701" fmla="*/ 3853256 h 4856353"/>
                <a:gd name="connsiteX702" fmla="*/ 4775464 w 5860123"/>
                <a:gd name="connsiteY702" fmla="*/ 3868496 h 4856353"/>
                <a:gd name="connsiteX703" fmla="*/ 4759272 w 5860123"/>
                <a:gd name="connsiteY703" fmla="*/ 3878973 h 4856353"/>
                <a:gd name="connsiteX704" fmla="*/ 4743079 w 5860123"/>
                <a:gd name="connsiteY704" fmla="*/ 3874211 h 4856353"/>
                <a:gd name="connsiteX705" fmla="*/ 4730697 w 5860123"/>
                <a:gd name="connsiteY705" fmla="*/ 3864686 h 4856353"/>
                <a:gd name="connsiteX706" fmla="*/ 4735459 w 5860123"/>
                <a:gd name="connsiteY706" fmla="*/ 3885640 h 4856353"/>
                <a:gd name="connsiteX707" fmla="*/ 4739269 w 5860123"/>
                <a:gd name="connsiteY707" fmla="*/ 3914215 h 4856353"/>
                <a:gd name="connsiteX708" fmla="*/ 4709741 w 5860123"/>
                <a:gd name="connsiteY708" fmla="*/ 3919931 h 4856353"/>
                <a:gd name="connsiteX709" fmla="*/ 4713552 w 5860123"/>
                <a:gd name="connsiteY709" fmla="*/ 3932313 h 4856353"/>
                <a:gd name="connsiteX710" fmla="*/ 4716409 w 5860123"/>
                <a:gd name="connsiteY710" fmla="*/ 3943743 h 4856353"/>
                <a:gd name="connsiteX711" fmla="*/ 4708789 w 5860123"/>
                <a:gd name="connsiteY711" fmla="*/ 3958983 h 4856353"/>
                <a:gd name="connsiteX712" fmla="*/ 4694502 w 5860123"/>
                <a:gd name="connsiteY712" fmla="*/ 3960888 h 4856353"/>
                <a:gd name="connsiteX713" fmla="*/ 4667831 w 5860123"/>
                <a:gd name="connsiteY713" fmla="*/ 3958983 h 4856353"/>
                <a:gd name="connsiteX714" fmla="*/ 4652591 w 5860123"/>
                <a:gd name="connsiteY714" fmla="*/ 3955173 h 4856353"/>
                <a:gd name="connsiteX715" fmla="*/ 4643066 w 5860123"/>
                <a:gd name="connsiteY715" fmla="*/ 3951363 h 4856353"/>
                <a:gd name="connsiteX716" fmla="*/ 4646877 w 5860123"/>
                <a:gd name="connsiteY716" fmla="*/ 3971365 h 4856353"/>
                <a:gd name="connsiteX717" fmla="*/ 4636399 w 5860123"/>
                <a:gd name="connsiteY717" fmla="*/ 3979938 h 4856353"/>
                <a:gd name="connsiteX718" fmla="*/ 4617349 w 5860123"/>
                <a:gd name="connsiteY718" fmla="*/ 3979938 h 4856353"/>
                <a:gd name="connsiteX719" fmla="*/ 4624969 w 5860123"/>
                <a:gd name="connsiteY719" fmla="*/ 3988511 h 4856353"/>
                <a:gd name="connsiteX720" fmla="*/ 4641162 w 5860123"/>
                <a:gd name="connsiteY720" fmla="*/ 3992321 h 4856353"/>
                <a:gd name="connsiteX721" fmla="*/ 4631637 w 5860123"/>
                <a:gd name="connsiteY721" fmla="*/ 4014228 h 4856353"/>
                <a:gd name="connsiteX722" fmla="*/ 4619254 w 5860123"/>
                <a:gd name="connsiteY722" fmla="*/ 4031373 h 4856353"/>
                <a:gd name="connsiteX723" fmla="*/ 4606872 w 5860123"/>
                <a:gd name="connsiteY723" fmla="*/ 4040898 h 4856353"/>
                <a:gd name="connsiteX724" fmla="*/ 4594489 w 5860123"/>
                <a:gd name="connsiteY724" fmla="*/ 4056138 h 4856353"/>
                <a:gd name="connsiteX725" fmla="*/ 4583059 w 5860123"/>
                <a:gd name="connsiteY725" fmla="*/ 4058996 h 4856353"/>
                <a:gd name="connsiteX726" fmla="*/ 4572581 w 5860123"/>
                <a:gd name="connsiteY726" fmla="*/ 4063758 h 4856353"/>
                <a:gd name="connsiteX727" fmla="*/ 4559247 w 5860123"/>
                <a:gd name="connsiteY727" fmla="*/ 4075188 h 4856353"/>
                <a:gd name="connsiteX728" fmla="*/ 4544959 w 5860123"/>
                <a:gd name="connsiteY728" fmla="*/ 4086618 h 4856353"/>
                <a:gd name="connsiteX729" fmla="*/ 4531624 w 5860123"/>
                <a:gd name="connsiteY729" fmla="*/ 4099000 h 4856353"/>
                <a:gd name="connsiteX730" fmla="*/ 4513527 w 5860123"/>
                <a:gd name="connsiteY730" fmla="*/ 4097096 h 4856353"/>
                <a:gd name="connsiteX731" fmla="*/ 4501144 w 5860123"/>
                <a:gd name="connsiteY731" fmla="*/ 4109478 h 4856353"/>
                <a:gd name="connsiteX732" fmla="*/ 4496381 w 5860123"/>
                <a:gd name="connsiteY732" fmla="*/ 4123765 h 4856353"/>
                <a:gd name="connsiteX733" fmla="*/ 4488762 w 5860123"/>
                <a:gd name="connsiteY733" fmla="*/ 4141863 h 4856353"/>
                <a:gd name="connsiteX734" fmla="*/ 4471616 w 5860123"/>
                <a:gd name="connsiteY734" fmla="*/ 4160913 h 4856353"/>
                <a:gd name="connsiteX735" fmla="*/ 4462091 w 5860123"/>
                <a:gd name="connsiteY735" fmla="*/ 4176153 h 4856353"/>
                <a:gd name="connsiteX736" fmla="*/ 4455424 w 5860123"/>
                <a:gd name="connsiteY736" fmla="*/ 4191393 h 4856353"/>
                <a:gd name="connsiteX737" fmla="*/ 4434469 w 5860123"/>
                <a:gd name="connsiteY737" fmla="*/ 4194251 h 4856353"/>
                <a:gd name="connsiteX738" fmla="*/ 4415419 w 5860123"/>
                <a:gd name="connsiteY738" fmla="*/ 4205681 h 4856353"/>
                <a:gd name="connsiteX739" fmla="*/ 4399227 w 5860123"/>
                <a:gd name="connsiteY739" fmla="*/ 4213301 h 4856353"/>
                <a:gd name="connsiteX740" fmla="*/ 4380177 w 5860123"/>
                <a:gd name="connsiteY740" fmla="*/ 4221873 h 4856353"/>
                <a:gd name="connsiteX741" fmla="*/ 4368747 w 5860123"/>
                <a:gd name="connsiteY741" fmla="*/ 4217111 h 4856353"/>
                <a:gd name="connsiteX742" fmla="*/ 4351602 w 5860123"/>
                <a:gd name="connsiteY742" fmla="*/ 4211396 h 4856353"/>
                <a:gd name="connsiteX743" fmla="*/ 4340172 w 5860123"/>
                <a:gd name="connsiteY743" fmla="*/ 4225683 h 4856353"/>
                <a:gd name="connsiteX744" fmla="*/ 4327789 w 5860123"/>
                <a:gd name="connsiteY744" fmla="*/ 4239018 h 4856353"/>
                <a:gd name="connsiteX745" fmla="*/ 4309691 w 5860123"/>
                <a:gd name="connsiteY745" fmla="*/ 4226636 h 4856353"/>
                <a:gd name="connsiteX746" fmla="*/ 4284927 w 5860123"/>
                <a:gd name="connsiteY746" fmla="*/ 4224731 h 4856353"/>
                <a:gd name="connsiteX747" fmla="*/ 4264924 w 5860123"/>
                <a:gd name="connsiteY747" fmla="*/ 4250448 h 4856353"/>
                <a:gd name="connsiteX748" fmla="*/ 4249684 w 5860123"/>
                <a:gd name="connsiteY748" fmla="*/ 4259021 h 4856353"/>
                <a:gd name="connsiteX749" fmla="*/ 4241112 w 5860123"/>
                <a:gd name="connsiteY749" fmla="*/ 4239018 h 4856353"/>
                <a:gd name="connsiteX750" fmla="*/ 4223966 w 5860123"/>
                <a:gd name="connsiteY750" fmla="*/ 4235208 h 4856353"/>
                <a:gd name="connsiteX751" fmla="*/ 4222062 w 5860123"/>
                <a:gd name="connsiteY751" fmla="*/ 4258068 h 4856353"/>
                <a:gd name="connsiteX752" fmla="*/ 4216347 w 5860123"/>
                <a:gd name="connsiteY752" fmla="*/ 4272356 h 4856353"/>
                <a:gd name="connsiteX753" fmla="*/ 4204916 w 5860123"/>
                <a:gd name="connsiteY753" fmla="*/ 4259973 h 4856353"/>
                <a:gd name="connsiteX754" fmla="*/ 4187771 w 5860123"/>
                <a:gd name="connsiteY754" fmla="*/ 4257116 h 4856353"/>
                <a:gd name="connsiteX755" fmla="*/ 4189676 w 5860123"/>
                <a:gd name="connsiteY755" fmla="*/ 4272356 h 4856353"/>
                <a:gd name="connsiteX756" fmla="*/ 4194439 w 5860123"/>
                <a:gd name="connsiteY756" fmla="*/ 4290453 h 4856353"/>
                <a:gd name="connsiteX757" fmla="*/ 4169674 w 5860123"/>
                <a:gd name="connsiteY757" fmla="*/ 4292358 h 4856353"/>
                <a:gd name="connsiteX758" fmla="*/ 4156339 w 5860123"/>
                <a:gd name="connsiteY758" fmla="*/ 4289501 h 4856353"/>
                <a:gd name="connsiteX759" fmla="*/ 4140146 w 5860123"/>
                <a:gd name="connsiteY759" fmla="*/ 4280928 h 4856353"/>
                <a:gd name="connsiteX760" fmla="*/ 4123954 w 5860123"/>
                <a:gd name="connsiteY760" fmla="*/ 4248543 h 4856353"/>
                <a:gd name="connsiteX761" fmla="*/ 4109666 w 5860123"/>
                <a:gd name="connsiteY761" fmla="*/ 4236161 h 4856353"/>
                <a:gd name="connsiteX762" fmla="*/ 4100141 w 5860123"/>
                <a:gd name="connsiteY762" fmla="*/ 4219016 h 4856353"/>
                <a:gd name="connsiteX763" fmla="*/ 4088711 w 5860123"/>
                <a:gd name="connsiteY763" fmla="*/ 4218063 h 4856353"/>
                <a:gd name="connsiteX764" fmla="*/ 4094426 w 5860123"/>
                <a:gd name="connsiteY764" fmla="*/ 4238066 h 4856353"/>
                <a:gd name="connsiteX765" fmla="*/ 4099189 w 5860123"/>
                <a:gd name="connsiteY765" fmla="*/ 4267593 h 4856353"/>
                <a:gd name="connsiteX766" fmla="*/ 4102046 w 5860123"/>
                <a:gd name="connsiteY766" fmla="*/ 4292358 h 4856353"/>
                <a:gd name="connsiteX767" fmla="*/ 4101094 w 5860123"/>
                <a:gd name="connsiteY767" fmla="*/ 4313313 h 4856353"/>
                <a:gd name="connsiteX768" fmla="*/ 4082044 w 5860123"/>
                <a:gd name="connsiteY768" fmla="*/ 4314266 h 4856353"/>
                <a:gd name="connsiteX769" fmla="*/ 4074424 w 5860123"/>
                <a:gd name="connsiteY769" fmla="*/ 4319028 h 4856353"/>
                <a:gd name="connsiteX770" fmla="*/ 4067756 w 5860123"/>
                <a:gd name="connsiteY770" fmla="*/ 4333316 h 4856353"/>
                <a:gd name="connsiteX771" fmla="*/ 4048706 w 5860123"/>
                <a:gd name="connsiteY771" fmla="*/ 4335221 h 4856353"/>
                <a:gd name="connsiteX772" fmla="*/ 4043944 w 5860123"/>
                <a:gd name="connsiteY772" fmla="*/ 4306646 h 4856353"/>
                <a:gd name="connsiteX773" fmla="*/ 4036324 w 5860123"/>
                <a:gd name="connsiteY773" fmla="*/ 4308551 h 4856353"/>
                <a:gd name="connsiteX774" fmla="*/ 4033466 w 5860123"/>
                <a:gd name="connsiteY774" fmla="*/ 4325696 h 4856353"/>
                <a:gd name="connsiteX775" fmla="*/ 4031561 w 5860123"/>
                <a:gd name="connsiteY775" fmla="*/ 4340936 h 4856353"/>
                <a:gd name="connsiteX776" fmla="*/ 4030609 w 5860123"/>
                <a:gd name="connsiteY776" fmla="*/ 4354271 h 4856353"/>
                <a:gd name="connsiteX777" fmla="*/ 4016321 w 5860123"/>
                <a:gd name="connsiteY777" fmla="*/ 4357128 h 4856353"/>
                <a:gd name="connsiteX778" fmla="*/ 3999176 w 5860123"/>
                <a:gd name="connsiteY778" fmla="*/ 4356176 h 4856353"/>
                <a:gd name="connsiteX779" fmla="*/ 3986794 w 5860123"/>
                <a:gd name="connsiteY779" fmla="*/ 4370463 h 4856353"/>
                <a:gd name="connsiteX780" fmla="*/ 3969649 w 5860123"/>
                <a:gd name="connsiteY780" fmla="*/ 4370463 h 4856353"/>
                <a:gd name="connsiteX781" fmla="*/ 3956314 w 5860123"/>
                <a:gd name="connsiteY781" fmla="*/ 4377131 h 4856353"/>
                <a:gd name="connsiteX782" fmla="*/ 3942026 w 5860123"/>
                <a:gd name="connsiteY782" fmla="*/ 4385703 h 4856353"/>
                <a:gd name="connsiteX783" fmla="*/ 3931549 w 5860123"/>
                <a:gd name="connsiteY783" fmla="*/ 4378083 h 4856353"/>
                <a:gd name="connsiteX784" fmla="*/ 3918214 w 5860123"/>
                <a:gd name="connsiteY784" fmla="*/ 4371416 h 4856353"/>
                <a:gd name="connsiteX785" fmla="*/ 3899164 w 5860123"/>
                <a:gd name="connsiteY785" fmla="*/ 4376178 h 4856353"/>
                <a:gd name="connsiteX786" fmla="*/ 3900116 w 5860123"/>
                <a:gd name="connsiteY786" fmla="*/ 4396181 h 4856353"/>
                <a:gd name="connsiteX787" fmla="*/ 3887734 w 5860123"/>
                <a:gd name="connsiteY787" fmla="*/ 4406658 h 4856353"/>
                <a:gd name="connsiteX788" fmla="*/ 3882019 w 5860123"/>
                <a:gd name="connsiteY788" fmla="*/ 4387608 h 4856353"/>
                <a:gd name="connsiteX789" fmla="*/ 3868684 w 5860123"/>
                <a:gd name="connsiteY789" fmla="*/ 4377131 h 4856353"/>
                <a:gd name="connsiteX790" fmla="*/ 3872494 w 5860123"/>
                <a:gd name="connsiteY790" fmla="*/ 4387608 h 4856353"/>
                <a:gd name="connsiteX791" fmla="*/ 3863921 w 5860123"/>
                <a:gd name="connsiteY791" fmla="*/ 4405706 h 4856353"/>
                <a:gd name="connsiteX792" fmla="*/ 3839156 w 5860123"/>
                <a:gd name="connsiteY792" fmla="*/ 4411421 h 4856353"/>
                <a:gd name="connsiteX793" fmla="*/ 3806771 w 5860123"/>
                <a:gd name="connsiteY793" fmla="*/ 4416183 h 4856353"/>
                <a:gd name="connsiteX794" fmla="*/ 3753431 w 5860123"/>
                <a:gd name="connsiteY794" fmla="*/ 4430471 h 4856353"/>
                <a:gd name="connsiteX795" fmla="*/ 3730571 w 5860123"/>
                <a:gd name="connsiteY795" fmla="*/ 4461903 h 4856353"/>
                <a:gd name="connsiteX796" fmla="*/ 3717236 w 5860123"/>
                <a:gd name="connsiteY796" fmla="*/ 4465713 h 4856353"/>
                <a:gd name="connsiteX797" fmla="*/ 3711521 w 5860123"/>
                <a:gd name="connsiteY797" fmla="*/ 4447616 h 4856353"/>
                <a:gd name="connsiteX798" fmla="*/ 3700091 w 5860123"/>
                <a:gd name="connsiteY798" fmla="*/ 4430471 h 4856353"/>
                <a:gd name="connsiteX799" fmla="*/ 3701044 w 5860123"/>
                <a:gd name="connsiteY799" fmla="*/ 4451426 h 4856353"/>
                <a:gd name="connsiteX800" fmla="*/ 3689614 w 5860123"/>
                <a:gd name="connsiteY800" fmla="*/ 4468571 h 4856353"/>
                <a:gd name="connsiteX801" fmla="*/ 3674374 w 5860123"/>
                <a:gd name="connsiteY801" fmla="*/ 4480953 h 4856353"/>
                <a:gd name="connsiteX802" fmla="*/ 3673421 w 5860123"/>
                <a:gd name="connsiteY802" fmla="*/ 4500956 h 4856353"/>
                <a:gd name="connsiteX803" fmla="*/ 3691519 w 5860123"/>
                <a:gd name="connsiteY803" fmla="*/ 4507623 h 4856353"/>
                <a:gd name="connsiteX804" fmla="*/ 3701044 w 5860123"/>
                <a:gd name="connsiteY804" fmla="*/ 4523816 h 4856353"/>
                <a:gd name="connsiteX805" fmla="*/ 3712474 w 5860123"/>
                <a:gd name="connsiteY805" fmla="*/ 4541913 h 4856353"/>
                <a:gd name="connsiteX806" fmla="*/ 3712474 w 5860123"/>
                <a:gd name="connsiteY806" fmla="*/ 4566678 h 4856353"/>
                <a:gd name="connsiteX807" fmla="*/ 3689614 w 5860123"/>
                <a:gd name="connsiteY807" fmla="*/ 4581918 h 4856353"/>
                <a:gd name="connsiteX808" fmla="*/ 3663896 w 5860123"/>
                <a:gd name="connsiteY808" fmla="*/ 4580966 h 4856353"/>
                <a:gd name="connsiteX809" fmla="*/ 3643894 w 5860123"/>
                <a:gd name="connsiteY809" fmla="*/ 4581918 h 4856353"/>
                <a:gd name="connsiteX810" fmla="*/ 3643894 w 5860123"/>
                <a:gd name="connsiteY810" fmla="*/ 4571441 h 4856353"/>
                <a:gd name="connsiteX811" fmla="*/ 3650561 w 5860123"/>
                <a:gd name="connsiteY811" fmla="*/ 4560963 h 4856353"/>
                <a:gd name="connsiteX812" fmla="*/ 3637226 w 5860123"/>
                <a:gd name="connsiteY812" fmla="*/ 4551438 h 4856353"/>
                <a:gd name="connsiteX813" fmla="*/ 3621034 w 5860123"/>
                <a:gd name="connsiteY813" fmla="*/ 4534293 h 4856353"/>
                <a:gd name="connsiteX814" fmla="*/ 3608651 w 5860123"/>
                <a:gd name="connsiteY814" fmla="*/ 4501908 h 4856353"/>
                <a:gd name="connsiteX815" fmla="*/ 3617224 w 5860123"/>
                <a:gd name="connsiteY815" fmla="*/ 4467618 h 4856353"/>
                <a:gd name="connsiteX816" fmla="*/ 3619129 w 5860123"/>
                <a:gd name="connsiteY816" fmla="*/ 4440948 h 4856353"/>
                <a:gd name="connsiteX817" fmla="*/ 3633416 w 5860123"/>
                <a:gd name="connsiteY817" fmla="*/ 4436186 h 4856353"/>
                <a:gd name="connsiteX818" fmla="*/ 3641036 w 5860123"/>
                <a:gd name="connsiteY818" fmla="*/ 4426661 h 4856353"/>
                <a:gd name="connsiteX819" fmla="*/ 3626749 w 5860123"/>
                <a:gd name="connsiteY819" fmla="*/ 4421898 h 4856353"/>
                <a:gd name="connsiteX820" fmla="*/ 3607699 w 5860123"/>
                <a:gd name="connsiteY820" fmla="*/ 4414278 h 4856353"/>
                <a:gd name="connsiteX821" fmla="*/ 3599126 w 5860123"/>
                <a:gd name="connsiteY821" fmla="*/ 4391418 h 4856353"/>
                <a:gd name="connsiteX822" fmla="*/ 3589601 w 5860123"/>
                <a:gd name="connsiteY822" fmla="*/ 4385703 h 4856353"/>
                <a:gd name="connsiteX823" fmla="*/ 3590554 w 5860123"/>
                <a:gd name="connsiteY823" fmla="*/ 4401896 h 4856353"/>
                <a:gd name="connsiteX824" fmla="*/ 3587696 w 5860123"/>
                <a:gd name="connsiteY824" fmla="*/ 4419041 h 4856353"/>
                <a:gd name="connsiteX825" fmla="*/ 3568646 w 5860123"/>
                <a:gd name="connsiteY825" fmla="*/ 4425708 h 4856353"/>
                <a:gd name="connsiteX826" fmla="*/ 3537214 w 5860123"/>
                <a:gd name="connsiteY826" fmla="*/ 4426661 h 4856353"/>
                <a:gd name="connsiteX827" fmla="*/ 3539119 w 5860123"/>
                <a:gd name="connsiteY827" fmla="*/ 4412373 h 4856353"/>
                <a:gd name="connsiteX828" fmla="*/ 3521021 w 5860123"/>
                <a:gd name="connsiteY828" fmla="*/ 4401896 h 4856353"/>
                <a:gd name="connsiteX829" fmla="*/ 3509591 w 5860123"/>
                <a:gd name="connsiteY829" fmla="*/ 4384751 h 4856353"/>
                <a:gd name="connsiteX830" fmla="*/ 3503876 w 5860123"/>
                <a:gd name="connsiteY830" fmla="*/ 4374273 h 4856353"/>
                <a:gd name="connsiteX831" fmla="*/ 3498161 w 5860123"/>
                <a:gd name="connsiteY831" fmla="*/ 4389513 h 4856353"/>
                <a:gd name="connsiteX832" fmla="*/ 3483874 w 5860123"/>
                <a:gd name="connsiteY832" fmla="*/ 4393323 h 4856353"/>
                <a:gd name="connsiteX833" fmla="*/ 3472444 w 5860123"/>
                <a:gd name="connsiteY833" fmla="*/ 4370463 h 4856353"/>
                <a:gd name="connsiteX834" fmla="*/ 3461014 w 5860123"/>
                <a:gd name="connsiteY834" fmla="*/ 4362843 h 4856353"/>
                <a:gd name="connsiteX835" fmla="*/ 3462919 w 5860123"/>
                <a:gd name="connsiteY835" fmla="*/ 4380941 h 4856353"/>
                <a:gd name="connsiteX836" fmla="*/ 3460061 w 5860123"/>
                <a:gd name="connsiteY836" fmla="*/ 4405706 h 4856353"/>
                <a:gd name="connsiteX837" fmla="*/ 3453394 w 5860123"/>
                <a:gd name="connsiteY837" fmla="*/ 4399038 h 4856353"/>
                <a:gd name="connsiteX838" fmla="*/ 3447679 w 5860123"/>
                <a:gd name="connsiteY838" fmla="*/ 4389513 h 4856353"/>
                <a:gd name="connsiteX839" fmla="*/ 3435296 w 5860123"/>
                <a:gd name="connsiteY839" fmla="*/ 4404753 h 4856353"/>
                <a:gd name="connsiteX840" fmla="*/ 3428629 w 5860123"/>
                <a:gd name="connsiteY840" fmla="*/ 4400943 h 4856353"/>
                <a:gd name="connsiteX841" fmla="*/ 3420056 w 5860123"/>
                <a:gd name="connsiteY841" fmla="*/ 4400943 h 4856353"/>
                <a:gd name="connsiteX842" fmla="*/ 3407674 w 5860123"/>
                <a:gd name="connsiteY842" fmla="*/ 4407611 h 4856353"/>
                <a:gd name="connsiteX843" fmla="*/ 3401006 w 5860123"/>
                <a:gd name="connsiteY843" fmla="*/ 4405706 h 4856353"/>
                <a:gd name="connsiteX844" fmla="*/ 3394339 w 5860123"/>
                <a:gd name="connsiteY844" fmla="*/ 4403801 h 4856353"/>
                <a:gd name="connsiteX845" fmla="*/ 3388624 w 5860123"/>
                <a:gd name="connsiteY845" fmla="*/ 4399991 h 4856353"/>
                <a:gd name="connsiteX846" fmla="*/ 3379099 w 5860123"/>
                <a:gd name="connsiteY846" fmla="*/ 4391418 h 4856353"/>
                <a:gd name="connsiteX847" fmla="*/ 3362906 w 5860123"/>
                <a:gd name="connsiteY847" fmla="*/ 4390466 h 4856353"/>
                <a:gd name="connsiteX848" fmla="*/ 3354334 w 5860123"/>
                <a:gd name="connsiteY848" fmla="*/ 4395228 h 4856353"/>
                <a:gd name="connsiteX849" fmla="*/ 3344809 w 5860123"/>
                <a:gd name="connsiteY849" fmla="*/ 4397133 h 4856353"/>
                <a:gd name="connsiteX850" fmla="*/ 3338141 w 5860123"/>
                <a:gd name="connsiteY850" fmla="*/ 4397133 h 4856353"/>
                <a:gd name="connsiteX851" fmla="*/ 3331474 w 5860123"/>
                <a:gd name="connsiteY851" fmla="*/ 4393323 h 4856353"/>
                <a:gd name="connsiteX852" fmla="*/ 3320044 w 5860123"/>
                <a:gd name="connsiteY852" fmla="*/ 4392371 h 4856353"/>
                <a:gd name="connsiteX853" fmla="*/ 3312424 w 5860123"/>
                <a:gd name="connsiteY853" fmla="*/ 4384751 h 4856353"/>
                <a:gd name="connsiteX854" fmla="*/ 3307661 w 5860123"/>
                <a:gd name="connsiteY854" fmla="*/ 4378083 h 4856353"/>
                <a:gd name="connsiteX855" fmla="*/ 3302899 w 5860123"/>
                <a:gd name="connsiteY855" fmla="*/ 4379988 h 4856353"/>
                <a:gd name="connsiteX856" fmla="*/ 3295279 w 5860123"/>
                <a:gd name="connsiteY856" fmla="*/ 4381893 h 4856353"/>
                <a:gd name="connsiteX857" fmla="*/ 3290516 w 5860123"/>
                <a:gd name="connsiteY857" fmla="*/ 4377131 h 4856353"/>
                <a:gd name="connsiteX858" fmla="*/ 3284801 w 5860123"/>
                <a:gd name="connsiteY858" fmla="*/ 4372368 h 4856353"/>
                <a:gd name="connsiteX859" fmla="*/ 3282896 w 5860123"/>
                <a:gd name="connsiteY859" fmla="*/ 4370463 h 4856353"/>
                <a:gd name="connsiteX860" fmla="*/ 3280991 w 5860123"/>
                <a:gd name="connsiteY860" fmla="*/ 4369511 h 4856353"/>
                <a:gd name="connsiteX861" fmla="*/ 3278134 w 5860123"/>
                <a:gd name="connsiteY861" fmla="*/ 4368558 h 4856353"/>
                <a:gd name="connsiteX862" fmla="*/ 3273371 w 5860123"/>
                <a:gd name="connsiteY862" fmla="*/ 4365701 h 4856353"/>
                <a:gd name="connsiteX863" fmla="*/ 3275276 w 5860123"/>
                <a:gd name="connsiteY863" fmla="*/ 4360938 h 4856353"/>
                <a:gd name="connsiteX864" fmla="*/ 3277181 w 5860123"/>
                <a:gd name="connsiteY864" fmla="*/ 4358081 h 4856353"/>
                <a:gd name="connsiteX865" fmla="*/ 3273371 w 5860123"/>
                <a:gd name="connsiteY865" fmla="*/ 4353318 h 4856353"/>
                <a:gd name="connsiteX866" fmla="*/ 3267656 w 5860123"/>
                <a:gd name="connsiteY866" fmla="*/ 4353318 h 4856353"/>
                <a:gd name="connsiteX867" fmla="*/ 3261941 w 5860123"/>
                <a:gd name="connsiteY867" fmla="*/ 4352366 h 4856353"/>
                <a:gd name="connsiteX868" fmla="*/ 3259084 w 5860123"/>
                <a:gd name="connsiteY868" fmla="*/ 4348556 h 4856353"/>
                <a:gd name="connsiteX869" fmla="*/ 3251464 w 5860123"/>
                <a:gd name="connsiteY869" fmla="*/ 4346651 h 4856353"/>
                <a:gd name="connsiteX870" fmla="*/ 3246701 w 5860123"/>
                <a:gd name="connsiteY870" fmla="*/ 4346651 h 4856353"/>
                <a:gd name="connsiteX871" fmla="*/ 3240986 w 5860123"/>
                <a:gd name="connsiteY871" fmla="*/ 4346651 h 4856353"/>
                <a:gd name="connsiteX872" fmla="*/ 3237176 w 5860123"/>
                <a:gd name="connsiteY872" fmla="*/ 4348556 h 4856353"/>
                <a:gd name="connsiteX873" fmla="*/ 3236224 w 5860123"/>
                <a:gd name="connsiteY873" fmla="*/ 4341888 h 4856353"/>
                <a:gd name="connsiteX874" fmla="*/ 3236224 w 5860123"/>
                <a:gd name="connsiteY874" fmla="*/ 4315218 h 4856353"/>
                <a:gd name="connsiteX875" fmla="*/ 3236224 w 5860123"/>
                <a:gd name="connsiteY875" fmla="*/ 4303788 h 4856353"/>
                <a:gd name="connsiteX876" fmla="*/ 3227651 w 5860123"/>
                <a:gd name="connsiteY876" fmla="*/ 4299026 h 4856353"/>
                <a:gd name="connsiteX877" fmla="*/ 3222889 w 5860123"/>
                <a:gd name="connsiteY877" fmla="*/ 4295216 h 4856353"/>
                <a:gd name="connsiteX878" fmla="*/ 3220984 w 5860123"/>
                <a:gd name="connsiteY878" fmla="*/ 4290453 h 4856353"/>
                <a:gd name="connsiteX879" fmla="*/ 3221936 w 5860123"/>
                <a:gd name="connsiteY879" fmla="*/ 4282833 h 4856353"/>
                <a:gd name="connsiteX880" fmla="*/ 3223841 w 5860123"/>
                <a:gd name="connsiteY880" fmla="*/ 4276166 h 4856353"/>
                <a:gd name="connsiteX881" fmla="*/ 3225746 w 5860123"/>
                <a:gd name="connsiteY881" fmla="*/ 4272356 h 4856353"/>
                <a:gd name="connsiteX882" fmla="*/ 3229556 w 5860123"/>
                <a:gd name="connsiteY882" fmla="*/ 4265688 h 4856353"/>
                <a:gd name="connsiteX883" fmla="*/ 3235271 w 5860123"/>
                <a:gd name="connsiteY883" fmla="*/ 4265688 h 4856353"/>
                <a:gd name="connsiteX884" fmla="*/ 3244796 w 5860123"/>
                <a:gd name="connsiteY884" fmla="*/ 4252353 h 4856353"/>
                <a:gd name="connsiteX885" fmla="*/ 3251464 w 5860123"/>
                <a:gd name="connsiteY885" fmla="*/ 4242828 h 4856353"/>
                <a:gd name="connsiteX886" fmla="*/ 3250511 w 5860123"/>
                <a:gd name="connsiteY886" fmla="*/ 4237113 h 4856353"/>
                <a:gd name="connsiteX887" fmla="*/ 3233366 w 5860123"/>
                <a:gd name="connsiteY887" fmla="*/ 4228541 h 4856353"/>
                <a:gd name="connsiteX888" fmla="*/ 3222889 w 5860123"/>
                <a:gd name="connsiteY888" fmla="*/ 4218063 h 4856353"/>
                <a:gd name="connsiteX889" fmla="*/ 3216221 w 5860123"/>
                <a:gd name="connsiteY889" fmla="*/ 4220921 h 4856353"/>
                <a:gd name="connsiteX890" fmla="*/ 3200029 w 5860123"/>
                <a:gd name="connsiteY890" fmla="*/ 4227588 h 4856353"/>
                <a:gd name="connsiteX891" fmla="*/ 3187646 w 5860123"/>
                <a:gd name="connsiteY891" fmla="*/ 4222826 h 4856353"/>
                <a:gd name="connsiteX892" fmla="*/ 3181931 w 5860123"/>
                <a:gd name="connsiteY892" fmla="*/ 4213301 h 4856353"/>
                <a:gd name="connsiteX893" fmla="*/ 3163834 w 5860123"/>
                <a:gd name="connsiteY893" fmla="*/ 4209491 h 4856353"/>
                <a:gd name="connsiteX894" fmla="*/ 3156214 w 5860123"/>
                <a:gd name="connsiteY894" fmla="*/ 4213301 h 4856353"/>
                <a:gd name="connsiteX895" fmla="*/ 3146689 w 5860123"/>
                <a:gd name="connsiteY895" fmla="*/ 4216158 h 4856353"/>
                <a:gd name="connsiteX896" fmla="*/ 3140021 w 5860123"/>
                <a:gd name="connsiteY896" fmla="*/ 4215206 h 4856353"/>
                <a:gd name="connsiteX897" fmla="*/ 3132401 w 5860123"/>
                <a:gd name="connsiteY897" fmla="*/ 4208538 h 4856353"/>
                <a:gd name="connsiteX898" fmla="*/ 3124781 w 5860123"/>
                <a:gd name="connsiteY898" fmla="*/ 4201871 h 4856353"/>
                <a:gd name="connsiteX899" fmla="*/ 3108589 w 5860123"/>
                <a:gd name="connsiteY899" fmla="*/ 4197108 h 4856353"/>
                <a:gd name="connsiteX900" fmla="*/ 3103826 w 5860123"/>
                <a:gd name="connsiteY900" fmla="*/ 4187583 h 4856353"/>
                <a:gd name="connsiteX901" fmla="*/ 3097159 w 5860123"/>
                <a:gd name="connsiteY901" fmla="*/ 4179011 h 4856353"/>
                <a:gd name="connsiteX902" fmla="*/ 3095254 w 5860123"/>
                <a:gd name="connsiteY902" fmla="*/ 4177106 h 4856353"/>
                <a:gd name="connsiteX903" fmla="*/ 3090491 w 5860123"/>
                <a:gd name="connsiteY903" fmla="*/ 4172343 h 4856353"/>
                <a:gd name="connsiteX904" fmla="*/ 3087634 w 5860123"/>
                <a:gd name="connsiteY904" fmla="*/ 4165675 h 4856353"/>
                <a:gd name="connsiteX905" fmla="*/ 3081919 w 5860123"/>
                <a:gd name="connsiteY905" fmla="*/ 4164723 h 4856353"/>
                <a:gd name="connsiteX906" fmla="*/ 3076204 w 5860123"/>
                <a:gd name="connsiteY906" fmla="*/ 4158056 h 4856353"/>
                <a:gd name="connsiteX907" fmla="*/ 3069536 w 5860123"/>
                <a:gd name="connsiteY907" fmla="*/ 4156150 h 4856353"/>
                <a:gd name="connsiteX908" fmla="*/ 3064774 w 5860123"/>
                <a:gd name="connsiteY908" fmla="*/ 4162818 h 4856353"/>
                <a:gd name="connsiteX909" fmla="*/ 3060011 w 5860123"/>
                <a:gd name="connsiteY909" fmla="*/ 4167581 h 4856353"/>
                <a:gd name="connsiteX910" fmla="*/ 3053344 w 5860123"/>
                <a:gd name="connsiteY910" fmla="*/ 4165675 h 4856353"/>
                <a:gd name="connsiteX911" fmla="*/ 3046676 w 5860123"/>
                <a:gd name="connsiteY911" fmla="*/ 4166628 h 4856353"/>
                <a:gd name="connsiteX912" fmla="*/ 3043819 w 5860123"/>
                <a:gd name="connsiteY912" fmla="*/ 4167581 h 4856353"/>
                <a:gd name="connsiteX913" fmla="*/ 3034294 w 5860123"/>
                <a:gd name="connsiteY913" fmla="*/ 4172343 h 4856353"/>
                <a:gd name="connsiteX914" fmla="*/ 3032389 w 5860123"/>
                <a:gd name="connsiteY914" fmla="*/ 4174248 h 4856353"/>
                <a:gd name="connsiteX915" fmla="*/ 3023816 w 5860123"/>
                <a:gd name="connsiteY915" fmla="*/ 4179963 h 4856353"/>
                <a:gd name="connsiteX916" fmla="*/ 3016196 w 5860123"/>
                <a:gd name="connsiteY916" fmla="*/ 4181868 h 4856353"/>
                <a:gd name="connsiteX917" fmla="*/ 3008576 w 5860123"/>
                <a:gd name="connsiteY917" fmla="*/ 4188536 h 4856353"/>
                <a:gd name="connsiteX918" fmla="*/ 3010481 w 5860123"/>
                <a:gd name="connsiteY918" fmla="*/ 4198061 h 4856353"/>
                <a:gd name="connsiteX919" fmla="*/ 3012386 w 5860123"/>
                <a:gd name="connsiteY919" fmla="*/ 4200918 h 4856353"/>
                <a:gd name="connsiteX920" fmla="*/ 3011434 w 5860123"/>
                <a:gd name="connsiteY920" fmla="*/ 4209491 h 4856353"/>
                <a:gd name="connsiteX921" fmla="*/ 3000004 w 5860123"/>
                <a:gd name="connsiteY921" fmla="*/ 4215206 h 4856353"/>
                <a:gd name="connsiteX922" fmla="*/ 2998099 w 5860123"/>
                <a:gd name="connsiteY922" fmla="*/ 4217111 h 4856353"/>
                <a:gd name="connsiteX923" fmla="*/ 2991431 w 5860123"/>
                <a:gd name="connsiteY923" fmla="*/ 4220921 h 4856353"/>
                <a:gd name="connsiteX924" fmla="*/ 2984764 w 5860123"/>
                <a:gd name="connsiteY924" fmla="*/ 4219968 h 4856353"/>
                <a:gd name="connsiteX925" fmla="*/ 2980954 w 5860123"/>
                <a:gd name="connsiteY925" fmla="*/ 4219016 h 4856353"/>
                <a:gd name="connsiteX926" fmla="*/ 2971429 w 5860123"/>
                <a:gd name="connsiteY926" fmla="*/ 4221873 h 4856353"/>
                <a:gd name="connsiteX927" fmla="*/ 2961904 w 5860123"/>
                <a:gd name="connsiteY927" fmla="*/ 4227588 h 4856353"/>
                <a:gd name="connsiteX928" fmla="*/ 2952379 w 5860123"/>
                <a:gd name="connsiteY928" fmla="*/ 4235208 h 4856353"/>
                <a:gd name="connsiteX929" fmla="*/ 2945711 w 5860123"/>
                <a:gd name="connsiteY929" fmla="*/ 4234256 h 4856353"/>
                <a:gd name="connsiteX930" fmla="*/ 2938091 w 5860123"/>
                <a:gd name="connsiteY930" fmla="*/ 4228541 h 4856353"/>
                <a:gd name="connsiteX931" fmla="*/ 2938091 w 5860123"/>
                <a:gd name="connsiteY931" fmla="*/ 4222826 h 4856353"/>
                <a:gd name="connsiteX932" fmla="*/ 2939996 w 5860123"/>
                <a:gd name="connsiteY932" fmla="*/ 4215206 h 4856353"/>
                <a:gd name="connsiteX933" fmla="*/ 2929519 w 5860123"/>
                <a:gd name="connsiteY933" fmla="*/ 4218063 h 4856353"/>
                <a:gd name="connsiteX934" fmla="*/ 2919041 w 5860123"/>
                <a:gd name="connsiteY934" fmla="*/ 4220921 h 4856353"/>
                <a:gd name="connsiteX935" fmla="*/ 2916184 w 5860123"/>
                <a:gd name="connsiteY935" fmla="*/ 4222826 h 4856353"/>
                <a:gd name="connsiteX936" fmla="*/ 2907611 w 5860123"/>
                <a:gd name="connsiteY936" fmla="*/ 4242828 h 4856353"/>
                <a:gd name="connsiteX937" fmla="*/ 2905706 w 5860123"/>
                <a:gd name="connsiteY937" fmla="*/ 4255211 h 4856353"/>
                <a:gd name="connsiteX938" fmla="*/ 2905706 w 5860123"/>
                <a:gd name="connsiteY938" fmla="*/ 4259973 h 4856353"/>
                <a:gd name="connsiteX939" fmla="*/ 2902849 w 5860123"/>
                <a:gd name="connsiteY939" fmla="*/ 4261878 h 4856353"/>
                <a:gd name="connsiteX940" fmla="*/ 2901896 w 5860123"/>
                <a:gd name="connsiteY940" fmla="*/ 4261878 h 4856353"/>
                <a:gd name="connsiteX941" fmla="*/ 2894276 w 5860123"/>
                <a:gd name="connsiteY941" fmla="*/ 4253306 h 4856353"/>
                <a:gd name="connsiteX942" fmla="*/ 2875226 w 5860123"/>
                <a:gd name="connsiteY942" fmla="*/ 4234256 h 4856353"/>
                <a:gd name="connsiteX943" fmla="*/ 2866654 w 5860123"/>
                <a:gd name="connsiteY943" fmla="*/ 4224731 h 4856353"/>
                <a:gd name="connsiteX944" fmla="*/ 2859034 w 5860123"/>
                <a:gd name="connsiteY944" fmla="*/ 4219016 h 4856353"/>
                <a:gd name="connsiteX945" fmla="*/ 2845699 w 5860123"/>
                <a:gd name="connsiteY945" fmla="*/ 4242828 h 4856353"/>
                <a:gd name="connsiteX946" fmla="*/ 2834269 w 5860123"/>
                <a:gd name="connsiteY946" fmla="*/ 4230446 h 4856353"/>
                <a:gd name="connsiteX947" fmla="*/ 2824744 w 5860123"/>
                <a:gd name="connsiteY947" fmla="*/ 4216158 h 4856353"/>
                <a:gd name="connsiteX948" fmla="*/ 2816171 w 5860123"/>
                <a:gd name="connsiteY948" fmla="*/ 4222826 h 4856353"/>
                <a:gd name="connsiteX949" fmla="*/ 2815219 w 5860123"/>
                <a:gd name="connsiteY949" fmla="*/ 4224731 h 4856353"/>
                <a:gd name="connsiteX950" fmla="*/ 2813314 w 5860123"/>
                <a:gd name="connsiteY950" fmla="*/ 4228541 h 4856353"/>
                <a:gd name="connsiteX951" fmla="*/ 2805694 w 5860123"/>
                <a:gd name="connsiteY951" fmla="*/ 4235208 h 4856353"/>
                <a:gd name="connsiteX952" fmla="*/ 2799026 w 5860123"/>
                <a:gd name="connsiteY952" fmla="*/ 4244733 h 4856353"/>
                <a:gd name="connsiteX953" fmla="*/ 2793311 w 5860123"/>
                <a:gd name="connsiteY953" fmla="*/ 4251401 h 4856353"/>
                <a:gd name="connsiteX954" fmla="*/ 2786644 w 5860123"/>
                <a:gd name="connsiteY954" fmla="*/ 4256163 h 4856353"/>
                <a:gd name="connsiteX955" fmla="*/ 2779024 w 5860123"/>
                <a:gd name="connsiteY955" fmla="*/ 4259021 h 4856353"/>
                <a:gd name="connsiteX956" fmla="*/ 2771404 w 5860123"/>
                <a:gd name="connsiteY956" fmla="*/ 4253306 h 4856353"/>
                <a:gd name="connsiteX957" fmla="*/ 2763784 w 5860123"/>
                <a:gd name="connsiteY957" fmla="*/ 4244733 h 4856353"/>
                <a:gd name="connsiteX958" fmla="*/ 2758069 w 5860123"/>
                <a:gd name="connsiteY958" fmla="*/ 4236161 h 4856353"/>
                <a:gd name="connsiteX959" fmla="*/ 2742829 w 5860123"/>
                <a:gd name="connsiteY959" fmla="*/ 4224731 h 4856353"/>
                <a:gd name="connsiteX960" fmla="*/ 2730446 w 5860123"/>
                <a:gd name="connsiteY960" fmla="*/ 4219968 h 4856353"/>
                <a:gd name="connsiteX961" fmla="*/ 2722826 w 5860123"/>
                <a:gd name="connsiteY961" fmla="*/ 4216158 h 4856353"/>
                <a:gd name="connsiteX962" fmla="*/ 2718064 w 5860123"/>
                <a:gd name="connsiteY962" fmla="*/ 4212348 h 4856353"/>
                <a:gd name="connsiteX963" fmla="*/ 2713301 w 5860123"/>
                <a:gd name="connsiteY963" fmla="*/ 4217111 h 4856353"/>
                <a:gd name="connsiteX964" fmla="*/ 2707586 w 5860123"/>
                <a:gd name="connsiteY964" fmla="*/ 4221873 h 4856353"/>
                <a:gd name="connsiteX965" fmla="*/ 2703776 w 5860123"/>
                <a:gd name="connsiteY965" fmla="*/ 4226636 h 4856353"/>
                <a:gd name="connsiteX966" fmla="*/ 2702824 w 5860123"/>
                <a:gd name="connsiteY966" fmla="*/ 4231398 h 4856353"/>
                <a:gd name="connsiteX967" fmla="*/ 2690441 w 5860123"/>
                <a:gd name="connsiteY967" fmla="*/ 4240923 h 4856353"/>
                <a:gd name="connsiteX968" fmla="*/ 2685679 w 5860123"/>
                <a:gd name="connsiteY968" fmla="*/ 4249496 h 4856353"/>
                <a:gd name="connsiteX969" fmla="*/ 2677106 w 5860123"/>
                <a:gd name="connsiteY969" fmla="*/ 4253306 h 4856353"/>
                <a:gd name="connsiteX970" fmla="*/ 2667581 w 5860123"/>
                <a:gd name="connsiteY970" fmla="*/ 4252353 h 4856353"/>
                <a:gd name="connsiteX971" fmla="*/ 2657104 w 5860123"/>
                <a:gd name="connsiteY971" fmla="*/ 4249496 h 4856353"/>
                <a:gd name="connsiteX972" fmla="*/ 2640911 w 5860123"/>
                <a:gd name="connsiteY972" fmla="*/ 4253306 h 4856353"/>
                <a:gd name="connsiteX973" fmla="*/ 2633291 w 5860123"/>
                <a:gd name="connsiteY973" fmla="*/ 4254258 h 4856353"/>
                <a:gd name="connsiteX974" fmla="*/ 2628529 w 5860123"/>
                <a:gd name="connsiteY974" fmla="*/ 4244733 h 4856353"/>
                <a:gd name="connsiteX975" fmla="*/ 2617099 w 5860123"/>
                <a:gd name="connsiteY975" fmla="*/ 4240923 h 4856353"/>
                <a:gd name="connsiteX976" fmla="*/ 2612336 w 5860123"/>
                <a:gd name="connsiteY976" fmla="*/ 4244733 h 4856353"/>
                <a:gd name="connsiteX977" fmla="*/ 2610431 w 5860123"/>
                <a:gd name="connsiteY977" fmla="*/ 4251401 h 4856353"/>
                <a:gd name="connsiteX978" fmla="*/ 2607574 w 5860123"/>
                <a:gd name="connsiteY978" fmla="*/ 4262831 h 4856353"/>
                <a:gd name="connsiteX979" fmla="*/ 2599001 w 5860123"/>
                <a:gd name="connsiteY979" fmla="*/ 4267593 h 4856353"/>
                <a:gd name="connsiteX980" fmla="*/ 2597096 w 5860123"/>
                <a:gd name="connsiteY980" fmla="*/ 4275213 h 4856353"/>
                <a:gd name="connsiteX981" fmla="*/ 2599001 w 5860123"/>
                <a:gd name="connsiteY981" fmla="*/ 4286643 h 4856353"/>
                <a:gd name="connsiteX982" fmla="*/ 2599954 w 5860123"/>
                <a:gd name="connsiteY982" fmla="*/ 4294263 h 4856353"/>
                <a:gd name="connsiteX983" fmla="*/ 2601859 w 5860123"/>
                <a:gd name="connsiteY983" fmla="*/ 4304741 h 4856353"/>
                <a:gd name="connsiteX984" fmla="*/ 2604716 w 5860123"/>
                <a:gd name="connsiteY984" fmla="*/ 4312361 h 4856353"/>
                <a:gd name="connsiteX985" fmla="*/ 2606621 w 5860123"/>
                <a:gd name="connsiteY985" fmla="*/ 4314266 h 4856353"/>
                <a:gd name="connsiteX986" fmla="*/ 2615194 w 5860123"/>
                <a:gd name="connsiteY986" fmla="*/ 4325696 h 4856353"/>
                <a:gd name="connsiteX987" fmla="*/ 2616146 w 5860123"/>
                <a:gd name="connsiteY987" fmla="*/ 4345698 h 4856353"/>
                <a:gd name="connsiteX988" fmla="*/ 2620909 w 5860123"/>
                <a:gd name="connsiteY988" fmla="*/ 4355223 h 4856353"/>
                <a:gd name="connsiteX989" fmla="*/ 2615194 w 5860123"/>
                <a:gd name="connsiteY989" fmla="*/ 4360938 h 4856353"/>
                <a:gd name="connsiteX990" fmla="*/ 2612336 w 5860123"/>
                <a:gd name="connsiteY990" fmla="*/ 4366653 h 4856353"/>
                <a:gd name="connsiteX991" fmla="*/ 2612336 w 5860123"/>
                <a:gd name="connsiteY991" fmla="*/ 4372368 h 4856353"/>
                <a:gd name="connsiteX992" fmla="*/ 2610431 w 5860123"/>
                <a:gd name="connsiteY992" fmla="*/ 4381893 h 4856353"/>
                <a:gd name="connsiteX993" fmla="*/ 2609479 w 5860123"/>
                <a:gd name="connsiteY993" fmla="*/ 4396181 h 4856353"/>
                <a:gd name="connsiteX994" fmla="*/ 2619004 w 5860123"/>
                <a:gd name="connsiteY994" fmla="*/ 4401896 h 4856353"/>
                <a:gd name="connsiteX995" fmla="*/ 2619004 w 5860123"/>
                <a:gd name="connsiteY995" fmla="*/ 4410468 h 4856353"/>
                <a:gd name="connsiteX996" fmla="*/ 2614241 w 5860123"/>
                <a:gd name="connsiteY996" fmla="*/ 4415231 h 4856353"/>
                <a:gd name="connsiteX997" fmla="*/ 2608526 w 5860123"/>
                <a:gd name="connsiteY997" fmla="*/ 4419041 h 4856353"/>
                <a:gd name="connsiteX998" fmla="*/ 2588524 w 5860123"/>
                <a:gd name="connsiteY998" fmla="*/ 4408563 h 4856353"/>
                <a:gd name="connsiteX999" fmla="*/ 2574236 w 5860123"/>
                <a:gd name="connsiteY999" fmla="*/ 4404753 h 4856353"/>
                <a:gd name="connsiteX1000" fmla="*/ 2564711 w 5860123"/>
                <a:gd name="connsiteY1000" fmla="*/ 4405706 h 4856353"/>
                <a:gd name="connsiteX1001" fmla="*/ 2552329 w 5860123"/>
                <a:gd name="connsiteY1001" fmla="*/ 4408563 h 4856353"/>
                <a:gd name="connsiteX1002" fmla="*/ 2545661 w 5860123"/>
                <a:gd name="connsiteY1002" fmla="*/ 4397133 h 4856353"/>
                <a:gd name="connsiteX1003" fmla="*/ 2547566 w 5860123"/>
                <a:gd name="connsiteY1003" fmla="*/ 4390466 h 4856353"/>
                <a:gd name="connsiteX1004" fmla="*/ 2538994 w 5860123"/>
                <a:gd name="connsiteY1004" fmla="*/ 4384751 h 4856353"/>
                <a:gd name="connsiteX1005" fmla="*/ 2538994 w 5860123"/>
                <a:gd name="connsiteY1005" fmla="*/ 4376178 h 4856353"/>
                <a:gd name="connsiteX1006" fmla="*/ 2543756 w 5860123"/>
                <a:gd name="connsiteY1006" fmla="*/ 4371416 h 4856353"/>
                <a:gd name="connsiteX1007" fmla="*/ 2543756 w 5860123"/>
                <a:gd name="connsiteY1007" fmla="*/ 4363796 h 4856353"/>
                <a:gd name="connsiteX1008" fmla="*/ 2542804 w 5860123"/>
                <a:gd name="connsiteY1008" fmla="*/ 4357128 h 4856353"/>
                <a:gd name="connsiteX1009" fmla="*/ 2539946 w 5860123"/>
                <a:gd name="connsiteY1009" fmla="*/ 4352366 h 4856353"/>
                <a:gd name="connsiteX1010" fmla="*/ 2538041 w 5860123"/>
                <a:gd name="connsiteY1010" fmla="*/ 4332363 h 4856353"/>
                <a:gd name="connsiteX1011" fmla="*/ 2531374 w 5860123"/>
                <a:gd name="connsiteY1011" fmla="*/ 4331411 h 4856353"/>
                <a:gd name="connsiteX1012" fmla="*/ 2529469 w 5860123"/>
                <a:gd name="connsiteY1012" fmla="*/ 4332363 h 4856353"/>
                <a:gd name="connsiteX1013" fmla="*/ 2518039 w 5860123"/>
                <a:gd name="connsiteY1013" fmla="*/ 4336173 h 4856353"/>
                <a:gd name="connsiteX1014" fmla="*/ 2508514 w 5860123"/>
                <a:gd name="connsiteY1014" fmla="*/ 4338078 h 4856353"/>
                <a:gd name="connsiteX1015" fmla="*/ 2498989 w 5860123"/>
                <a:gd name="connsiteY1015" fmla="*/ 4342841 h 4856353"/>
                <a:gd name="connsiteX1016" fmla="*/ 2488511 w 5860123"/>
                <a:gd name="connsiteY1016" fmla="*/ 4354271 h 4856353"/>
                <a:gd name="connsiteX1017" fmla="*/ 2484701 w 5860123"/>
                <a:gd name="connsiteY1017" fmla="*/ 4356176 h 4856353"/>
                <a:gd name="connsiteX1018" fmla="*/ 2472319 w 5860123"/>
                <a:gd name="connsiteY1018" fmla="*/ 4363796 h 4856353"/>
                <a:gd name="connsiteX1019" fmla="*/ 2462794 w 5860123"/>
                <a:gd name="connsiteY1019" fmla="*/ 4364748 h 4856353"/>
                <a:gd name="connsiteX1020" fmla="*/ 2451364 w 5860123"/>
                <a:gd name="connsiteY1020" fmla="*/ 4359033 h 4856353"/>
                <a:gd name="connsiteX1021" fmla="*/ 2441839 w 5860123"/>
                <a:gd name="connsiteY1021" fmla="*/ 4350461 h 4856353"/>
                <a:gd name="connsiteX1022" fmla="*/ 2429456 w 5860123"/>
                <a:gd name="connsiteY1022" fmla="*/ 4354271 h 4856353"/>
                <a:gd name="connsiteX1023" fmla="*/ 2423741 w 5860123"/>
                <a:gd name="connsiteY1023" fmla="*/ 4357128 h 4856353"/>
                <a:gd name="connsiteX1024" fmla="*/ 2415169 w 5860123"/>
                <a:gd name="connsiteY1024" fmla="*/ 4354271 h 4856353"/>
                <a:gd name="connsiteX1025" fmla="*/ 2412311 w 5860123"/>
                <a:gd name="connsiteY1025" fmla="*/ 4338078 h 4856353"/>
                <a:gd name="connsiteX1026" fmla="*/ 2414216 w 5860123"/>
                <a:gd name="connsiteY1026" fmla="*/ 4330458 h 4856353"/>
                <a:gd name="connsiteX1027" fmla="*/ 2411359 w 5860123"/>
                <a:gd name="connsiteY1027" fmla="*/ 4327601 h 4856353"/>
                <a:gd name="connsiteX1028" fmla="*/ 2397071 w 5860123"/>
                <a:gd name="connsiteY1028" fmla="*/ 4332363 h 4856353"/>
                <a:gd name="connsiteX1029" fmla="*/ 2391356 w 5860123"/>
                <a:gd name="connsiteY1029" fmla="*/ 4319981 h 4856353"/>
                <a:gd name="connsiteX1030" fmla="*/ 2389451 w 5860123"/>
                <a:gd name="connsiteY1030" fmla="*/ 4300931 h 4856353"/>
                <a:gd name="connsiteX1031" fmla="*/ 2394214 w 5860123"/>
                <a:gd name="connsiteY1031" fmla="*/ 4292358 h 4856353"/>
                <a:gd name="connsiteX1032" fmla="*/ 2389451 w 5860123"/>
                <a:gd name="connsiteY1032" fmla="*/ 4278071 h 4856353"/>
                <a:gd name="connsiteX1033" fmla="*/ 2383736 w 5860123"/>
                <a:gd name="connsiteY1033" fmla="*/ 4279023 h 4856353"/>
                <a:gd name="connsiteX1034" fmla="*/ 2375164 w 5860123"/>
                <a:gd name="connsiteY1034" fmla="*/ 4276166 h 4856353"/>
                <a:gd name="connsiteX1035" fmla="*/ 2368496 w 5860123"/>
                <a:gd name="connsiteY1035" fmla="*/ 4273308 h 4856353"/>
                <a:gd name="connsiteX1036" fmla="*/ 2363734 w 5860123"/>
                <a:gd name="connsiteY1036" fmla="*/ 4276166 h 4856353"/>
                <a:gd name="connsiteX1037" fmla="*/ 2355161 w 5860123"/>
                <a:gd name="connsiteY1037" fmla="*/ 4268546 h 4856353"/>
                <a:gd name="connsiteX1038" fmla="*/ 2341826 w 5860123"/>
                <a:gd name="connsiteY1038" fmla="*/ 4263783 h 4856353"/>
                <a:gd name="connsiteX1039" fmla="*/ 2328491 w 5860123"/>
                <a:gd name="connsiteY1039" fmla="*/ 4263783 h 4856353"/>
                <a:gd name="connsiteX1040" fmla="*/ 2323729 w 5860123"/>
                <a:gd name="connsiteY1040" fmla="*/ 4263783 h 4856353"/>
                <a:gd name="connsiteX1041" fmla="*/ 2297059 w 5860123"/>
                <a:gd name="connsiteY1041" fmla="*/ 4258068 h 4856353"/>
                <a:gd name="connsiteX1042" fmla="*/ 2297059 w 5860123"/>
                <a:gd name="connsiteY1042" fmla="*/ 4249496 h 4856353"/>
                <a:gd name="connsiteX1043" fmla="*/ 2305631 w 5860123"/>
                <a:gd name="connsiteY1043" fmla="*/ 4242828 h 4856353"/>
                <a:gd name="connsiteX1044" fmla="*/ 2313251 w 5860123"/>
                <a:gd name="connsiteY1044" fmla="*/ 4224731 h 4856353"/>
                <a:gd name="connsiteX1045" fmla="*/ 2324681 w 5860123"/>
                <a:gd name="connsiteY1045" fmla="*/ 4212348 h 4856353"/>
                <a:gd name="connsiteX1046" fmla="*/ 2329444 w 5860123"/>
                <a:gd name="connsiteY1046" fmla="*/ 4198061 h 4856353"/>
                <a:gd name="connsiteX1047" fmla="*/ 2323729 w 5860123"/>
                <a:gd name="connsiteY1047" fmla="*/ 4182821 h 4856353"/>
                <a:gd name="connsiteX1048" fmla="*/ 2337064 w 5860123"/>
                <a:gd name="connsiteY1048" fmla="*/ 4168533 h 4856353"/>
                <a:gd name="connsiteX1049" fmla="*/ 2342779 w 5860123"/>
                <a:gd name="connsiteY1049" fmla="*/ 4156150 h 4856353"/>
                <a:gd name="connsiteX1050" fmla="*/ 2347541 w 5860123"/>
                <a:gd name="connsiteY1050" fmla="*/ 4156150 h 4856353"/>
                <a:gd name="connsiteX1051" fmla="*/ 2353256 w 5860123"/>
                <a:gd name="connsiteY1051" fmla="*/ 4147578 h 4856353"/>
                <a:gd name="connsiteX1052" fmla="*/ 2353256 w 5860123"/>
                <a:gd name="connsiteY1052" fmla="*/ 4137100 h 4856353"/>
                <a:gd name="connsiteX1053" fmla="*/ 2347541 w 5860123"/>
                <a:gd name="connsiteY1053" fmla="*/ 4132338 h 4856353"/>
                <a:gd name="connsiteX1054" fmla="*/ 2343731 w 5860123"/>
                <a:gd name="connsiteY1054" fmla="*/ 4131386 h 4856353"/>
                <a:gd name="connsiteX1055" fmla="*/ 2335159 w 5860123"/>
                <a:gd name="connsiteY1055" fmla="*/ 4128528 h 4856353"/>
                <a:gd name="connsiteX1056" fmla="*/ 2327539 w 5860123"/>
                <a:gd name="connsiteY1056" fmla="*/ 4128528 h 4856353"/>
                <a:gd name="connsiteX1057" fmla="*/ 2319919 w 5860123"/>
                <a:gd name="connsiteY1057" fmla="*/ 4129481 h 4856353"/>
                <a:gd name="connsiteX1058" fmla="*/ 2317061 w 5860123"/>
                <a:gd name="connsiteY1058" fmla="*/ 4127575 h 4856353"/>
                <a:gd name="connsiteX1059" fmla="*/ 2307536 w 5860123"/>
                <a:gd name="connsiteY1059" fmla="*/ 4125671 h 4856353"/>
                <a:gd name="connsiteX1060" fmla="*/ 2300869 w 5860123"/>
                <a:gd name="connsiteY1060" fmla="*/ 4125671 h 4856353"/>
                <a:gd name="connsiteX1061" fmla="*/ 2296106 w 5860123"/>
                <a:gd name="connsiteY1061" fmla="*/ 4117098 h 4856353"/>
                <a:gd name="connsiteX1062" fmla="*/ 2289439 w 5860123"/>
                <a:gd name="connsiteY1062" fmla="*/ 4114240 h 4856353"/>
                <a:gd name="connsiteX1063" fmla="*/ 2277056 w 5860123"/>
                <a:gd name="connsiteY1063" fmla="*/ 4110431 h 4856353"/>
                <a:gd name="connsiteX1064" fmla="*/ 2280866 w 5860123"/>
                <a:gd name="connsiteY1064" fmla="*/ 4102811 h 4856353"/>
                <a:gd name="connsiteX1065" fmla="*/ 2281819 w 5860123"/>
                <a:gd name="connsiteY1065" fmla="*/ 4092333 h 4856353"/>
                <a:gd name="connsiteX1066" fmla="*/ 2280866 w 5860123"/>
                <a:gd name="connsiteY1066" fmla="*/ 4085665 h 4856353"/>
                <a:gd name="connsiteX1067" fmla="*/ 2275151 w 5860123"/>
                <a:gd name="connsiteY1067" fmla="*/ 4069473 h 4856353"/>
                <a:gd name="connsiteX1068" fmla="*/ 2276104 w 5860123"/>
                <a:gd name="connsiteY1068" fmla="*/ 4059948 h 4856353"/>
                <a:gd name="connsiteX1069" fmla="*/ 2275151 w 5860123"/>
                <a:gd name="connsiteY1069" fmla="*/ 4052328 h 4856353"/>
                <a:gd name="connsiteX1070" fmla="*/ 2273246 w 5860123"/>
                <a:gd name="connsiteY1070" fmla="*/ 4038993 h 4856353"/>
                <a:gd name="connsiteX1071" fmla="*/ 2273246 w 5860123"/>
                <a:gd name="connsiteY1071" fmla="*/ 4043756 h 4856353"/>
                <a:gd name="connsiteX1072" fmla="*/ 2264674 w 5860123"/>
                <a:gd name="connsiteY1072" fmla="*/ 4038993 h 4856353"/>
                <a:gd name="connsiteX1073" fmla="*/ 2258959 w 5860123"/>
                <a:gd name="connsiteY1073" fmla="*/ 4031373 h 4856353"/>
                <a:gd name="connsiteX1074" fmla="*/ 2258959 w 5860123"/>
                <a:gd name="connsiteY1074" fmla="*/ 4018038 h 4856353"/>
                <a:gd name="connsiteX1075" fmla="*/ 2269436 w 5860123"/>
                <a:gd name="connsiteY1075" fmla="*/ 4011371 h 4856353"/>
                <a:gd name="connsiteX1076" fmla="*/ 2276104 w 5860123"/>
                <a:gd name="connsiteY1076" fmla="*/ 4008513 h 4856353"/>
                <a:gd name="connsiteX1077" fmla="*/ 2284676 w 5860123"/>
                <a:gd name="connsiteY1077" fmla="*/ 4004703 h 4856353"/>
                <a:gd name="connsiteX1078" fmla="*/ 2287534 w 5860123"/>
                <a:gd name="connsiteY1078" fmla="*/ 3997083 h 4856353"/>
                <a:gd name="connsiteX1079" fmla="*/ 2283724 w 5860123"/>
                <a:gd name="connsiteY1079" fmla="*/ 3994225 h 4856353"/>
                <a:gd name="connsiteX1080" fmla="*/ 2278009 w 5860123"/>
                <a:gd name="connsiteY1080" fmla="*/ 3998036 h 4856353"/>
                <a:gd name="connsiteX1081" fmla="*/ 2267531 w 5860123"/>
                <a:gd name="connsiteY1081" fmla="*/ 3999940 h 4856353"/>
                <a:gd name="connsiteX1082" fmla="*/ 2252291 w 5860123"/>
                <a:gd name="connsiteY1082" fmla="*/ 3998036 h 4856353"/>
                <a:gd name="connsiteX1083" fmla="*/ 2249434 w 5860123"/>
                <a:gd name="connsiteY1083" fmla="*/ 3996131 h 4856353"/>
                <a:gd name="connsiteX1084" fmla="*/ 2239909 w 5860123"/>
                <a:gd name="connsiteY1084" fmla="*/ 3991368 h 4856353"/>
                <a:gd name="connsiteX1085" fmla="*/ 2227526 w 5860123"/>
                <a:gd name="connsiteY1085" fmla="*/ 3993273 h 4856353"/>
                <a:gd name="connsiteX1086" fmla="*/ 2215144 w 5860123"/>
                <a:gd name="connsiteY1086" fmla="*/ 3991368 h 4856353"/>
                <a:gd name="connsiteX1087" fmla="*/ 2207524 w 5860123"/>
                <a:gd name="connsiteY1087" fmla="*/ 3989463 h 4856353"/>
                <a:gd name="connsiteX1088" fmla="*/ 2195141 w 5860123"/>
                <a:gd name="connsiteY1088" fmla="*/ 3992321 h 4856353"/>
                <a:gd name="connsiteX1089" fmla="*/ 2186569 w 5860123"/>
                <a:gd name="connsiteY1089" fmla="*/ 3994225 h 4856353"/>
                <a:gd name="connsiteX1090" fmla="*/ 2175139 w 5860123"/>
                <a:gd name="connsiteY1090" fmla="*/ 3995178 h 4856353"/>
                <a:gd name="connsiteX1091" fmla="*/ 2153231 w 5860123"/>
                <a:gd name="connsiteY1091" fmla="*/ 4003750 h 4856353"/>
                <a:gd name="connsiteX1092" fmla="*/ 2142754 w 5860123"/>
                <a:gd name="connsiteY1092" fmla="*/ 4009465 h 4856353"/>
                <a:gd name="connsiteX1093" fmla="*/ 2124656 w 5860123"/>
                <a:gd name="connsiteY1093" fmla="*/ 4005656 h 4856353"/>
                <a:gd name="connsiteX1094" fmla="*/ 2129419 w 5860123"/>
                <a:gd name="connsiteY1094" fmla="*/ 3996131 h 4856353"/>
                <a:gd name="connsiteX1095" fmla="*/ 2135134 w 5860123"/>
                <a:gd name="connsiteY1095" fmla="*/ 3990415 h 4856353"/>
                <a:gd name="connsiteX1096" fmla="*/ 2145611 w 5860123"/>
                <a:gd name="connsiteY1096" fmla="*/ 3981843 h 4856353"/>
                <a:gd name="connsiteX1097" fmla="*/ 2151326 w 5860123"/>
                <a:gd name="connsiteY1097" fmla="*/ 3974223 h 4856353"/>
                <a:gd name="connsiteX1098" fmla="*/ 2151326 w 5860123"/>
                <a:gd name="connsiteY1098" fmla="*/ 3962793 h 4856353"/>
                <a:gd name="connsiteX1099" fmla="*/ 2146564 w 5860123"/>
                <a:gd name="connsiteY1099" fmla="*/ 3958031 h 4856353"/>
                <a:gd name="connsiteX1100" fmla="*/ 2143706 w 5860123"/>
                <a:gd name="connsiteY1100" fmla="*/ 3957078 h 4856353"/>
                <a:gd name="connsiteX1101" fmla="*/ 2148469 w 5860123"/>
                <a:gd name="connsiteY1101" fmla="*/ 3945648 h 4856353"/>
                <a:gd name="connsiteX1102" fmla="*/ 2144659 w 5860123"/>
                <a:gd name="connsiteY1102" fmla="*/ 3938028 h 4856353"/>
                <a:gd name="connsiteX1103" fmla="*/ 2136086 w 5860123"/>
                <a:gd name="connsiteY1103" fmla="*/ 3936123 h 4856353"/>
                <a:gd name="connsiteX1104" fmla="*/ 2131324 w 5860123"/>
                <a:gd name="connsiteY1104" fmla="*/ 3924693 h 4856353"/>
                <a:gd name="connsiteX1105" fmla="*/ 2134181 w 5860123"/>
                <a:gd name="connsiteY1105" fmla="*/ 3916121 h 4856353"/>
                <a:gd name="connsiteX1106" fmla="*/ 2137039 w 5860123"/>
                <a:gd name="connsiteY1106" fmla="*/ 3899928 h 4856353"/>
                <a:gd name="connsiteX1107" fmla="*/ 2150374 w 5860123"/>
                <a:gd name="connsiteY1107" fmla="*/ 3884688 h 4856353"/>
                <a:gd name="connsiteX1108" fmla="*/ 2164661 w 5860123"/>
                <a:gd name="connsiteY1108" fmla="*/ 3880878 h 4856353"/>
                <a:gd name="connsiteX1109" fmla="*/ 2162756 w 5860123"/>
                <a:gd name="connsiteY1109" fmla="*/ 3875163 h 4856353"/>
                <a:gd name="connsiteX1110" fmla="*/ 2159899 w 5860123"/>
                <a:gd name="connsiteY1110" fmla="*/ 3868496 h 4856353"/>
                <a:gd name="connsiteX1111" fmla="*/ 2162756 w 5860123"/>
                <a:gd name="connsiteY1111" fmla="*/ 3858971 h 4856353"/>
                <a:gd name="connsiteX1112" fmla="*/ 2167519 w 5860123"/>
                <a:gd name="connsiteY1112" fmla="*/ 3847540 h 4856353"/>
                <a:gd name="connsiteX1113" fmla="*/ 2174186 w 5860123"/>
                <a:gd name="connsiteY1113" fmla="*/ 3837063 h 4856353"/>
                <a:gd name="connsiteX1114" fmla="*/ 2184664 w 5860123"/>
                <a:gd name="connsiteY1114" fmla="*/ 3831348 h 4856353"/>
                <a:gd name="connsiteX1115" fmla="*/ 2191331 w 5860123"/>
                <a:gd name="connsiteY1115" fmla="*/ 3834206 h 4856353"/>
                <a:gd name="connsiteX1116" fmla="*/ 2197999 w 5860123"/>
                <a:gd name="connsiteY1116" fmla="*/ 3826586 h 4856353"/>
                <a:gd name="connsiteX1117" fmla="*/ 2205619 w 5860123"/>
                <a:gd name="connsiteY1117" fmla="*/ 3820871 h 4856353"/>
                <a:gd name="connsiteX1118" fmla="*/ 2215144 w 5860123"/>
                <a:gd name="connsiteY1118" fmla="*/ 3809440 h 4856353"/>
                <a:gd name="connsiteX1119" fmla="*/ 2218954 w 5860123"/>
                <a:gd name="connsiteY1119" fmla="*/ 3801821 h 4856353"/>
                <a:gd name="connsiteX1120" fmla="*/ 2219906 w 5860123"/>
                <a:gd name="connsiteY1120" fmla="*/ 3794200 h 4856353"/>
                <a:gd name="connsiteX1121" fmla="*/ 2223716 w 5860123"/>
                <a:gd name="connsiteY1121" fmla="*/ 3784675 h 4856353"/>
                <a:gd name="connsiteX1122" fmla="*/ 2238004 w 5860123"/>
                <a:gd name="connsiteY1122" fmla="*/ 3789438 h 4856353"/>
                <a:gd name="connsiteX1123" fmla="*/ 2250386 w 5860123"/>
                <a:gd name="connsiteY1123" fmla="*/ 3785628 h 4856353"/>
                <a:gd name="connsiteX1124" fmla="*/ 2260864 w 5860123"/>
                <a:gd name="connsiteY1124" fmla="*/ 3773246 h 4856353"/>
                <a:gd name="connsiteX1125" fmla="*/ 2263721 w 5860123"/>
                <a:gd name="connsiteY1125" fmla="*/ 3765625 h 4856353"/>
                <a:gd name="connsiteX1126" fmla="*/ 2273246 w 5860123"/>
                <a:gd name="connsiteY1126" fmla="*/ 3758958 h 4856353"/>
                <a:gd name="connsiteX1127" fmla="*/ 2278961 w 5860123"/>
                <a:gd name="connsiteY1127" fmla="*/ 3763721 h 4856353"/>
                <a:gd name="connsiteX1128" fmla="*/ 2290391 w 5860123"/>
                <a:gd name="connsiteY1128" fmla="*/ 3758958 h 4856353"/>
                <a:gd name="connsiteX1129" fmla="*/ 2290391 w 5860123"/>
                <a:gd name="connsiteY1129" fmla="*/ 3751338 h 4856353"/>
                <a:gd name="connsiteX1130" fmla="*/ 2282771 w 5860123"/>
                <a:gd name="connsiteY1130" fmla="*/ 3742765 h 4856353"/>
                <a:gd name="connsiteX1131" fmla="*/ 2279914 w 5860123"/>
                <a:gd name="connsiteY1131" fmla="*/ 3730383 h 4856353"/>
                <a:gd name="connsiteX1132" fmla="*/ 2278961 w 5860123"/>
                <a:gd name="connsiteY1132" fmla="*/ 3724668 h 4856353"/>
                <a:gd name="connsiteX1133" fmla="*/ 2285629 w 5860123"/>
                <a:gd name="connsiteY1133" fmla="*/ 3718000 h 4856353"/>
                <a:gd name="connsiteX1134" fmla="*/ 2290391 w 5860123"/>
                <a:gd name="connsiteY1134" fmla="*/ 3721811 h 4856353"/>
                <a:gd name="connsiteX1135" fmla="*/ 2295154 w 5860123"/>
                <a:gd name="connsiteY1135" fmla="*/ 3724668 h 4856353"/>
                <a:gd name="connsiteX1136" fmla="*/ 2298964 w 5860123"/>
                <a:gd name="connsiteY1136" fmla="*/ 3713238 h 4856353"/>
                <a:gd name="connsiteX1137" fmla="*/ 2298011 w 5860123"/>
                <a:gd name="connsiteY1137" fmla="*/ 3697998 h 4856353"/>
                <a:gd name="connsiteX1138" fmla="*/ 2305631 w 5860123"/>
                <a:gd name="connsiteY1138" fmla="*/ 3685615 h 4856353"/>
                <a:gd name="connsiteX1139" fmla="*/ 2308489 w 5860123"/>
                <a:gd name="connsiteY1139" fmla="*/ 3672281 h 4856353"/>
                <a:gd name="connsiteX1140" fmla="*/ 2309441 w 5860123"/>
                <a:gd name="connsiteY1140" fmla="*/ 3664661 h 4856353"/>
                <a:gd name="connsiteX1141" fmla="*/ 2311346 w 5860123"/>
                <a:gd name="connsiteY1141" fmla="*/ 3649421 h 4856353"/>
                <a:gd name="connsiteX1142" fmla="*/ 2311346 w 5860123"/>
                <a:gd name="connsiteY1142" fmla="*/ 3640848 h 4856353"/>
                <a:gd name="connsiteX1143" fmla="*/ 2311346 w 5860123"/>
                <a:gd name="connsiteY1143" fmla="*/ 3627513 h 4856353"/>
                <a:gd name="connsiteX1144" fmla="*/ 2313251 w 5860123"/>
                <a:gd name="connsiteY1144" fmla="*/ 3612273 h 4856353"/>
                <a:gd name="connsiteX1145" fmla="*/ 2315156 w 5860123"/>
                <a:gd name="connsiteY1145" fmla="*/ 3606558 h 4856353"/>
                <a:gd name="connsiteX1146" fmla="*/ 2312299 w 5860123"/>
                <a:gd name="connsiteY1146" fmla="*/ 3597033 h 4856353"/>
                <a:gd name="connsiteX1147" fmla="*/ 2309441 w 5860123"/>
                <a:gd name="connsiteY1147" fmla="*/ 3586556 h 4856353"/>
                <a:gd name="connsiteX1148" fmla="*/ 2315156 w 5860123"/>
                <a:gd name="connsiteY1148" fmla="*/ 3568458 h 4856353"/>
                <a:gd name="connsiteX1149" fmla="*/ 2313251 w 5860123"/>
                <a:gd name="connsiteY1149" fmla="*/ 3550361 h 4856353"/>
                <a:gd name="connsiteX1150" fmla="*/ 2313251 w 5860123"/>
                <a:gd name="connsiteY1150" fmla="*/ 3533215 h 4856353"/>
                <a:gd name="connsiteX1151" fmla="*/ 2312299 w 5860123"/>
                <a:gd name="connsiteY1151" fmla="*/ 3525596 h 4856353"/>
                <a:gd name="connsiteX1152" fmla="*/ 2301821 w 5860123"/>
                <a:gd name="connsiteY1152" fmla="*/ 3521786 h 4856353"/>
                <a:gd name="connsiteX1153" fmla="*/ 2297059 w 5860123"/>
                <a:gd name="connsiteY1153" fmla="*/ 3517023 h 4856353"/>
                <a:gd name="connsiteX1154" fmla="*/ 2290391 w 5860123"/>
                <a:gd name="connsiteY1154" fmla="*/ 3515118 h 4856353"/>
                <a:gd name="connsiteX1155" fmla="*/ 2285629 w 5860123"/>
                <a:gd name="connsiteY1155" fmla="*/ 3523690 h 4856353"/>
                <a:gd name="connsiteX1156" fmla="*/ 2282771 w 5860123"/>
                <a:gd name="connsiteY1156" fmla="*/ 3530358 h 4856353"/>
                <a:gd name="connsiteX1157" fmla="*/ 2274199 w 5860123"/>
                <a:gd name="connsiteY1157" fmla="*/ 3531311 h 4856353"/>
                <a:gd name="connsiteX1158" fmla="*/ 2268484 w 5860123"/>
                <a:gd name="connsiteY1158" fmla="*/ 3526548 h 4856353"/>
                <a:gd name="connsiteX1159" fmla="*/ 2267531 w 5860123"/>
                <a:gd name="connsiteY1159" fmla="*/ 3519881 h 4856353"/>
                <a:gd name="connsiteX1160" fmla="*/ 2263721 w 5860123"/>
                <a:gd name="connsiteY1160" fmla="*/ 3505593 h 4856353"/>
                <a:gd name="connsiteX1161" fmla="*/ 2262769 w 5860123"/>
                <a:gd name="connsiteY1161" fmla="*/ 3496068 h 4856353"/>
                <a:gd name="connsiteX1162" fmla="*/ 2260864 w 5860123"/>
                <a:gd name="connsiteY1162" fmla="*/ 3486543 h 4856353"/>
                <a:gd name="connsiteX1163" fmla="*/ 2259911 w 5860123"/>
                <a:gd name="connsiteY1163" fmla="*/ 3476065 h 4856353"/>
                <a:gd name="connsiteX1164" fmla="*/ 2255149 w 5860123"/>
                <a:gd name="connsiteY1164" fmla="*/ 3467493 h 4856353"/>
                <a:gd name="connsiteX1165" fmla="*/ 2256101 w 5860123"/>
                <a:gd name="connsiteY1165" fmla="*/ 3457968 h 4856353"/>
                <a:gd name="connsiteX1166" fmla="*/ 2257054 w 5860123"/>
                <a:gd name="connsiteY1166" fmla="*/ 3456063 h 4856353"/>
                <a:gd name="connsiteX1167" fmla="*/ 2259911 w 5860123"/>
                <a:gd name="connsiteY1167" fmla="*/ 3447490 h 4856353"/>
                <a:gd name="connsiteX1168" fmla="*/ 2254196 w 5860123"/>
                <a:gd name="connsiteY1168" fmla="*/ 3441775 h 4856353"/>
                <a:gd name="connsiteX1169" fmla="*/ 2243719 w 5860123"/>
                <a:gd name="connsiteY1169" fmla="*/ 3437013 h 4856353"/>
                <a:gd name="connsiteX1170" fmla="*/ 2238956 w 5860123"/>
                <a:gd name="connsiteY1170" fmla="*/ 3427488 h 4856353"/>
                <a:gd name="connsiteX1171" fmla="*/ 2235146 w 5860123"/>
                <a:gd name="connsiteY1171" fmla="*/ 3417011 h 4856353"/>
                <a:gd name="connsiteX1172" fmla="*/ 2228479 w 5860123"/>
                <a:gd name="connsiteY1172" fmla="*/ 3414153 h 4856353"/>
                <a:gd name="connsiteX1173" fmla="*/ 2221811 w 5860123"/>
                <a:gd name="connsiteY1173" fmla="*/ 3417963 h 4856353"/>
                <a:gd name="connsiteX1174" fmla="*/ 2216096 w 5860123"/>
                <a:gd name="connsiteY1174" fmla="*/ 3406533 h 4856353"/>
                <a:gd name="connsiteX1175" fmla="*/ 2216096 w 5860123"/>
                <a:gd name="connsiteY1175" fmla="*/ 3399865 h 4856353"/>
                <a:gd name="connsiteX1176" fmla="*/ 2209429 w 5860123"/>
                <a:gd name="connsiteY1176" fmla="*/ 3392246 h 4856353"/>
                <a:gd name="connsiteX1177" fmla="*/ 2199904 w 5860123"/>
                <a:gd name="connsiteY1177" fmla="*/ 3391293 h 4856353"/>
                <a:gd name="connsiteX1178" fmla="*/ 2191331 w 5860123"/>
                <a:gd name="connsiteY1178" fmla="*/ 3393198 h 4856353"/>
                <a:gd name="connsiteX1179" fmla="*/ 2191331 w 5860123"/>
                <a:gd name="connsiteY1179" fmla="*/ 3399865 h 4856353"/>
                <a:gd name="connsiteX1180" fmla="*/ 2189426 w 5860123"/>
                <a:gd name="connsiteY1180" fmla="*/ 3410343 h 4856353"/>
                <a:gd name="connsiteX1181" fmla="*/ 2171329 w 5860123"/>
                <a:gd name="connsiteY1181" fmla="*/ 3421773 h 4856353"/>
                <a:gd name="connsiteX1182" fmla="*/ 2169424 w 5860123"/>
                <a:gd name="connsiteY1182" fmla="*/ 3426536 h 4856353"/>
                <a:gd name="connsiteX1183" fmla="*/ 2167519 w 5860123"/>
                <a:gd name="connsiteY1183" fmla="*/ 3432250 h 4856353"/>
                <a:gd name="connsiteX1184" fmla="*/ 2163709 w 5860123"/>
                <a:gd name="connsiteY1184" fmla="*/ 3437013 h 4856353"/>
                <a:gd name="connsiteX1185" fmla="*/ 2163709 w 5860123"/>
                <a:gd name="connsiteY1185" fmla="*/ 3441775 h 4856353"/>
                <a:gd name="connsiteX1186" fmla="*/ 2169424 w 5860123"/>
                <a:gd name="connsiteY1186" fmla="*/ 3454158 h 4856353"/>
                <a:gd name="connsiteX1187" fmla="*/ 2167519 w 5860123"/>
                <a:gd name="connsiteY1187" fmla="*/ 3461778 h 4856353"/>
                <a:gd name="connsiteX1188" fmla="*/ 2162756 w 5860123"/>
                <a:gd name="connsiteY1188" fmla="*/ 3469398 h 4856353"/>
                <a:gd name="connsiteX1189" fmla="*/ 2157041 w 5860123"/>
                <a:gd name="connsiteY1189" fmla="*/ 3466540 h 4856353"/>
                <a:gd name="connsiteX1190" fmla="*/ 2151326 w 5860123"/>
                <a:gd name="connsiteY1190" fmla="*/ 3467493 h 4856353"/>
                <a:gd name="connsiteX1191" fmla="*/ 2138944 w 5860123"/>
                <a:gd name="connsiteY1191" fmla="*/ 3477018 h 4856353"/>
                <a:gd name="connsiteX1192" fmla="*/ 2132276 w 5860123"/>
                <a:gd name="connsiteY1192" fmla="*/ 3482733 h 4856353"/>
                <a:gd name="connsiteX1193" fmla="*/ 2125609 w 5860123"/>
                <a:gd name="connsiteY1193" fmla="*/ 3477018 h 4856353"/>
                <a:gd name="connsiteX1194" fmla="*/ 2118941 w 5860123"/>
                <a:gd name="connsiteY1194" fmla="*/ 3467493 h 4856353"/>
                <a:gd name="connsiteX1195" fmla="*/ 2113226 w 5860123"/>
                <a:gd name="connsiteY1195" fmla="*/ 3460825 h 4856353"/>
                <a:gd name="connsiteX1196" fmla="*/ 2108464 w 5860123"/>
                <a:gd name="connsiteY1196" fmla="*/ 3458921 h 4856353"/>
                <a:gd name="connsiteX1197" fmla="*/ 2100844 w 5860123"/>
                <a:gd name="connsiteY1197" fmla="*/ 3457968 h 4856353"/>
                <a:gd name="connsiteX1198" fmla="*/ 2095129 w 5860123"/>
                <a:gd name="connsiteY1198" fmla="*/ 3450348 h 4856353"/>
                <a:gd name="connsiteX1199" fmla="*/ 2086556 w 5860123"/>
                <a:gd name="connsiteY1199" fmla="*/ 3444633 h 4856353"/>
                <a:gd name="connsiteX1200" fmla="*/ 2077031 w 5860123"/>
                <a:gd name="connsiteY1200" fmla="*/ 3435108 h 4856353"/>
                <a:gd name="connsiteX1201" fmla="*/ 2062744 w 5860123"/>
                <a:gd name="connsiteY1201" fmla="*/ 3428440 h 4856353"/>
                <a:gd name="connsiteX1202" fmla="*/ 2054171 w 5860123"/>
                <a:gd name="connsiteY1202" fmla="*/ 3424631 h 4856353"/>
                <a:gd name="connsiteX1203" fmla="*/ 2048456 w 5860123"/>
                <a:gd name="connsiteY1203" fmla="*/ 3423678 h 4856353"/>
                <a:gd name="connsiteX1204" fmla="*/ 2039884 w 5860123"/>
                <a:gd name="connsiteY1204" fmla="*/ 3422725 h 4856353"/>
                <a:gd name="connsiteX1205" fmla="*/ 2041789 w 5860123"/>
                <a:gd name="connsiteY1205" fmla="*/ 3411296 h 4856353"/>
                <a:gd name="connsiteX1206" fmla="*/ 2035121 w 5860123"/>
                <a:gd name="connsiteY1206" fmla="*/ 3401771 h 4856353"/>
                <a:gd name="connsiteX1207" fmla="*/ 2023691 w 5860123"/>
                <a:gd name="connsiteY1207" fmla="*/ 3401771 h 4856353"/>
                <a:gd name="connsiteX1208" fmla="*/ 2015119 w 5860123"/>
                <a:gd name="connsiteY1208" fmla="*/ 3402723 h 4856353"/>
                <a:gd name="connsiteX1209" fmla="*/ 2006546 w 5860123"/>
                <a:gd name="connsiteY1209" fmla="*/ 3400818 h 4856353"/>
                <a:gd name="connsiteX1210" fmla="*/ 2000831 w 5860123"/>
                <a:gd name="connsiteY1210" fmla="*/ 3397008 h 4856353"/>
                <a:gd name="connsiteX1211" fmla="*/ 1984639 w 5860123"/>
                <a:gd name="connsiteY1211" fmla="*/ 3397008 h 4856353"/>
                <a:gd name="connsiteX1212" fmla="*/ 1979876 w 5860123"/>
                <a:gd name="connsiteY1212" fmla="*/ 3388436 h 4856353"/>
                <a:gd name="connsiteX1213" fmla="*/ 1967494 w 5860123"/>
                <a:gd name="connsiteY1213" fmla="*/ 3391293 h 4856353"/>
                <a:gd name="connsiteX1214" fmla="*/ 1949396 w 5860123"/>
                <a:gd name="connsiteY1214" fmla="*/ 3397961 h 4856353"/>
                <a:gd name="connsiteX1215" fmla="*/ 1927489 w 5860123"/>
                <a:gd name="connsiteY1215" fmla="*/ 3416058 h 4856353"/>
                <a:gd name="connsiteX1216" fmla="*/ 1926536 w 5860123"/>
                <a:gd name="connsiteY1216" fmla="*/ 3418915 h 4856353"/>
                <a:gd name="connsiteX1217" fmla="*/ 1917011 w 5860123"/>
                <a:gd name="connsiteY1217" fmla="*/ 3428440 h 4856353"/>
                <a:gd name="connsiteX1218" fmla="*/ 1899866 w 5860123"/>
                <a:gd name="connsiteY1218" fmla="*/ 3433203 h 4856353"/>
                <a:gd name="connsiteX1219" fmla="*/ 1883674 w 5860123"/>
                <a:gd name="connsiteY1219" fmla="*/ 3438918 h 4856353"/>
                <a:gd name="connsiteX1220" fmla="*/ 1872244 w 5860123"/>
                <a:gd name="connsiteY1220" fmla="*/ 3442728 h 4856353"/>
                <a:gd name="connsiteX1221" fmla="*/ 1868434 w 5860123"/>
                <a:gd name="connsiteY1221" fmla="*/ 3444633 h 4856353"/>
                <a:gd name="connsiteX1222" fmla="*/ 1853194 w 5860123"/>
                <a:gd name="connsiteY1222" fmla="*/ 3450348 h 4856353"/>
                <a:gd name="connsiteX1223" fmla="*/ 1842716 w 5860123"/>
                <a:gd name="connsiteY1223" fmla="*/ 3454158 h 4856353"/>
                <a:gd name="connsiteX1224" fmla="*/ 1863671 w 5860123"/>
                <a:gd name="connsiteY1224" fmla="*/ 3453206 h 4856353"/>
                <a:gd name="connsiteX1225" fmla="*/ 1852241 w 5860123"/>
                <a:gd name="connsiteY1225" fmla="*/ 3456063 h 4856353"/>
                <a:gd name="connsiteX1226" fmla="*/ 1836049 w 5860123"/>
                <a:gd name="connsiteY1226" fmla="*/ 3457968 h 4856353"/>
                <a:gd name="connsiteX1227" fmla="*/ 1817951 w 5860123"/>
                <a:gd name="connsiteY1227" fmla="*/ 3456063 h 4856353"/>
                <a:gd name="connsiteX1228" fmla="*/ 1807474 w 5860123"/>
                <a:gd name="connsiteY1228" fmla="*/ 3462731 h 4856353"/>
                <a:gd name="connsiteX1229" fmla="*/ 1795091 w 5860123"/>
                <a:gd name="connsiteY1229" fmla="*/ 3475113 h 4856353"/>
                <a:gd name="connsiteX1230" fmla="*/ 1784614 w 5860123"/>
                <a:gd name="connsiteY1230" fmla="*/ 3483686 h 4856353"/>
                <a:gd name="connsiteX1231" fmla="*/ 1766516 w 5860123"/>
                <a:gd name="connsiteY1231" fmla="*/ 3499878 h 4856353"/>
                <a:gd name="connsiteX1232" fmla="*/ 1763659 w 5860123"/>
                <a:gd name="connsiteY1232" fmla="*/ 3502736 h 4856353"/>
                <a:gd name="connsiteX1233" fmla="*/ 1757944 w 5860123"/>
                <a:gd name="connsiteY1233" fmla="*/ 3517023 h 4856353"/>
                <a:gd name="connsiteX1234" fmla="*/ 1755086 w 5860123"/>
                <a:gd name="connsiteY1234" fmla="*/ 3523690 h 4856353"/>
                <a:gd name="connsiteX1235" fmla="*/ 1737941 w 5860123"/>
                <a:gd name="connsiteY1235" fmla="*/ 3529406 h 4856353"/>
                <a:gd name="connsiteX1236" fmla="*/ 1726511 w 5860123"/>
                <a:gd name="connsiteY1236" fmla="*/ 3531311 h 4856353"/>
                <a:gd name="connsiteX1237" fmla="*/ 1712224 w 5860123"/>
                <a:gd name="connsiteY1237" fmla="*/ 3530358 h 4856353"/>
                <a:gd name="connsiteX1238" fmla="*/ 1698889 w 5860123"/>
                <a:gd name="connsiteY1238" fmla="*/ 3530358 h 4856353"/>
                <a:gd name="connsiteX1239" fmla="*/ 1695079 w 5860123"/>
                <a:gd name="connsiteY1239" fmla="*/ 3530358 h 4856353"/>
                <a:gd name="connsiteX1240" fmla="*/ 1683649 w 5860123"/>
                <a:gd name="connsiteY1240" fmla="*/ 3529406 h 4856353"/>
                <a:gd name="connsiteX1241" fmla="*/ 1669361 w 5860123"/>
                <a:gd name="connsiteY1241" fmla="*/ 3529406 h 4856353"/>
                <a:gd name="connsiteX1242" fmla="*/ 1665551 w 5860123"/>
                <a:gd name="connsiteY1242" fmla="*/ 3528453 h 4856353"/>
                <a:gd name="connsiteX1243" fmla="*/ 1653169 w 5860123"/>
                <a:gd name="connsiteY1243" fmla="*/ 3523690 h 4856353"/>
                <a:gd name="connsiteX1244" fmla="*/ 1641739 w 5860123"/>
                <a:gd name="connsiteY1244" fmla="*/ 3520833 h 4856353"/>
                <a:gd name="connsiteX1245" fmla="*/ 1636024 w 5860123"/>
                <a:gd name="connsiteY1245" fmla="*/ 3520833 h 4856353"/>
                <a:gd name="connsiteX1246" fmla="*/ 1620784 w 5860123"/>
                <a:gd name="connsiteY1246" fmla="*/ 3512261 h 4856353"/>
                <a:gd name="connsiteX1247" fmla="*/ 1609354 w 5860123"/>
                <a:gd name="connsiteY1247" fmla="*/ 3509403 h 4856353"/>
                <a:gd name="connsiteX1248" fmla="*/ 1605544 w 5860123"/>
                <a:gd name="connsiteY1248" fmla="*/ 3509403 h 4856353"/>
                <a:gd name="connsiteX1249" fmla="*/ 1579826 w 5860123"/>
                <a:gd name="connsiteY1249" fmla="*/ 3512261 h 4856353"/>
                <a:gd name="connsiteX1250" fmla="*/ 1561729 w 5860123"/>
                <a:gd name="connsiteY1250" fmla="*/ 3510356 h 4856353"/>
                <a:gd name="connsiteX1251" fmla="*/ 1552204 w 5860123"/>
                <a:gd name="connsiteY1251" fmla="*/ 3505593 h 4856353"/>
                <a:gd name="connsiteX1252" fmla="*/ 1553156 w 5860123"/>
                <a:gd name="connsiteY1252" fmla="*/ 3490353 h 4856353"/>
                <a:gd name="connsiteX1253" fmla="*/ 1549346 w 5860123"/>
                <a:gd name="connsiteY1253" fmla="*/ 3480828 h 4856353"/>
                <a:gd name="connsiteX1254" fmla="*/ 1554109 w 5860123"/>
                <a:gd name="connsiteY1254" fmla="*/ 3460825 h 4856353"/>
                <a:gd name="connsiteX1255" fmla="*/ 1561729 w 5860123"/>
                <a:gd name="connsiteY1255" fmla="*/ 3446538 h 4856353"/>
                <a:gd name="connsiteX1256" fmla="*/ 1557919 w 5860123"/>
                <a:gd name="connsiteY1256" fmla="*/ 3434156 h 4856353"/>
                <a:gd name="connsiteX1257" fmla="*/ 1552204 w 5860123"/>
                <a:gd name="connsiteY1257" fmla="*/ 3426536 h 4856353"/>
                <a:gd name="connsiteX1258" fmla="*/ 1536964 w 5860123"/>
                <a:gd name="connsiteY1258" fmla="*/ 3422725 h 4856353"/>
                <a:gd name="connsiteX1259" fmla="*/ 1523629 w 5860123"/>
                <a:gd name="connsiteY1259" fmla="*/ 3419868 h 4856353"/>
                <a:gd name="connsiteX1260" fmla="*/ 1514104 w 5860123"/>
                <a:gd name="connsiteY1260" fmla="*/ 3415106 h 4856353"/>
                <a:gd name="connsiteX1261" fmla="*/ 1511246 w 5860123"/>
                <a:gd name="connsiteY1261" fmla="*/ 3403675 h 4856353"/>
                <a:gd name="connsiteX1262" fmla="*/ 1515056 w 5860123"/>
                <a:gd name="connsiteY1262" fmla="*/ 3393198 h 4856353"/>
                <a:gd name="connsiteX1263" fmla="*/ 1517914 w 5860123"/>
                <a:gd name="connsiteY1263" fmla="*/ 3379863 h 4856353"/>
                <a:gd name="connsiteX1264" fmla="*/ 1517914 w 5860123"/>
                <a:gd name="connsiteY1264" fmla="*/ 3377006 h 4856353"/>
                <a:gd name="connsiteX1265" fmla="*/ 1511246 w 5860123"/>
                <a:gd name="connsiteY1265" fmla="*/ 3372243 h 4856353"/>
                <a:gd name="connsiteX1266" fmla="*/ 1515056 w 5860123"/>
                <a:gd name="connsiteY1266" fmla="*/ 3368433 h 4856353"/>
                <a:gd name="connsiteX1267" fmla="*/ 1517914 w 5860123"/>
                <a:gd name="connsiteY1267" fmla="*/ 3363671 h 4856353"/>
                <a:gd name="connsiteX1268" fmla="*/ 1509341 w 5860123"/>
                <a:gd name="connsiteY1268" fmla="*/ 3357956 h 4856353"/>
                <a:gd name="connsiteX1269" fmla="*/ 1496959 w 5860123"/>
                <a:gd name="connsiteY1269" fmla="*/ 3340811 h 4856353"/>
                <a:gd name="connsiteX1270" fmla="*/ 1496006 w 5860123"/>
                <a:gd name="connsiteY1270" fmla="*/ 3338906 h 4856353"/>
                <a:gd name="connsiteX1271" fmla="*/ 1489339 w 5860123"/>
                <a:gd name="connsiteY1271" fmla="*/ 3337000 h 4856353"/>
                <a:gd name="connsiteX1272" fmla="*/ 1482671 w 5860123"/>
                <a:gd name="connsiteY1272" fmla="*/ 3341763 h 4856353"/>
                <a:gd name="connsiteX1273" fmla="*/ 1475051 w 5860123"/>
                <a:gd name="connsiteY1273" fmla="*/ 3343668 h 4856353"/>
                <a:gd name="connsiteX1274" fmla="*/ 1467431 w 5860123"/>
                <a:gd name="connsiteY1274" fmla="*/ 3344621 h 4856353"/>
                <a:gd name="connsiteX1275" fmla="*/ 1460764 w 5860123"/>
                <a:gd name="connsiteY1275" fmla="*/ 3351288 h 4856353"/>
                <a:gd name="connsiteX1276" fmla="*/ 1447429 w 5860123"/>
                <a:gd name="connsiteY1276" fmla="*/ 3343668 h 4856353"/>
                <a:gd name="connsiteX1277" fmla="*/ 1428379 w 5860123"/>
                <a:gd name="connsiteY1277" fmla="*/ 3329381 h 4856353"/>
                <a:gd name="connsiteX1278" fmla="*/ 1427426 w 5860123"/>
                <a:gd name="connsiteY1278" fmla="*/ 3327475 h 4856353"/>
                <a:gd name="connsiteX1279" fmla="*/ 1415044 w 5860123"/>
                <a:gd name="connsiteY1279" fmla="*/ 3318903 h 4856353"/>
                <a:gd name="connsiteX1280" fmla="*/ 1403614 w 5860123"/>
                <a:gd name="connsiteY1280" fmla="*/ 3318903 h 4856353"/>
                <a:gd name="connsiteX1281" fmla="*/ 1392184 w 5860123"/>
                <a:gd name="connsiteY1281" fmla="*/ 3313188 h 4856353"/>
                <a:gd name="connsiteX1282" fmla="*/ 1380754 w 5860123"/>
                <a:gd name="connsiteY1282" fmla="*/ 3306521 h 4856353"/>
                <a:gd name="connsiteX1283" fmla="*/ 1375039 w 5860123"/>
                <a:gd name="connsiteY1283" fmla="*/ 3299853 h 4856353"/>
                <a:gd name="connsiteX1284" fmla="*/ 1362656 w 5860123"/>
                <a:gd name="connsiteY1284" fmla="*/ 3293186 h 4856353"/>
                <a:gd name="connsiteX1285" fmla="*/ 1355989 w 5860123"/>
                <a:gd name="connsiteY1285" fmla="*/ 3293186 h 4856353"/>
                <a:gd name="connsiteX1286" fmla="*/ 1352179 w 5860123"/>
                <a:gd name="connsiteY1286" fmla="*/ 3294138 h 4856353"/>
                <a:gd name="connsiteX1287" fmla="*/ 1340749 w 5860123"/>
                <a:gd name="connsiteY1287" fmla="*/ 3289375 h 4856353"/>
                <a:gd name="connsiteX1288" fmla="*/ 1331224 w 5860123"/>
                <a:gd name="connsiteY1288" fmla="*/ 3281756 h 4856353"/>
                <a:gd name="connsiteX1289" fmla="*/ 1318841 w 5860123"/>
                <a:gd name="connsiteY1289" fmla="*/ 3274136 h 4856353"/>
                <a:gd name="connsiteX1290" fmla="*/ 1313126 w 5860123"/>
                <a:gd name="connsiteY1290" fmla="*/ 3278898 h 4856353"/>
                <a:gd name="connsiteX1291" fmla="*/ 1306459 w 5860123"/>
                <a:gd name="connsiteY1291" fmla="*/ 3280803 h 4856353"/>
                <a:gd name="connsiteX1292" fmla="*/ 1295029 w 5860123"/>
                <a:gd name="connsiteY1292" fmla="*/ 3280803 h 4856353"/>
                <a:gd name="connsiteX1293" fmla="*/ 1286456 w 5860123"/>
                <a:gd name="connsiteY1293" fmla="*/ 3284613 h 4856353"/>
                <a:gd name="connsiteX1294" fmla="*/ 1272169 w 5860123"/>
                <a:gd name="connsiteY1294" fmla="*/ 3298900 h 4856353"/>
                <a:gd name="connsiteX1295" fmla="*/ 1250261 w 5860123"/>
                <a:gd name="connsiteY1295" fmla="*/ 3315093 h 4856353"/>
                <a:gd name="connsiteX1296" fmla="*/ 1230259 w 5860123"/>
                <a:gd name="connsiteY1296" fmla="*/ 3334143 h 4856353"/>
                <a:gd name="connsiteX1297" fmla="*/ 1227401 w 5860123"/>
                <a:gd name="connsiteY1297" fmla="*/ 3344621 h 4856353"/>
                <a:gd name="connsiteX1298" fmla="*/ 1218829 w 5860123"/>
                <a:gd name="connsiteY1298" fmla="*/ 3360813 h 4856353"/>
                <a:gd name="connsiteX1299" fmla="*/ 1218829 w 5860123"/>
                <a:gd name="connsiteY1299" fmla="*/ 3378911 h 4856353"/>
                <a:gd name="connsiteX1300" fmla="*/ 1210256 w 5860123"/>
                <a:gd name="connsiteY1300" fmla="*/ 3382721 h 4856353"/>
                <a:gd name="connsiteX1301" fmla="*/ 1208351 w 5860123"/>
                <a:gd name="connsiteY1301" fmla="*/ 3383673 h 4856353"/>
                <a:gd name="connsiteX1302" fmla="*/ 1195016 w 5860123"/>
                <a:gd name="connsiteY1302" fmla="*/ 3383673 h 4856353"/>
                <a:gd name="connsiteX1303" fmla="*/ 1187396 w 5860123"/>
                <a:gd name="connsiteY1303" fmla="*/ 3366528 h 4856353"/>
                <a:gd name="connsiteX1304" fmla="*/ 1185491 w 5860123"/>
                <a:gd name="connsiteY1304" fmla="*/ 3363671 h 4856353"/>
                <a:gd name="connsiteX1305" fmla="*/ 1184539 w 5860123"/>
                <a:gd name="connsiteY1305" fmla="*/ 3361765 h 4856353"/>
                <a:gd name="connsiteX1306" fmla="*/ 1181681 w 5860123"/>
                <a:gd name="connsiteY1306" fmla="*/ 3345573 h 4856353"/>
                <a:gd name="connsiteX1307" fmla="*/ 1186444 w 5860123"/>
                <a:gd name="connsiteY1307" fmla="*/ 3334143 h 4856353"/>
                <a:gd name="connsiteX1308" fmla="*/ 1193111 w 5860123"/>
                <a:gd name="connsiteY1308" fmla="*/ 3323665 h 4856353"/>
                <a:gd name="connsiteX1309" fmla="*/ 1200731 w 5860123"/>
                <a:gd name="connsiteY1309" fmla="*/ 3300806 h 4856353"/>
                <a:gd name="connsiteX1310" fmla="*/ 1198826 w 5860123"/>
                <a:gd name="connsiteY1310" fmla="*/ 3283661 h 4856353"/>
                <a:gd name="connsiteX1311" fmla="*/ 1195969 w 5860123"/>
                <a:gd name="connsiteY1311" fmla="*/ 3274136 h 4856353"/>
                <a:gd name="connsiteX1312" fmla="*/ 1188349 w 5860123"/>
                <a:gd name="connsiteY1312" fmla="*/ 3268421 h 4856353"/>
                <a:gd name="connsiteX1313" fmla="*/ 1178824 w 5860123"/>
                <a:gd name="connsiteY1313" fmla="*/ 3263658 h 4856353"/>
                <a:gd name="connsiteX1314" fmla="*/ 1172156 w 5860123"/>
                <a:gd name="connsiteY1314" fmla="*/ 3267468 h 4856353"/>
                <a:gd name="connsiteX1315" fmla="*/ 1166441 w 5860123"/>
                <a:gd name="connsiteY1315" fmla="*/ 3269373 h 4856353"/>
                <a:gd name="connsiteX1316" fmla="*/ 1158821 w 5860123"/>
                <a:gd name="connsiteY1316" fmla="*/ 3270325 h 4856353"/>
                <a:gd name="connsiteX1317" fmla="*/ 1155964 w 5860123"/>
                <a:gd name="connsiteY1317" fmla="*/ 3271278 h 4856353"/>
                <a:gd name="connsiteX1318" fmla="*/ 1145486 w 5860123"/>
                <a:gd name="connsiteY1318" fmla="*/ 3275088 h 4856353"/>
                <a:gd name="connsiteX1319" fmla="*/ 1137866 w 5860123"/>
                <a:gd name="connsiteY1319" fmla="*/ 3278898 h 4856353"/>
                <a:gd name="connsiteX1320" fmla="*/ 1135961 w 5860123"/>
                <a:gd name="connsiteY1320" fmla="*/ 3280803 h 4856353"/>
                <a:gd name="connsiteX1321" fmla="*/ 1129294 w 5860123"/>
                <a:gd name="connsiteY1321" fmla="*/ 3279850 h 4856353"/>
                <a:gd name="connsiteX1322" fmla="*/ 1122626 w 5860123"/>
                <a:gd name="connsiteY1322" fmla="*/ 3276993 h 4856353"/>
                <a:gd name="connsiteX1323" fmla="*/ 1113101 w 5860123"/>
                <a:gd name="connsiteY1323" fmla="*/ 3280803 h 4856353"/>
                <a:gd name="connsiteX1324" fmla="*/ 1102624 w 5860123"/>
                <a:gd name="connsiteY1324" fmla="*/ 3276993 h 4856353"/>
                <a:gd name="connsiteX1325" fmla="*/ 1094051 w 5860123"/>
                <a:gd name="connsiteY1325" fmla="*/ 3274136 h 4856353"/>
                <a:gd name="connsiteX1326" fmla="*/ 1091194 w 5860123"/>
                <a:gd name="connsiteY1326" fmla="*/ 3273183 h 4856353"/>
                <a:gd name="connsiteX1327" fmla="*/ 1087384 w 5860123"/>
                <a:gd name="connsiteY1327" fmla="*/ 3269373 h 4856353"/>
                <a:gd name="connsiteX1328" fmla="*/ 1083574 w 5860123"/>
                <a:gd name="connsiteY1328" fmla="*/ 3266515 h 4856353"/>
                <a:gd name="connsiteX1329" fmla="*/ 1075954 w 5860123"/>
                <a:gd name="connsiteY1329" fmla="*/ 3273183 h 4856353"/>
                <a:gd name="connsiteX1330" fmla="*/ 1072144 w 5860123"/>
                <a:gd name="connsiteY1330" fmla="*/ 3276993 h 4856353"/>
                <a:gd name="connsiteX1331" fmla="*/ 1064524 w 5860123"/>
                <a:gd name="connsiteY1331" fmla="*/ 3282708 h 4856353"/>
                <a:gd name="connsiteX1332" fmla="*/ 1058809 w 5860123"/>
                <a:gd name="connsiteY1332" fmla="*/ 3277946 h 4856353"/>
                <a:gd name="connsiteX1333" fmla="*/ 1048331 w 5860123"/>
                <a:gd name="connsiteY1333" fmla="*/ 3270325 h 4856353"/>
                <a:gd name="connsiteX1334" fmla="*/ 1042616 w 5860123"/>
                <a:gd name="connsiteY1334" fmla="*/ 3270325 h 4856353"/>
                <a:gd name="connsiteX1335" fmla="*/ 1033091 w 5860123"/>
                <a:gd name="connsiteY1335" fmla="*/ 3270325 h 4856353"/>
                <a:gd name="connsiteX1336" fmla="*/ 1031186 w 5860123"/>
                <a:gd name="connsiteY1336" fmla="*/ 3267468 h 4856353"/>
                <a:gd name="connsiteX1337" fmla="*/ 1026424 w 5860123"/>
                <a:gd name="connsiteY1337" fmla="*/ 3268421 h 4856353"/>
                <a:gd name="connsiteX1338" fmla="*/ 1020709 w 5860123"/>
                <a:gd name="connsiteY1338" fmla="*/ 3267468 h 4856353"/>
                <a:gd name="connsiteX1339" fmla="*/ 1012136 w 5860123"/>
                <a:gd name="connsiteY1339" fmla="*/ 3265563 h 4856353"/>
                <a:gd name="connsiteX1340" fmla="*/ 1003564 w 5860123"/>
                <a:gd name="connsiteY1340" fmla="*/ 3263658 h 4856353"/>
                <a:gd name="connsiteX1341" fmla="*/ 996896 w 5860123"/>
                <a:gd name="connsiteY1341" fmla="*/ 3255086 h 4856353"/>
                <a:gd name="connsiteX1342" fmla="*/ 988324 w 5860123"/>
                <a:gd name="connsiteY1342" fmla="*/ 3243656 h 4856353"/>
                <a:gd name="connsiteX1343" fmla="*/ 982609 w 5860123"/>
                <a:gd name="connsiteY1343" fmla="*/ 3242703 h 4856353"/>
                <a:gd name="connsiteX1344" fmla="*/ 979751 w 5860123"/>
                <a:gd name="connsiteY1344" fmla="*/ 3236988 h 4856353"/>
                <a:gd name="connsiteX1345" fmla="*/ 974989 w 5860123"/>
                <a:gd name="connsiteY1345" fmla="*/ 3231273 h 4856353"/>
                <a:gd name="connsiteX1346" fmla="*/ 969274 w 5860123"/>
                <a:gd name="connsiteY1346" fmla="*/ 3229368 h 4856353"/>
                <a:gd name="connsiteX1347" fmla="*/ 957844 w 5860123"/>
                <a:gd name="connsiteY1347" fmla="*/ 3216033 h 4856353"/>
                <a:gd name="connsiteX1348" fmla="*/ 946414 w 5860123"/>
                <a:gd name="connsiteY1348" fmla="*/ 3213175 h 4856353"/>
                <a:gd name="connsiteX1349" fmla="*/ 942604 w 5860123"/>
                <a:gd name="connsiteY1349" fmla="*/ 3210318 h 4856353"/>
                <a:gd name="connsiteX1350" fmla="*/ 939746 w 5860123"/>
                <a:gd name="connsiteY1350" fmla="*/ 3216986 h 4856353"/>
                <a:gd name="connsiteX1351" fmla="*/ 935936 w 5860123"/>
                <a:gd name="connsiteY1351" fmla="*/ 3224606 h 4856353"/>
                <a:gd name="connsiteX1352" fmla="*/ 930221 w 5860123"/>
                <a:gd name="connsiteY1352" fmla="*/ 3231273 h 4856353"/>
                <a:gd name="connsiteX1353" fmla="*/ 919744 w 5860123"/>
                <a:gd name="connsiteY1353" fmla="*/ 3229368 h 4856353"/>
                <a:gd name="connsiteX1354" fmla="*/ 913076 w 5860123"/>
                <a:gd name="connsiteY1354" fmla="*/ 3224606 h 4856353"/>
                <a:gd name="connsiteX1355" fmla="*/ 903551 w 5860123"/>
                <a:gd name="connsiteY1355" fmla="*/ 3218890 h 4856353"/>
                <a:gd name="connsiteX1356" fmla="*/ 902599 w 5860123"/>
                <a:gd name="connsiteY1356" fmla="*/ 3207461 h 4856353"/>
                <a:gd name="connsiteX1357" fmla="*/ 904504 w 5860123"/>
                <a:gd name="connsiteY1357" fmla="*/ 3194125 h 4856353"/>
                <a:gd name="connsiteX1358" fmla="*/ 899741 w 5860123"/>
                <a:gd name="connsiteY1358" fmla="*/ 3193173 h 4856353"/>
                <a:gd name="connsiteX1359" fmla="*/ 893074 w 5860123"/>
                <a:gd name="connsiteY1359" fmla="*/ 3196983 h 4856353"/>
                <a:gd name="connsiteX1360" fmla="*/ 888311 w 5860123"/>
                <a:gd name="connsiteY1360" fmla="*/ 3209365 h 4856353"/>
                <a:gd name="connsiteX1361" fmla="*/ 886406 w 5860123"/>
                <a:gd name="connsiteY1361" fmla="*/ 3218890 h 4856353"/>
                <a:gd name="connsiteX1362" fmla="*/ 869261 w 5860123"/>
                <a:gd name="connsiteY1362" fmla="*/ 3217938 h 4856353"/>
                <a:gd name="connsiteX1363" fmla="*/ 873071 w 5860123"/>
                <a:gd name="connsiteY1363" fmla="*/ 3204603 h 4856353"/>
                <a:gd name="connsiteX1364" fmla="*/ 867356 w 5860123"/>
                <a:gd name="connsiteY1364" fmla="*/ 3197936 h 4856353"/>
                <a:gd name="connsiteX1365" fmla="*/ 861641 w 5860123"/>
                <a:gd name="connsiteY1365" fmla="*/ 3181743 h 4856353"/>
                <a:gd name="connsiteX1366" fmla="*/ 854974 w 5860123"/>
                <a:gd name="connsiteY1366" fmla="*/ 3171265 h 4856353"/>
                <a:gd name="connsiteX1367" fmla="*/ 854974 w 5860123"/>
                <a:gd name="connsiteY1367" fmla="*/ 3165550 h 4856353"/>
                <a:gd name="connsiteX1368" fmla="*/ 855926 w 5860123"/>
                <a:gd name="connsiteY1368" fmla="*/ 3153168 h 4856353"/>
                <a:gd name="connsiteX1369" fmla="*/ 848306 w 5860123"/>
                <a:gd name="connsiteY1369" fmla="*/ 3156025 h 4856353"/>
                <a:gd name="connsiteX1370" fmla="*/ 837829 w 5860123"/>
                <a:gd name="connsiteY1370" fmla="*/ 3157931 h 4856353"/>
                <a:gd name="connsiteX1371" fmla="*/ 821636 w 5860123"/>
                <a:gd name="connsiteY1371" fmla="*/ 3150311 h 4856353"/>
                <a:gd name="connsiteX1372" fmla="*/ 805444 w 5860123"/>
                <a:gd name="connsiteY1372" fmla="*/ 3147453 h 4856353"/>
                <a:gd name="connsiteX1373" fmla="*/ 793061 w 5860123"/>
                <a:gd name="connsiteY1373" fmla="*/ 3139833 h 4856353"/>
                <a:gd name="connsiteX1374" fmla="*/ 789251 w 5860123"/>
                <a:gd name="connsiteY1374" fmla="*/ 3129356 h 4856353"/>
                <a:gd name="connsiteX1375" fmla="*/ 790204 w 5860123"/>
                <a:gd name="connsiteY1375" fmla="*/ 3124593 h 4856353"/>
                <a:gd name="connsiteX1376" fmla="*/ 798776 w 5860123"/>
                <a:gd name="connsiteY1376" fmla="*/ 3115068 h 4856353"/>
                <a:gd name="connsiteX1377" fmla="*/ 804491 w 5860123"/>
                <a:gd name="connsiteY1377" fmla="*/ 3099828 h 4856353"/>
                <a:gd name="connsiteX1378" fmla="*/ 797824 w 5860123"/>
                <a:gd name="connsiteY1378" fmla="*/ 3092208 h 4856353"/>
                <a:gd name="connsiteX1379" fmla="*/ 784489 w 5860123"/>
                <a:gd name="connsiteY1379" fmla="*/ 3096018 h 4856353"/>
                <a:gd name="connsiteX1380" fmla="*/ 781631 w 5860123"/>
                <a:gd name="connsiteY1380" fmla="*/ 3098875 h 4856353"/>
                <a:gd name="connsiteX1381" fmla="*/ 771154 w 5860123"/>
                <a:gd name="connsiteY1381" fmla="*/ 3098875 h 4856353"/>
                <a:gd name="connsiteX1382" fmla="*/ 762581 w 5860123"/>
                <a:gd name="connsiteY1382" fmla="*/ 3095065 h 4856353"/>
                <a:gd name="connsiteX1383" fmla="*/ 758771 w 5860123"/>
                <a:gd name="connsiteY1383" fmla="*/ 3092208 h 4856353"/>
                <a:gd name="connsiteX1384" fmla="*/ 753056 w 5860123"/>
                <a:gd name="connsiteY1384" fmla="*/ 3081731 h 4856353"/>
                <a:gd name="connsiteX1385" fmla="*/ 745436 w 5860123"/>
                <a:gd name="connsiteY1385" fmla="*/ 3072206 h 4856353"/>
                <a:gd name="connsiteX1386" fmla="*/ 733054 w 5860123"/>
                <a:gd name="connsiteY1386" fmla="*/ 3065538 h 4856353"/>
                <a:gd name="connsiteX1387" fmla="*/ 726386 w 5860123"/>
                <a:gd name="connsiteY1387" fmla="*/ 3059823 h 4856353"/>
                <a:gd name="connsiteX1388" fmla="*/ 726386 w 5860123"/>
                <a:gd name="connsiteY1388" fmla="*/ 3053156 h 4856353"/>
                <a:gd name="connsiteX1389" fmla="*/ 718766 w 5860123"/>
                <a:gd name="connsiteY1389" fmla="*/ 3044583 h 4856353"/>
                <a:gd name="connsiteX1390" fmla="*/ 708289 w 5860123"/>
                <a:gd name="connsiteY1390" fmla="*/ 3036011 h 4856353"/>
                <a:gd name="connsiteX1391" fmla="*/ 711146 w 5860123"/>
                <a:gd name="connsiteY1391" fmla="*/ 3027438 h 4856353"/>
                <a:gd name="connsiteX1392" fmla="*/ 712099 w 5860123"/>
                <a:gd name="connsiteY1392" fmla="*/ 3017913 h 4856353"/>
                <a:gd name="connsiteX1393" fmla="*/ 709241 w 5860123"/>
                <a:gd name="connsiteY1393" fmla="*/ 3007436 h 4856353"/>
                <a:gd name="connsiteX1394" fmla="*/ 712099 w 5860123"/>
                <a:gd name="connsiteY1394" fmla="*/ 2994100 h 4856353"/>
                <a:gd name="connsiteX1395" fmla="*/ 712099 w 5860123"/>
                <a:gd name="connsiteY1395" fmla="*/ 2989338 h 4856353"/>
                <a:gd name="connsiteX1396" fmla="*/ 705431 w 5860123"/>
                <a:gd name="connsiteY1396" fmla="*/ 2982671 h 4856353"/>
                <a:gd name="connsiteX1397" fmla="*/ 698764 w 5860123"/>
                <a:gd name="connsiteY1397" fmla="*/ 2978861 h 4856353"/>
                <a:gd name="connsiteX1398" fmla="*/ 690191 w 5860123"/>
                <a:gd name="connsiteY1398" fmla="*/ 2974098 h 4856353"/>
                <a:gd name="connsiteX1399" fmla="*/ 674951 w 5860123"/>
                <a:gd name="connsiteY1399" fmla="*/ 2976956 h 4856353"/>
                <a:gd name="connsiteX1400" fmla="*/ 663521 w 5860123"/>
                <a:gd name="connsiteY1400" fmla="*/ 2977908 h 4856353"/>
                <a:gd name="connsiteX1401" fmla="*/ 650186 w 5860123"/>
                <a:gd name="connsiteY1401" fmla="*/ 2982671 h 4856353"/>
                <a:gd name="connsiteX1402" fmla="*/ 642566 w 5860123"/>
                <a:gd name="connsiteY1402" fmla="*/ 2976956 h 4856353"/>
                <a:gd name="connsiteX1403" fmla="*/ 634946 w 5860123"/>
                <a:gd name="connsiteY1403" fmla="*/ 2961715 h 4856353"/>
                <a:gd name="connsiteX1404" fmla="*/ 633041 w 5860123"/>
                <a:gd name="connsiteY1404" fmla="*/ 2950286 h 4856353"/>
                <a:gd name="connsiteX1405" fmla="*/ 632089 w 5860123"/>
                <a:gd name="connsiteY1405" fmla="*/ 2943618 h 4856353"/>
                <a:gd name="connsiteX1406" fmla="*/ 624469 w 5860123"/>
                <a:gd name="connsiteY1406" fmla="*/ 2929331 h 4856353"/>
                <a:gd name="connsiteX1407" fmla="*/ 621611 w 5860123"/>
                <a:gd name="connsiteY1407" fmla="*/ 2916948 h 4856353"/>
                <a:gd name="connsiteX1408" fmla="*/ 610181 w 5860123"/>
                <a:gd name="connsiteY1408" fmla="*/ 2911233 h 4856353"/>
                <a:gd name="connsiteX1409" fmla="*/ 605419 w 5860123"/>
                <a:gd name="connsiteY1409" fmla="*/ 2909328 h 4856353"/>
                <a:gd name="connsiteX1410" fmla="*/ 598751 w 5860123"/>
                <a:gd name="connsiteY1410" fmla="*/ 2900756 h 4856353"/>
                <a:gd name="connsiteX1411" fmla="*/ 584464 w 5860123"/>
                <a:gd name="connsiteY1411" fmla="*/ 2893136 h 4856353"/>
                <a:gd name="connsiteX1412" fmla="*/ 580654 w 5860123"/>
                <a:gd name="connsiteY1412" fmla="*/ 2891231 h 4856353"/>
                <a:gd name="connsiteX1413" fmla="*/ 575891 w 5860123"/>
                <a:gd name="connsiteY1413" fmla="*/ 2885515 h 4856353"/>
                <a:gd name="connsiteX1414" fmla="*/ 566366 w 5860123"/>
                <a:gd name="connsiteY1414" fmla="*/ 2878848 h 4856353"/>
                <a:gd name="connsiteX1415" fmla="*/ 571129 w 5860123"/>
                <a:gd name="connsiteY1415" fmla="*/ 2873133 h 4856353"/>
                <a:gd name="connsiteX1416" fmla="*/ 568271 w 5860123"/>
                <a:gd name="connsiteY1416" fmla="*/ 2867418 h 4856353"/>
                <a:gd name="connsiteX1417" fmla="*/ 561604 w 5860123"/>
                <a:gd name="connsiteY1417" fmla="*/ 2863608 h 4856353"/>
                <a:gd name="connsiteX1418" fmla="*/ 561604 w 5860123"/>
                <a:gd name="connsiteY1418" fmla="*/ 2857893 h 4856353"/>
                <a:gd name="connsiteX1419" fmla="*/ 553031 w 5860123"/>
                <a:gd name="connsiteY1419" fmla="*/ 2845511 h 4856353"/>
                <a:gd name="connsiteX1420" fmla="*/ 542554 w 5860123"/>
                <a:gd name="connsiteY1420" fmla="*/ 2835986 h 4856353"/>
                <a:gd name="connsiteX1421" fmla="*/ 538744 w 5860123"/>
                <a:gd name="connsiteY1421" fmla="*/ 2834081 h 4856353"/>
                <a:gd name="connsiteX1422" fmla="*/ 531124 w 5860123"/>
                <a:gd name="connsiteY1422" fmla="*/ 2828365 h 4856353"/>
                <a:gd name="connsiteX1423" fmla="*/ 526361 w 5860123"/>
                <a:gd name="connsiteY1423" fmla="*/ 2825508 h 4856353"/>
                <a:gd name="connsiteX1424" fmla="*/ 523504 w 5860123"/>
                <a:gd name="connsiteY1424" fmla="*/ 2815031 h 4856353"/>
                <a:gd name="connsiteX1425" fmla="*/ 516836 w 5860123"/>
                <a:gd name="connsiteY1425" fmla="*/ 2801696 h 4856353"/>
                <a:gd name="connsiteX1426" fmla="*/ 520646 w 5860123"/>
                <a:gd name="connsiteY1426" fmla="*/ 2786456 h 4856353"/>
                <a:gd name="connsiteX1427" fmla="*/ 511121 w 5860123"/>
                <a:gd name="connsiteY1427" fmla="*/ 2781693 h 4856353"/>
                <a:gd name="connsiteX1428" fmla="*/ 505406 w 5860123"/>
                <a:gd name="connsiteY1428" fmla="*/ 2780740 h 4856353"/>
                <a:gd name="connsiteX1429" fmla="*/ 496834 w 5860123"/>
                <a:gd name="connsiteY1429" fmla="*/ 2773121 h 4856353"/>
                <a:gd name="connsiteX1430" fmla="*/ 487309 w 5860123"/>
                <a:gd name="connsiteY1430" fmla="*/ 2768358 h 4856353"/>
                <a:gd name="connsiteX1431" fmla="*/ 480641 w 5860123"/>
                <a:gd name="connsiteY1431" fmla="*/ 2762643 h 4856353"/>
                <a:gd name="connsiteX1432" fmla="*/ 473021 w 5860123"/>
                <a:gd name="connsiteY1432" fmla="*/ 2755975 h 4856353"/>
                <a:gd name="connsiteX1433" fmla="*/ 467306 w 5860123"/>
                <a:gd name="connsiteY1433" fmla="*/ 2756928 h 4856353"/>
                <a:gd name="connsiteX1434" fmla="*/ 463496 w 5860123"/>
                <a:gd name="connsiteY1434" fmla="*/ 2757881 h 4856353"/>
                <a:gd name="connsiteX1435" fmla="*/ 459686 w 5860123"/>
                <a:gd name="connsiteY1435" fmla="*/ 2760738 h 4856353"/>
                <a:gd name="connsiteX1436" fmla="*/ 451114 w 5860123"/>
                <a:gd name="connsiteY1436" fmla="*/ 2752165 h 4856353"/>
                <a:gd name="connsiteX1437" fmla="*/ 446351 w 5860123"/>
                <a:gd name="connsiteY1437" fmla="*/ 2753118 h 4856353"/>
                <a:gd name="connsiteX1438" fmla="*/ 443494 w 5860123"/>
                <a:gd name="connsiteY1438" fmla="*/ 2764548 h 4856353"/>
                <a:gd name="connsiteX1439" fmla="*/ 438731 w 5860123"/>
                <a:gd name="connsiteY1439" fmla="*/ 2774073 h 4856353"/>
                <a:gd name="connsiteX1440" fmla="*/ 430159 w 5860123"/>
                <a:gd name="connsiteY1440" fmla="*/ 2783598 h 4856353"/>
                <a:gd name="connsiteX1441" fmla="*/ 424444 w 5860123"/>
                <a:gd name="connsiteY1441" fmla="*/ 2778836 h 4856353"/>
                <a:gd name="connsiteX1442" fmla="*/ 420634 w 5860123"/>
                <a:gd name="connsiteY1442" fmla="*/ 2782646 h 4856353"/>
                <a:gd name="connsiteX1443" fmla="*/ 422539 w 5860123"/>
                <a:gd name="connsiteY1443" fmla="*/ 2792171 h 4856353"/>
                <a:gd name="connsiteX1444" fmla="*/ 402536 w 5860123"/>
                <a:gd name="connsiteY1444" fmla="*/ 2791218 h 4856353"/>
                <a:gd name="connsiteX1445" fmla="*/ 399679 w 5860123"/>
                <a:gd name="connsiteY1445" fmla="*/ 2782646 h 4856353"/>
                <a:gd name="connsiteX1446" fmla="*/ 400631 w 5860123"/>
                <a:gd name="connsiteY1446" fmla="*/ 2766453 h 4856353"/>
                <a:gd name="connsiteX1447" fmla="*/ 383486 w 5860123"/>
                <a:gd name="connsiteY1447" fmla="*/ 2746450 h 4856353"/>
                <a:gd name="connsiteX1448" fmla="*/ 381581 w 5860123"/>
                <a:gd name="connsiteY1448" fmla="*/ 2744546 h 4856353"/>
                <a:gd name="connsiteX1449" fmla="*/ 371104 w 5860123"/>
                <a:gd name="connsiteY1449" fmla="*/ 2732163 h 4856353"/>
                <a:gd name="connsiteX1450" fmla="*/ 367294 w 5860123"/>
                <a:gd name="connsiteY1450" fmla="*/ 2728353 h 4856353"/>
                <a:gd name="connsiteX1451" fmla="*/ 361579 w 5860123"/>
                <a:gd name="connsiteY1451" fmla="*/ 2717875 h 4856353"/>
                <a:gd name="connsiteX1452" fmla="*/ 352054 w 5860123"/>
                <a:gd name="connsiteY1452" fmla="*/ 2715018 h 4856353"/>
                <a:gd name="connsiteX1453" fmla="*/ 343481 w 5860123"/>
                <a:gd name="connsiteY1453" fmla="*/ 2705493 h 4856353"/>
                <a:gd name="connsiteX1454" fmla="*/ 336814 w 5860123"/>
                <a:gd name="connsiteY1454" fmla="*/ 2700731 h 4856353"/>
                <a:gd name="connsiteX1455" fmla="*/ 334909 w 5860123"/>
                <a:gd name="connsiteY1455" fmla="*/ 2698825 h 4856353"/>
                <a:gd name="connsiteX1456" fmla="*/ 329194 w 5860123"/>
                <a:gd name="connsiteY1456" fmla="*/ 2690253 h 4856353"/>
                <a:gd name="connsiteX1457" fmla="*/ 313001 w 5860123"/>
                <a:gd name="connsiteY1457" fmla="*/ 2683586 h 4856353"/>
                <a:gd name="connsiteX1458" fmla="*/ 308239 w 5860123"/>
                <a:gd name="connsiteY1458" fmla="*/ 2677871 h 4856353"/>
                <a:gd name="connsiteX1459" fmla="*/ 305381 w 5860123"/>
                <a:gd name="connsiteY1459" fmla="*/ 2670250 h 4856353"/>
                <a:gd name="connsiteX1460" fmla="*/ 304429 w 5860123"/>
                <a:gd name="connsiteY1460" fmla="*/ 2660725 h 4856353"/>
                <a:gd name="connsiteX1461" fmla="*/ 304429 w 5860123"/>
                <a:gd name="connsiteY1461" fmla="*/ 2658821 h 4856353"/>
                <a:gd name="connsiteX1462" fmla="*/ 303476 w 5860123"/>
                <a:gd name="connsiteY1462" fmla="*/ 2652153 h 4856353"/>
                <a:gd name="connsiteX1463" fmla="*/ 299666 w 5860123"/>
                <a:gd name="connsiteY1463" fmla="*/ 2645486 h 4856353"/>
                <a:gd name="connsiteX1464" fmla="*/ 295856 w 5860123"/>
                <a:gd name="connsiteY1464" fmla="*/ 2635008 h 4856353"/>
                <a:gd name="connsiteX1465" fmla="*/ 292046 w 5860123"/>
                <a:gd name="connsiteY1465" fmla="*/ 2626436 h 4856353"/>
                <a:gd name="connsiteX1466" fmla="*/ 284426 w 5860123"/>
                <a:gd name="connsiteY1466" fmla="*/ 2618815 h 4856353"/>
                <a:gd name="connsiteX1467" fmla="*/ 271091 w 5860123"/>
                <a:gd name="connsiteY1467" fmla="*/ 2616911 h 4856353"/>
                <a:gd name="connsiteX1468" fmla="*/ 265376 w 5860123"/>
                <a:gd name="connsiteY1468" fmla="*/ 2608338 h 4856353"/>
                <a:gd name="connsiteX1469" fmla="*/ 254899 w 5860123"/>
                <a:gd name="connsiteY1469" fmla="*/ 2598813 h 4856353"/>
                <a:gd name="connsiteX1470" fmla="*/ 247279 w 5860123"/>
                <a:gd name="connsiteY1470" fmla="*/ 2604528 h 4856353"/>
                <a:gd name="connsiteX1471" fmla="*/ 241564 w 5860123"/>
                <a:gd name="connsiteY1471" fmla="*/ 2606433 h 4856353"/>
                <a:gd name="connsiteX1472" fmla="*/ 234896 w 5860123"/>
                <a:gd name="connsiteY1472" fmla="*/ 2599765 h 4856353"/>
                <a:gd name="connsiteX1473" fmla="*/ 228229 w 5860123"/>
                <a:gd name="connsiteY1473" fmla="*/ 2595003 h 4856353"/>
                <a:gd name="connsiteX1474" fmla="*/ 215846 w 5860123"/>
                <a:gd name="connsiteY1474" fmla="*/ 2583573 h 4856353"/>
                <a:gd name="connsiteX1475" fmla="*/ 214894 w 5860123"/>
                <a:gd name="connsiteY1475" fmla="*/ 2570238 h 4856353"/>
                <a:gd name="connsiteX1476" fmla="*/ 212989 w 5860123"/>
                <a:gd name="connsiteY1476" fmla="*/ 2554998 h 4856353"/>
                <a:gd name="connsiteX1477" fmla="*/ 212036 w 5860123"/>
                <a:gd name="connsiteY1477" fmla="*/ 2550236 h 4856353"/>
                <a:gd name="connsiteX1478" fmla="*/ 211084 w 5860123"/>
                <a:gd name="connsiteY1478" fmla="*/ 2547378 h 4856353"/>
                <a:gd name="connsiteX1479" fmla="*/ 207274 w 5860123"/>
                <a:gd name="connsiteY1479" fmla="*/ 2546425 h 4856353"/>
                <a:gd name="connsiteX1480" fmla="*/ 201559 w 5860123"/>
                <a:gd name="connsiteY1480" fmla="*/ 2542615 h 4856353"/>
                <a:gd name="connsiteX1481" fmla="*/ 206321 w 5860123"/>
                <a:gd name="connsiteY1481" fmla="*/ 2530233 h 4856353"/>
                <a:gd name="connsiteX1482" fmla="*/ 206321 w 5860123"/>
                <a:gd name="connsiteY1482" fmla="*/ 2524518 h 4856353"/>
                <a:gd name="connsiteX1483" fmla="*/ 204416 w 5860123"/>
                <a:gd name="connsiteY1483" fmla="*/ 2518803 h 4856353"/>
                <a:gd name="connsiteX1484" fmla="*/ 215846 w 5860123"/>
                <a:gd name="connsiteY1484" fmla="*/ 2512136 h 4856353"/>
                <a:gd name="connsiteX1485" fmla="*/ 219656 w 5860123"/>
                <a:gd name="connsiteY1485" fmla="*/ 2504515 h 4856353"/>
                <a:gd name="connsiteX1486" fmla="*/ 217751 w 5860123"/>
                <a:gd name="connsiteY1486" fmla="*/ 2498800 h 4856353"/>
                <a:gd name="connsiteX1487" fmla="*/ 213941 w 5860123"/>
                <a:gd name="connsiteY1487" fmla="*/ 2490228 h 4856353"/>
                <a:gd name="connsiteX1488" fmla="*/ 212036 w 5860123"/>
                <a:gd name="connsiteY1488" fmla="*/ 2478798 h 4856353"/>
                <a:gd name="connsiteX1489" fmla="*/ 218704 w 5860123"/>
                <a:gd name="connsiteY1489" fmla="*/ 2469273 h 4856353"/>
                <a:gd name="connsiteX1490" fmla="*/ 223466 w 5860123"/>
                <a:gd name="connsiteY1490" fmla="*/ 2460700 h 4856353"/>
                <a:gd name="connsiteX1491" fmla="*/ 221561 w 5860123"/>
                <a:gd name="connsiteY1491" fmla="*/ 2459748 h 4856353"/>
                <a:gd name="connsiteX1492" fmla="*/ 213941 w 5860123"/>
                <a:gd name="connsiteY1492" fmla="*/ 2452128 h 4856353"/>
                <a:gd name="connsiteX1493" fmla="*/ 210131 w 5860123"/>
                <a:gd name="connsiteY1493" fmla="*/ 2441650 h 4856353"/>
                <a:gd name="connsiteX1494" fmla="*/ 206321 w 5860123"/>
                <a:gd name="connsiteY1494" fmla="*/ 2435936 h 4856353"/>
                <a:gd name="connsiteX1495" fmla="*/ 201559 w 5860123"/>
                <a:gd name="connsiteY1495" fmla="*/ 2428315 h 4856353"/>
                <a:gd name="connsiteX1496" fmla="*/ 205369 w 5860123"/>
                <a:gd name="connsiteY1496" fmla="*/ 2416885 h 4856353"/>
                <a:gd name="connsiteX1497" fmla="*/ 211084 w 5860123"/>
                <a:gd name="connsiteY1497" fmla="*/ 2406408 h 4856353"/>
                <a:gd name="connsiteX1498" fmla="*/ 212989 w 5860123"/>
                <a:gd name="connsiteY1498" fmla="*/ 2393073 h 4856353"/>
                <a:gd name="connsiteX1499" fmla="*/ 212036 w 5860123"/>
                <a:gd name="connsiteY1499" fmla="*/ 2386406 h 4856353"/>
                <a:gd name="connsiteX1500" fmla="*/ 213941 w 5860123"/>
                <a:gd name="connsiteY1500" fmla="*/ 2375928 h 4856353"/>
                <a:gd name="connsiteX1501" fmla="*/ 229181 w 5860123"/>
                <a:gd name="connsiteY1501" fmla="*/ 2371165 h 4856353"/>
                <a:gd name="connsiteX1502" fmla="*/ 234896 w 5860123"/>
                <a:gd name="connsiteY1502" fmla="*/ 2370213 h 4856353"/>
                <a:gd name="connsiteX1503" fmla="*/ 246326 w 5860123"/>
                <a:gd name="connsiteY1503" fmla="*/ 2367356 h 4856353"/>
                <a:gd name="connsiteX1504" fmla="*/ 253946 w 5860123"/>
                <a:gd name="connsiteY1504" fmla="*/ 2372118 h 4856353"/>
                <a:gd name="connsiteX1505" fmla="*/ 252994 w 5860123"/>
                <a:gd name="connsiteY1505" fmla="*/ 2378785 h 4856353"/>
                <a:gd name="connsiteX1506" fmla="*/ 250136 w 5860123"/>
                <a:gd name="connsiteY1506" fmla="*/ 2387358 h 4856353"/>
                <a:gd name="connsiteX1507" fmla="*/ 249184 w 5860123"/>
                <a:gd name="connsiteY1507" fmla="*/ 2399740 h 4856353"/>
                <a:gd name="connsiteX1508" fmla="*/ 252994 w 5860123"/>
                <a:gd name="connsiteY1508" fmla="*/ 2406408 h 4856353"/>
                <a:gd name="connsiteX1509" fmla="*/ 259661 w 5860123"/>
                <a:gd name="connsiteY1509" fmla="*/ 2414028 h 4856353"/>
                <a:gd name="connsiteX1510" fmla="*/ 271091 w 5860123"/>
                <a:gd name="connsiteY1510" fmla="*/ 2418790 h 4856353"/>
                <a:gd name="connsiteX1511" fmla="*/ 283474 w 5860123"/>
                <a:gd name="connsiteY1511" fmla="*/ 2414981 h 4856353"/>
                <a:gd name="connsiteX1512" fmla="*/ 292999 w 5860123"/>
                <a:gd name="connsiteY1512" fmla="*/ 2410218 h 4856353"/>
                <a:gd name="connsiteX1513" fmla="*/ 298714 w 5860123"/>
                <a:gd name="connsiteY1513" fmla="*/ 2408313 h 4856353"/>
                <a:gd name="connsiteX1514" fmla="*/ 308239 w 5860123"/>
                <a:gd name="connsiteY1514" fmla="*/ 2400693 h 4856353"/>
                <a:gd name="connsiteX1515" fmla="*/ 310144 w 5860123"/>
                <a:gd name="connsiteY1515" fmla="*/ 2396883 h 4856353"/>
                <a:gd name="connsiteX1516" fmla="*/ 312049 w 5860123"/>
                <a:gd name="connsiteY1516" fmla="*/ 2389263 h 4856353"/>
                <a:gd name="connsiteX1517" fmla="*/ 313954 w 5860123"/>
                <a:gd name="connsiteY1517" fmla="*/ 2377833 h 4856353"/>
                <a:gd name="connsiteX1518" fmla="*/ 312049 w 5860123"/>
                <a:gd name="connsiteY1518" fmla="*/ 2370213 h 4856353"/>
                <a:gd name="connsiteX1519" fmla="*/ 314906 w 5860123"/>
                <a:gd name="connsiteY1519" fmla="*/ 2359735 h 4856353"/>
                <a:gd name="connsiteX1520" fmla="*/ 314906 w 5860123"/>
                <a:gd name="connsiteY1520" fmla="*/ 2354021 h 4856353"/>
                <a:gd name="connsiteX1521" fmla="*/ 316811 w 5860123"/>
                <a:gd name="connsiteY1521" fmla="*/ 2349258 h 4856353"/>
                <a:gd name="connsiteX1522" fmla="*/ 313954 w 5860123"/>
                <a:gd name="connsiteY1522" fmla="*/ 2338781 h 4856353"/>
                <a:gd name="connsiteX1523" fmla="*/ 305381 w 5860123"/>
                <a:gd name="connsiteY1523" fmla="*/ 2324493 h 4856353"/>
                <a:gd name="connsiteX1524" fmla="*/ 307286 w 5860123"/>
                <a:gd name="connsiteY1524" fmla="*/ 2320683 h 4856353"/>
                <a:gd name="connsiteX1525" fmla="*/ 306334 w 5860123"/>
                <a:gd name="connsiteY1525" fmla="*/ 2311158 h 4856353"/>
                <a:gd name="connsiteX1526" fmla="*/ 303476 w 5860123"/>
                <a:gd name="connsiteY1526" fmla="*/ 2301633 h 4856353"/>
                <a:gd name="connsiteX1527" fmla="*/ 301571 w 5860123"/>
                <a:gd name="connsiteY1527" fmla="*/ 2294013 h 4856353"/>
                <a:gd name="connsiteX1528" fmla="*/ 295856 w 5860123"/>
                <a:gd name="connsiteY1528" fmla="*/ 2282583 h 4856353"/>
                <a:gd name="connsiteX1529" fmla="*/ 289189 w 5860123"/>
                <a:gd name="connsiteY1529" fmla="*/ 2270201 h 4856353"/>
                <a:gd name="connsiteX1530" fmla="*/ 287284 w 5860123"/>
                <a:gd name="connsiteY1530" fmla="*/ 2263533 h 4856353"/>
                <a:gd name="connsiteX1531" fmla="*/ 285379 w 5860123"/>
                <a:gd name="connsiteY1531" fmla="*/ 2256865 h 4856353"/>
                <a:gd name="connsiteX1532" fmla="*/ 285379 w 5860123"/>
                <a:gd name="connsiteY1532" fmla="*/ 2242578 h 4856353"/>
                <a:gd name="connsiteX1533" fmla="*/ 285379 w 5860123"/>
                <a:gd name="connsiteY1533" fmla="*/ 2234958 h 4856353"/>
                <a:gd name="connsiteX1534" fmla="*/ 294904 w 5860123"/>
                <a:gd name="connsiteY1534" fmla="*/ 2228290 h 4856353"/>
                <a:gd name="connsiteX1535" fmla="*/ 297761 w 5860123"/>
                <a:gd name="connsiteY1535" fmla="*/ 2214956 h 4856353"/>
                <a:gd name="connsiteX1536" fmla="*/ 299666 w 5860123"/>
                <a:gd name="connsiteY1536" fmla="*/ 2206383 h 4856353"/>
                <a:gd name="connsiteX1537" fmla="*/ 299666 w 5860123"/>
                <a:gd name="connsiteY1537" fmla="*/ 2194001 h 4856353"/>
                <a:gd name="connsiteX1538" fmla="*/ 296809 w 5860123"/>
                <a:gd name="connsiteY1538" fmla="*/ 2190190 h 4856353"/>
                <a:gd name="connsiteX1539" fmla="*/ 296809 w 5860123"/>
                <a:gd name="connsiteY1539" fmla="*/ 2183523 h 4856353"/>
                <a:gd name="connsiteX1540" fmla="*/ 301571 w 5860123"/>
                <a:gd name="connsiteY1540" fmla="*/ 2180665 h 4856353"/>
                <a:gd name="connsiteX1541" fmla="*/ 312049 w 5860123"/>
                <a:gd name="connsiteY1541" fmla="*/ 2179713 h 4856353"/>
                <a:gd name="connsiteX1542" fmla="*/ 324431 w 5860123"/>
                <a:gd name="connsiteY1542" fmla="*/ 2177808 h 4856353"/>
                <a:gd name="connsiteX1543" fmla="*/ 333956 w 5860123"/>
                <a:gd name="connsiteY1543" fmla="*/ 2170188 h 4856353"/>
                <a:gd name="connsiteX1544" fmla="*/ 337766 w 5860123"/>
                <a:gd name="connsiteY1544" fmla="*/ 2163521 h 4856353"/>
                <a:gd name="connsiteX1545" fmla="*/ 342529 w 5860123"/>
                <a:gd name="connsiteY1545" fmla="*/ 2160663 h 4856353"/>
                <a:gd name="connsiteX1546" fmla="*/ 344434 w 5860123"/>
                <a:gd name="connsiteY1546" fmla="*/ 2153996 h 4856353"/>
                <a:gd name="connsiteX1547" fmla="*/ 337766 w 5860123"/>
                <a:gd name="connsiteY1547" fmla="*/ 2149233 h 4856353"/>
                <a:gd name="connsiteX1548" fmla="*/ 329194 w 5860123"/>
                <a:gd name="connsiteY1548" fmla="*/ 2140660 h 4856353"/>
                <a:gd name="connsiteX1549" fmla="*/ 327289 w 5860123"/>
                <a:gd name="connsiteY1549" fmla="*/ 2136851 h 4856353"/>
                <a:gd name="connsiteX1550" fmla="*/ 321574 w 5860123"/>
                <a:gd name="connsiteY1550" fmla="*/ 2130183 h 4856353"/>
                <a:gd name="connsiteX1551" fmla="*/ 314906 w 5860123"/>
                <a:gd name="connsiteY1551" fmla="*/ 2121610 h 4856353"/>
                <a:gd name="connsiteX1552" fmla="*/ 309191 w 5860123"/>
                <a:gd name="connsiteY1552" fmla="*/ 2121610 h 4856353"/>
                <a:gd name="connsiteX1553" fmla="*/ 304429 w 5860123"/>
                <a:gd name="connsiteY1553" fmla="*/ 2117801 h 4856353"/>
                <a:gd name="connsiteX1554" fmla="*/ 298714 w 5860123"/>
                <a:gd name="connsiteY1554" fmla="*/ 2111133 h 4856353"/>
                <a:gd name="connsiteX1555" fmla="*/ 292046 w 5860123"/>
                <a:gd name="connsiteY1555" fmla="*/ 2109228 h 4856353"/>
                <a:gd name="connsiteX1556" fmla="*/ 289189 w 5860123"/>
                <a:gd name="connsiteY1556" fmla="*/ 2104465 h 4856353"/>
                <a:gd name="connsiteX1557" fmla="*/ 284426 w 5860123"/>
                <a:gd name="connsiteY1557" fmla="*/ 2100656 h 4856353"/>
                <a:gd name="connsiteX1558" fmla="*/ 278711 w 5860123"/>
                <a:gd name="connsiteY1558" fmla="*/ 2085415 h 4856353"/>
                <a:gd name="connsiteX1559" fmla="*/ 277759 w 5860123"/>
                <a:gd name="connsiteY1559" fmla="*/ 2077795 h 4856353"/>
                <a:gd name="connsiteX1560" fmla="*/ 281569 w 5860123"/>
                <a:gd name="connsiteY1560" fmla="*/ 2070175 h 4856353"/>
                <a:gd name="connsiteX1561" fmla="*/ 282521 w 5860123"/>
                <a:gd name="connsiteY1561" fmla="*/ 2067318 h 4856353"/>
                <a:gd name="connsiteX1562" fmla="*/ 282521 w 5860123"/>
                <a:gd name="connsiteY1562" fmla="*/ 2059698 h 4856353"/>
                <a:gd name="connsiteX1563" fmla="*/ 282521 w 5860123"/>
                <a:gd name="connsiteY1563" fmla="*/ 2053030 h 4856353"/>
                <a:gd name="connsiteX1564" fmla="*/ 282521 w 5860123"/>
                <a:gd name="connsiteY1564" fmla="*/ 2040648 h 4856353"/>
                <a:gd name="connsiteX1565" fmla="*/ 283474 w 5860123"/>
                <a:gd name="connsiteY1565" fmla="*/ 2035885 h 4856353"/>
                <a:gd name="connsiteX1566" fmla="*/ 285379 w 5860123"/>
                <a:gd name="connsiteY1566" fmla="*/ 2032075 h 4856353"/>
                <a:gd name="connsiteX1567" fmla="*/ 283474 w 5860123"/>
                <a:gd name="connsiteY1567" fmla="*/ 2027313 h 4856353"/>
                <a:gd name="connsiteX1568" fmla="*/ 280616 w 5860123"/>
                <a:gd name="connsiteY1568" fmla="*/ 2024455 h 4856353"/>
                <a:gd name="connsiteX1569" fmla="*/ 280616 w 5860123"/>
                <a:gd name="connsiteY1569" fmla="*/ 2021598 h 4856353"/>
                <a:gd name="connsiteX1570" fmla="*/ 279664 w 5860123"/>
                <a:gd name="connsiteY1570" fmla="*/ 2005405 h 4856353"/>
                <a:gd name="connsiteX1571" fmla="*/ 280616 w 5860123"/>
                <a:gd name="connsiteY1571" fmla="*/ 1999690 h 4856353"/>
                <a:gd name="connsiteX1572" fmla="*/ 284426 w 5860123"/>
                <a:gd name="connsiteY1572" fmla="*/ 1991118 h 4856353"/>
                <a:gd name="connsiteX1573" fmla="*/ 292046 w 5860123"/>
                <a:gd name="connsiteY1573" fmla="*/ 1986355 h 4856353"/>
                <a:gd name="connsiteX1574" fmla="*/ 297761 w 5860123"/>
                <a:gd name="connsiteY1574" fmla="*/ 1981593 h 4856353"/>
                <a:gd name="connsiteX1575" fmla="*/ 292999 w 5860123"/>
                <a:gd name="connsiteY1575" fmla="*/ 1977783 h 4856353"/>
                <a:gd name="connsiteX1576" fmla="*/ 289189 w 5860123"/>
                <a:gd name="connsiteY1576" fmla="*/ 1976830 h 4856353"/>
                <a:gd name="connsiteX1577" fmla="*/ 283474 w 5860123"/>
                <a:gd name="connsiteY1577" fmla="*/ 1974925 h 4856353"/>
                <a:gd name="connsiteX1578" fmla="*/ 279664 w 5860123"/>
                <a:gd name="connsiteY1578" fmla="*/ 1973973 h 4856353"/>
                <a:gd name="connsiteX1579" fmla="*/ 271091 w 5860123"/>
                <a:gd name="connsiteY1579" fmla="*/ 1973020 h 4856353"/>
                <a:gd name="connsiteX1580" fmla="*/ 267281 w 5860123"/>
                <a:gd name="connsiteY1580" fmla="*/ 1969210 h 4856353"/>
                <a:gd name="connsiteX1581" fmla="*/ 265376 w 5860123"/>
                <a:gd name="connsiteY1581" fmla="*/ 1967305 h 4856353"/>
                <a:gd name="connsiteX1582" fmla="*/ 260614 w 5860123"/>
                <a:gd name="connsiteY1582" fmla="*/ 1966353 h 4856353"/>
                <a:gd name="connsiteX1583" fmla="*/ 252994 w 5860123"/>
                <a:gd name="connsiteY1583" fmla="*/ 1968258 h 4856353"/>
                <a:gd name="connsiteX1584" fmla="*/ 246326 w 5860123"/>
                <a:gd name="connsiteY1584" fmla="*/ 1963495 h 4856353"/>
                <a:gd name="connsiteX1585" fmla="*/ 236801 w 5860123"/>
                <a:gd name="connsiteY1585" fmla="*/ 1960638 h 4856353"/>
                <a:gd name="connsiteX1586" fmla="*/ 222514 w 5860123"/>
                <a:gd name="connsiteY1586" fmla="*/ 1953018 h 4856353"/>
                <a:gd name="connsiteX1587" fmla="*/ 213941 w 5860123"/>
                <a:gd name="connsiteY1587" fmla="*/ 1945398 h 4856353"/>
                <a:gd name="connsiteX1588" fmla="*/ 204416 w 5860123"/>
                <a:gd name="connsiteY1588" fmla="*/ 1942540 h 4856353"/>
                <a:gd name="connsiteX1589" fmla="*/ 196796 w 5860123"/>
                <a:gd name="connsiteY1589" fmla="*/ 1932063 h 4856353"/>
                <a:gd name="connsiteX1590" fmla="*/ 185366 w 5860123"/>
                <a:gd name="connsiteY1590" fmla="*/ 1926348 h 4856353"/>
                <a:gd name="connsiteX1591" fmla="*/ 174889 w 5860123"/>
                <a:gd name="connsiteY1591" fmla="*/ 1916823 h 4856353"/>
                <a:gd name="connsiteX1592" fmla="*/ 171079 w 5860123"/>
                <a:gd name="connsiteY1592" fmla="*/ 1913965 h 4856353"/>
                <a:gd name="connsiteX1593" fmla="*/ 167269 w 5860123"/>
                <a:gd name="connsiteY1593" fmla="*/ 1909203 h 4856353"/>
                <a:gd name="connsiteX1594" fmla="*/ 160601 w 5860123"/>
                <a:gd name="connsiteY1594" fmla="*/ 1896820 h 4856353"/>
                <a:gd name="connsiteX1595" fmla="*/ 155839 w 5860123"/>
                <a:gd name="connsiteY1595" fmla="*/ 1892058 h 4856353"/>
                <a:gd name="connsiteX1596" fmla="*/ 155839 w 5860123"/>
                <a:gd name="connsiteY1596" fmla="*/ 1883485 h 4856353"/>
                <a:gd name="connsiteX1597" fmla="*/ 160601 w 5860123"/>
                <a:gd name="connsiteY1597" fmla="*/ 1874913 h 4856353"/>
                <a:gd name="connsiteX1598" fmla="*/ 153934 w 5860123"/>
                <a:gd name="connsiteY1598" fmla="*/ 1873008 h 4856353"/>
                <a:gd name="connsiteX1599" fmla="*/ 143456 w 5860123"/>
                <a:gd name="connsiteY1599" fmla="*/ 1874913 h 4856353"/>
                <a:gd name="connsiteX1600" fmla="*/ 137741 w 5860123"/>
                <a:gd name="connsiteY1600" fmla="*/ 1878723 h 4856353"/>
                <a:gd name="connsiteX1601" fmla="*/ 125359 w 5860123"/>
                <a:gd name="connsiteY1601" fmla="*/ 1873960 h 4856353"/>
                <a:gd name="connsiteX1602" fmla="*/ 118691 w 5860123"/>
                <a:gd name="connsiteY1602" fmla="*/ 1872055 h 4856353"/>
                <a:gd name="connsiteX1603" fmla="*/ 114881 w 5860123"/>
                <a:gd name="connsiteY1603" fmla="*/ 1864435 h 4856353"/>
                <a:gd name="connsiteX1604" fmla="*/ 119644 w 5860123"/>
                <a:gd name="connsiteY1604" fmla="*/ 1853005 h 4856353"/>
                <a:gd name="connsiteX1605" fmla="*/ 118691 w 5860123"/>
                <a:gd name="connsiteY1605" fmla="*/ 1847290 h 4856353"/>
                <a:gd name="connsiteX1606" fmla="*/ 112976 w 5860123"/>
                <a:gd name="connsiteY1606" fmla="*/ 1841575 h 4856353"/>
                <a:gd name="connsiteX1607" fmla="*/ 105356 w 5860123"/>
                <a:gd name="connsiteY1607" fmla="*/ 1834908 h 4856353"/>
                <a:gd name="connsiteX1608" fmla="*/ 105356 w 5860123"/>
                <a:gd name="connsiteY1608" fmla="*/ 1833003 h 4856353"/>
                <a:gd name="connsiteX1609" fmla="*/ 106309 w 5860123"/>
                <a:gd name="connsiteY1609" fmla="*/ 1828240 h 4856353"/>
                <a:gd name="connsiteX1610" fmla="*/ 110119 w 5860123"/>
                <a:gd name="connsiteY1610" fmla="*/ 1822525 h 4856353"/>
                <a:gd name="connsiteX1611" fmla="*/ 115834 w 5860123"/>
                <a:gd name="connsiteY1611" fmla="*/ 1817763 h 4856353"/>
                <a:gd name="connsiteX1612" fmla="*/ 119644 w 5860123"/>
                <a:gd name="connsiteY1612" fmla="*/ 1813953 h 4856353"/>
                <a:gd name="connsiteX1613" fmla="*/ 123454 w 5860123"/>
                <a:gd name="connsiteY1613" fmla="*/ 1809190 h 4856353"/>
                <a:gd name="connsiteX1614" fmla="*/ 125359 w 5860123"/>
                <a:gd name="connsiteY1614" fmla="*/ 1794903 h 4856353"/>
                <a:gd name="connsiteX1615" fmla="*/ 130121 w 5860123"/>
                <a:gd name="connsiteY1615" fmla="*/ 1786330 h 4856353"/>
                <a:gd name="connsiteX1616" fmla="*/ 130121 w 5860123"/>
                <a:gd name="connsiteY1616" fmla="*/ 1780615 h 4856353"/>
                <a:gd name="connsiteX1617" fmla="*/ 127264 w 5860123"/>
                <a:gd name="connsiteY1617" fmla="*/ 1768233 h 4856353"/>
                <a:gd name="connsiteX1618" fmla="*/ 123454 w 5860123"/>
                <a:gd name="connsiteY1618" fmla="*/ 1753945 h 4856353"/>
                <a:gd name="connsiteX1619" fmla="*/ 118691 w 5860123"/>
                <a:gd name="connsiteY1619" fmla="*/ 1747278 h 4856353"/>
                <a:gd name="connsiteX1620" fmla="*/ 112976 w 5860123"/>
                <a:gd name="connsiteY1620" fmla="*/ 1735848 h 4856353"/>
                <a:gd name="connsiteX1621" fmla="*/ 107261 w 5860123"/>
                <a:gd name="connsiteY1621" fmla="*/ 1728228 h 4856353"/>
                <a:gd name="connsiteX1622" fmla="*/ 96784 w 5860123"/>
                <a:gd name="connsiteY1622" fmla="*/ 1726323 h 4856353"/>
                <a:gd name="connsiteX1623" fmla="*/ 89164 w 5860123"/>
                <a:gd name="connsiteY1623" fmla="*/ 1729180 h 4856353"/>
                <a:gd name="connsiteX1624" fmla="*/ 86306 w 5860123"/>
                <a:gd name="connsiteY1624" fmla="*/ 1721560 h 4856353"/>
                <a:gd name="connsiteX1625" fmla="*/ 88211 w 5860123"/>
                <a:gd name="connsiteY1625" fmla="*/ 1715845 h 4856353"/>
                <a:gd name="connsiteX1626" fmla="*/ 89164 w 5860123"/>
                <a:gd name="connsiteY1626" fmla="*/ 1708225 h 4856353"/>
                <a:gd name="connsiteX1627" fmla="*/ 89164 w 5860123"/>
                <a:gd name="connsiteY1627" fmla="*/ 1702510 h 4856353"/>
                <a:gd name="connsiteX1628" fmla="*/ 83449 w 5860123"/>
                <a:gd name="connsiteY1628" fmla="*/ 1694890 h 4856353"/>
                <a:gd name="connsiteX1629" fmla="*/ 71066 w 5860123"/>
                <a:gd name="connsiteY1629" fmla="*/ 1687270 h 4856353"/>
                <a:gd name="connsiteX1630" fmla="*/ 60589 w 5860123"/>
                <a:gd name="connsiteY1630" fmla="*/ 1679650 h 4856353"/>
                <a:gd name="connsiteX1631" fmla="*/ 53921 w 5860123"/>
                <a:gd name="connsiteY1631" fmla="*/ 1678698 h 4856353"/>
                <a:gd name="connsiteX1632" fmla="*/ 45349 w 5860123"/>
                <a:gd name="connsiteY1632" fmla="*/ 1676793 h 4856353"/>
                <a:gd name="connsiteX1633" fmla="*/ 39634 w 5860123"/>
                <a:gd name="connsiteY1633" fmla="*/ 1678698 h 4856353"/>
                <a:gd name="connsiteX1634" fmla="*/ 38681 w 5860123"/>
                <a:gd name="connsiteY1634" fmla="*/ 1669173 h 4856353"/>
                <a:gd name="connsiteX1635" fmla="*/ 29156 w 5860123"/>
                <a:gd name="connsiteY1635" fmla="*/ 1659648 h 4856353"/>
                <a:gd name="connsiteX1636" fmla="*/ 24394 w 5860123"/>
                <a:gd name="connsiteY1636" fmla="*/ 1655838 h 4856353"/>
                <a:gd name="connsiteX1637" fmla="*/ 16774 w 5860123"/>
                <a:gd name="connsiteY1637" fmla="*/ 1657743 h 4856353"/>
                <a:gd name="connsiteX1638" fmla="*/ 10106 w 5860123"/>
                <a:gd name="connsiteY1638" fmla="*/ 1651075 h 4856353"/>
                <a:gd name="connsiteX1639" fmla="*/ 9154 w 5860123"/>
                <a:gd name="connsiteY1639" fmla="*/ 1640598 h 4856353"/>
                <a:gd name="connsiteX1640" fmla="*/ 14869 w 5860123"/>
                <a:gd name="connsiteY1640" fmla="*/ 1628215 h 4856353"/>
                <a:gd name="connsiteX1641" fmla="*/ 32966 w 5860123"/>
                <a:gd name="connsiteY1641" fmla="*/ 1629168 h 4856353"/>
                <a:gd name="connsiteX1642" fmla="*/ 51064 w 5860123"/>
                <a:gd name="connsiteY1642" fmla="*/ 1637740 h 4856353"/>
                <a:gd name="connsiteX1643" fmla="*/ 57731 w 5860123"/>
                <a:gd name="connsiteY1643" fmla="*/ 1640598 h 4856353"/>
                <a:gd name="connsiteX1644" fmla="*/ 65351 w 5860123"/>
                <a:gd name="connsiteY1644" fmla="*/ 1643455 h 4856353"/>
                <a:gd name="connsiteX1645" fmla="*/ 78686 w 5860123"/>
                <a:gd name="connsiteY1645" fmla="*/ 1641550 h 4856353"/>
                <a:gd name="connsiteX1646" fmla="*/ 85354 w 5860123"/>
                <a:gd name="connsiteY1646" fmla="*/ 1626310 h 4856353"/>
                <a:gd name="connsiteX1647" fmla="*/ 74876 w 5860123"/>
                <a:gd name="connsiteY1647" fmla="*/ 1603450 h 4856353"/>
                <a:gd name="connsiteX1648" fmla="*/ 85354 w 5860123"/>
                <a:gd name="connsiteY1648" fmla="*/ 1581543 h 4856353"/>
                <a:gd name="connsiteX1649" fmla="*/ 87259 w 5860123"/>
                <a:gd name="connsiteY1649" fmla="*/ 1564398 h 4856353"/>
                <a:gd name="connsiteX1650" fmla="*/ 91069 w 5860123"/>
                <a:gd name="connsiteY1650" fmla="*/ 1550110 h 4856353"/>
                <a:gd name="connsiteX1651" fmla="*/ 90116 w 5860123"/>
                <a:gd name="connsiteY1651" fmla="*/ 1533918 h 4856353"/>
                <a:gd name="connsiteX1652" fmla="*/ 90116 w 5860123"/>
                <a:gd name="connsiteY1652" fmla="*/ 1514868 h 4856353"/>
                <a:gd name="connsiteX1653" fmla="*/ 102499 w 5860123"/>
                <a:gd name="connsiteY1653" fmla="*/ 1492008 h 4856353"/>
                <a:gd name="connsiteX1654" fmla="*/ 100594 w 5860123"/>
                <a:gd name="connsiteY1654" fmla="*/ 1474863 h 4856353"/>
                <a:gd name="connsiteX1655" fmla="*/ 90116 w 5860123"/>
                <a:gd name="connsiteY1655" fmla="*/ 1456765 h 4856353"/>
                <a:gd name="connsiteX1656" fmla="*/ 69161 w 5860123"/>
                <a:gd name="connsiteY1656" fmla="*/ 1443430 h 4856353"/>
                <a:gd name="connsiteX1657" fmla="*/ 67256 w 5860123"/>
                <a:gd name="connsiteY1657" fmla="*/ 1442478 h 4856353"/>
                <a:gd name="connsiteX1658" fmla="*/ 34871 w 5860123"/>
                <a:gd name="connsiteY1658" fmla="*/ 1442478 h 4856353"/>
                <a:gd name="connsiteX1659" fmla="*/ 21536 w 5860123"/>
                <a:gd name="connsiteY1659" fmla="*/ 1442478 h 4856353"/>
                <a:gd name="connsiteX1660" fmla="*/ 15821 w 5860123"/>
                <a:gd name="connsiteY1660" fmla="*/ 1435810 h 4856353"/>
                <a:gd name="connsiteX1661" fmla="*/ 12011 w 5860123"/>
                <a:gd name="connsiteY1661" fmla="*/ 1427238 h 4856353"/>
                <a:gd name="connsiteX1662" fmla="*/ 7249 w 5860123"/>
                <a:gd name="connsiteY1662" fmla="*/ 1419618 h 4856353"/>
                <a:gd name="connsiteX1663" fmla="*/ 1534 w 5860123"/>
                <a:gd name="connsiteY1663" fmla="*/ 1397710 h 4856353"/>
                <a:gd name="connsiteX1664" fmla="*/ 16774 w 5860123"/>
                <a:gd name="connsiteY1664" fmla="*/ 1386280 h 4856353"/>
                <a:gd name="connsiteX1665" fmla="*/ 29156 w 5860123"/>
                <a:gd name="connsiteY1665" fmla="*/ 1381518 h 4856353"/>
                <a:gd name="connsiteX1666" fmla="*/ 27251 w 5860123"/>
                <a:gd name="connsiteY1666" fmla="*/ 1371993 h 4856353"/>
                <a:gd name="connsiteX1667" fmla="*/ 21536 w 5860123"/>
                <a:gd name="connsiteY1667" fmla="*/ 1358658 h 4856353"/>
                <a:gd name="connsiteX1668" fmla="*/ 21536 w 5860123"/>
                <a:gd name="connsiteY1668" fmla="*/ 1347228 h 4856353"/>
                <a:gd name="connsiteX1669" fmla="*/ 20584 w 5860123"/>
                <a:gd name="connsiteY1669" fmla="*/ 1338655 h 4856353"/>
                <a:gd name="connsiteX1670" fmla="*/ 15821 w 5860123"/>
                <a:gd name="connsiteY1670" fmla="*/ 1330083 h 4856353"/>
                <a:gd name="connsiteX1671" fmla="*/ 14869 w 5860123"/>
                <a:gd name="connsiteY1671" fmla="*/ 1323415 h 4856353"/>
                <a:gd name="connsiteX1672" fmla="*/ 24394 w 5860123"/>
                <a:gd name="connsiteY1672" fmla="*/ 1313890 h 4856353"/>
                <a:gd name="connsiteX1673" fmla="*/ 35824 w 5860123"/>
                <a:gd name="connsiteY1673" fmla="*/ 1310080 h 4856353"/>
                <a:gd name="connsiteX1674" fmla="*/ 49159 w 5860123"/>
                <a:gd name="connsiteY1674" fmla="*/ 1313890 h 4856353"/>
                <a:gd name="connsiteX1675" fmla="*/ 55826 w 5860123"/>
                <a:gd name="connsiteY1675" fmla="*/ 1313890 h 4856353"/>
                <a:gd name="connsiteX1676" fmla="*/ 64399 w 5860123"/>
                <a:gd name="connsiteY1676" fmla="*/ 1308175 h 4856353"/>
                <a:gd name="connsiteX1677" fmla="*/ 72019 w 5860123"/>
                <a:gd name="connsiteY1677" fmla="*/ 1299603 h 4856353"/>
                <a:gd name="connsiteX1678" fmla="*/ 73924 w 5860123"/>
                <a:gd name="connsiteY1678" fmla="*/ 1286268 h 4856353"/>
                <a:gd name="connsiteX1679" fmla="*/ 72019 w 5860123"/>
                <a:gd name="connsiteY1679" fmla="*/ 1282458 h 4856353"/>
                <a:gd name="connsiteX1680" fmla="*/ 73924 w 5860123"/>
                <a:gd name="connsiteY1680" fmla="*/ 1273885 h 4856353"/>
                <a:gd name="connsiteX1681" fmla="*/ 83449 w 5860123"/>
                <a:gd name="connsiteY1681" fmla="*/ 1267218 h 4856353"/>
                <a:gd name="connsiteX1682" fmla="*/ 89164 w 5860123"/>
                <a:gd name="connsiteY1682" fmla="*/ 1261503 h 4856353"/>
                <a:gd name="connsiteX1683" fmla="*/ 93926 w 5860123"/>
                <a:gd name="connsiteY1683" fmla="*/ 1258645 h 4856353"/>
                <a:gd name="connsiteX1684" fmla="*/ 94879 w 5860123"/>
                <a:gd name="connsiteY1684" fmla="*/ 1252930 h 4856353"/>
                <a:gd name="connsiteX1685" fmla="*/ 102499 w 5860123"/>
                <a:gd name="connsiteY1685" fmla="*/ 1246263 h 4856353"/>
                <a:gd name="connsiteX1686" fmla="*/ 107261 w 5860123"/>
                <a:gd name="connsiteY1686" fmla="*/ 1247215 h 4856353"/>
                <a:gd name="connsiteX1687" fmla="*/ 126311 w 5860123"/>
                <a:gd name="connsiteY1687" fmla="*/ 1249120 h 4856353"/>
                <a:gd name="connsiteX1688" fmla="*/ 130121 w 5860123"/>
                <a:gd name="connsiteY1688" fmla="*/ 1254835 h 4856353"/>
                <a:gd name="connsiteX1689" fmla="*/ 139646 w 5860123"/>
                <a:gd name="connsiteY1689" fmla="*/ 1255788 h 4856353"/>
                <a:gd name="connsiteX1690" fmla="*/ 154886 w 5860123"/>
                <a:gd name="connsiteY1690" fmla="*/ 1249120 h 4856353"/>
                <a:gd name="connsiteX1691" fmla="*/ 158696 w 5860123"/>
                <a:gd name="connsiteY1691" fmla="*/ 1247215 h 4856353"/>
                <a:gd name="connsiteX1692" fmla="*/ 160601 w 5860123"/>
                <a:gd name="connsiteY1692" fmla="*/ 1246263 h 4856353"/>
                <a:gd name="connsiteX1693" fmla="*/ 163459 w 5860123"/>
                <a:gd name="connsiteY1693" fmla="*/ 1244358 h 4856353"/>
                <a:gd name="connsiteX1694" fmla="*/ 169174 w 5860123"/>
                <a:gd name="connsiteY1694" fmla="*/ 1244358 h 4856353"/>
                <a:gd name="connsiteX1695" fmla="*/ 180604 w 5860123"/>
                <a:gd name="connsiteY1695" fmla="*/ 1238643 h 4856353"/>
                <a:gd name="connsiteX1696" fmla="*/ 190129 w 5860123"/>
                <a:gd name="connsiteY1696" fmla="*/ 1242453 h 4856353"/>
                <a:gd name="connsiteX1697" fmla="*/ 195844 w 5860123"/>
                <a:gd name="connsiteY1697" fmla="*/ 1246263 h 4856353"/>
                <a:gd name="connsiteX1698" fmla="*/ 198701 w 5860123"/>
                <a:gd name="connsiteY1698" fmla="*/ 1240548 h 4856353"/>
                <a:gd name="connsiteX1699" fmla="*/ 198701 w 5860123"/>
                <a:gd name="connsiteY1699" fmla="*/ 1221498 h 4856353"/>
                <a:gd name="connsiteX1700" fmla="*/ 205369 w 5860123"/>
                <a:gd name="connsiteY1700" fmla="*/ 1227213 h 4856353"/>
                <a:gd name="connsiteX1701" fmla="*/ 216799 w 5860123"/>
                <a:gd name="connsiteY1701" fmla="*/ 1236738 h 4856353"/>
                <a:gd name="connsiteX1702" fmla="*/ 226324 w 5860123"/>
                <a:gd name="connsiteY1702" fmla="*/ 1238643 h 4856353"/>
                <a:gd name="connsiteX1703" fmla="*/ 234896 w 5860123"/>
                <a:gd name="connsiteY1703" fmla="*/ 1239595 h 4856353"/>
                <a:gd name="connsiteX1704" fmla="*/ 248231 w 5860123"/>
                <a:gd name="connsiteY1704" fmla="*/ 1235785 h 4856353"/>
                <a:gd name="connsiteX1705" fmla="*/ 256804 w 5860123"/>
                <a:gd name="connsiteY1705" fmla="*/ 1231975 h 4856353"/>
                <a:gd name="connsiteX1706" fmla="*/ 271091 w 5860123"/>
                <a:gd name="connsiteY1706" fmla="*/ 1227213 h 4856353"/>
                <a:gd name="connsiteX1707" fmla="*/ 275854 w 5860123"/>
                <a:gd name="connsiteY1707" fmla="*/ 1236738 h 4856353"/>
                <a:gd name="connsiteX1708" fmla="*/ 275854 w 5860123"/>
                <a:gd name="connsiteY1708" fmla="*/ 1246263 h 4856353"/>
                <a:gd name="connsiteX1709" fmla="*/ 278711 w 5860123"/>
                <a:gd name="connsiteY1709" fmla="*/ 1253883 h 4856353"/>
                <a:gd name="connsiteX1710" fmla="*/ 271091 w 5860123"/>
                <a:gd name="connsiteY1710" fmla="*/ 1264360 h 4856353"/>
                <a:gd name="connsiteX1711" fmla="*/ 269186 w 5860123"/>
                <a:gd name="connsiteY1711" fmla="*/ 1269123 h 4856353"/>
                <a:gd name="connsiteX1712" fmla="*/ 270139 w 5860123"/>
                <a:gd name="connsiteY1712" fmla="*/ 1272933 h 4856353"/>
                <a:gd name="connsiteX1713" fmla="*/ 272996 w 5860123"/>
                <a:gd name="connsiteY1713" fmla="*/ 1277695 h 4856353"/>
                <a:gd name="connsiteX1714" fmla="*/ 280616 w 5860123"/>
                <a:gd name="connsiteY1714" fmla="*/ 1277695 h 4856353"/>
                <a:gd name="connsiteX1715" fmla="*/ 290141 w 5860123"/>
                <a:gd name="connsiteY1715" fmla="*/ 1276743 h 4856353"/>
                <a:gd name="connsiteX1716" fmla="*/ 303476 w 5860123"/>
                <a:gd name="connsiteY1716" fmla="*/ 1276743 h 4856353"/>
                <a:gd name="connsiteX1717" fmla="*/ 313001 w 5860123"/>
                <a:gd name="connsiteY1717" fmla="*/ 1278648 h 4856353"/>
                <a:gd name="connsiteX1718" fmla="*/ 326336 w 5860123"/>
                <a:gd name="connsiteY1718" fmla="*/ 1280553 h 4856353"/>
                <a:gd name="connsiteX1719" fmla="*/ 333004 w 5860123"/>
                <a:gd name="connsiteY1719" fmla="*/ 1282458 h 4856353"/>
                <a:gd name="connsiteX1720" fmla="*/ 339671 w 5860123"/>
                <a:gd name="connsiteY1720" fmla="*/ 1291030 h 4856353"/>
                <a:gd name="connsiteX1721" fmla="*/ 349196 w 5860123"/>
                <a:gd name="connsiteY1721" fmla="*/ 1288173 h 4856353"/>
                <a:gd name="connsiteX1722" fmla="*/ 360626 w 5860123"/>
                <a:gd name="connsiteY1722" fmla="*/ 1277695 h 4856353"/>
                <a:gd name="connsiteX1723" fmla="*/ 368246 w 5860123"/>
                <a:gd name="connsiteY1723" fmla="*/ 1270075 h 4856353"/>
                <a:gd name="connsiteX1724" fmla="*/ 376819 w 5860123"/>
                <a:gd name="connsiteY1724" fmla="*/ 1260550 h 4856353"/>
                <a:gd name="connsiteX1725" fmla="*/ 377771 w 5860123"/>
                <a:gd name="connsiteY1725" fmla="*/ 1251025 h 4856353"/>
                <a:gd name="connsiteX1726" fmla="*/ 385391 w 5860123"/>
                <a:gd name="connsiteY1726" fmla="*/ 1248168 h 4856353"/>
                <a:gd name="connsiteX1727" fmla="*/ 393011 w 5860123"/>
                <a:gd name="connsiteY1727" fmla="*/ 1239595 h 4856353"/>
                <a:gd name="connsiteX1728" fmla="*/ 394916 w 5860123"/>
                <a:gd name="connsiteY1728" fmla="*/ 1233880 h 4856353"/>
                <a:gd name="connsiteX1729" fmla="*/ 395869 w 5860123"/>
                <a:gd name="connsiteY1729" fmla="*/ 1231023 h 4856353"/>
                <a:gd name="connsiteX1730" fmla="*/ 400631 w 5860123"/>
                <a:gd name="connsiteY1730" fmla="*/ 1226260 h 4856353"/>
                <a:gd name="connsiteX1731" fmla="*/ 413966 w 5860123"/>
                <a:gd name="connsiteY1731" fmla="*/ 1224355 h 4856353"/>
                <a:gd name="connsiteX1732" fmla="*/ 431111 w 5860123"/>
                <a:gd name="connsiteY1732" fmla="*/ 1223403 h 4856353"/>
                <a:gd name="connsiteX1733" fmla="*/ 435874 w 5860123"/>
                <a:gd name="connsiteY1733" fmla="*/ 1228165 h 4856353"/>
                <a:gd name="connsiteX1734" fmla="*/ 444446 w 5860123"/>
                <a:gd name="connsiteY1734" fmla="*/ 1234833 h 4856353"/>
                <a:gd name="connsiteX1735" fmla="*/ 451114 w 5860123"/>
                <a:gd name="connsiteY1735" fmla="*/ 1235785 h 4856353"/>
                <a:gd name="connsiteX1736" fmla="*/ 462544 w 5860123"/>
                <a:gd name="connsiteY1736" fmla="*/ 1234833 h 4856353"/>
                <a:gd name="connsiteX1737" fmla="*/ 477784 w 5860123"/>
                <a:gd name="connsiteY1737" fmla="*/ 1244358 h 4856353"/>
                <a:gd name="connsiteX1738" fmla="*/ 495881 w 5860123"/>
                <a:gd name="connsiteY1738" fmla="*/ 1246263 h 4856353"/>
                <a:gd name="connsiteX1739" fmla="*/ 504454 w 5860123"/>
                <a:gd name="connsiteY1739" fmla="*/ 1244358 h 4856353"/>
                <a:gd name="connsiteX1740" fmla="*/ 513026 w 5860123"/>
                <a:gd name="connsiteY1740" fmla="*/ 1231975 h 4856353"/>
                <a:gd name="connsiteX1741" fmla="*/ 537791 w 5860123"/>
                <a:gd name="connsiteY1741" fmla="*/ 1231975 h 4856353"/>
                <a:gd name="connsiteX1742" fmla="*/ 556841 w 5860123"/>
                <a:gd name="connsiteY1742" fmla="*/ 1213878 h 4856353"/>
                <a:gd name="connsiteX1743" fmla="*/ 567319 w 5860123"/>
                <a:gd name="connsiteY1743" fmla="*/ 1218640 h 4856353"/>
                <a:gd name="connsiteX1744" fmla="*/ 576844 w 5860123"/>
                <a:gd name="connsiteY1744" fmla="*/ 1219593 h 4856353"/>
                <a:gd name="connsiteX1745" fmla="*/ 597799 w 5860123"/>
                <a:gd name="connsiteY1745" fmla="*/ 1216735 h 4856353"/>
                <a:gd name="connsiteX1746" fmla="*/ 605419 w 5860123"/>
                <a:gd name="connsiteY1746" fmla="*/ 1214830 h 4856353"/>
                <a:gd name="connsiteX1747" fmla="*/ 614944 w 5860123"/>
                <a:gd name="connsiteY1747" fmla="*/ 1210068 h 4856353"/>
                <a:gd name="connsiteX1748" fmla="*/ 616849 w 5860123"/>
                <a:gd name="connsiteY1748" fmla="*/ 1210068 h 4856353"/>
                <a:gd name="connsiteX1749" fmla="*/ 626374 w 5860123"/>
                <a:gd name="connsiteY1749" fmla="*/ 1208163 h 4856353"/>
                <a:gd name="connsiteX1750" fmla="*/ 640661 w 5860123"/>
                <a:gd name="connsiteY1750" fmla="*/ 1205305 h 4856353"/>
                <a:gd name="connsiteX1751" fmla="*/ 643519 w 5860123"/>
                <a:gd name="connsiteY1751" fmla="*/ 1204353 h 4856353"/>
                <a:gd name="connsiteX1752" fmla="*/ 654949 w 5860123"/>
                <a:gd name="connsiteY1752" fmla="*/ 1200543 h 4856353"/>
                <a:gd name="connsiteX1753" fmla="*/ 666379 w 5860123"/>
                <a:gd name="connsiteY1753" fmla="*/ 1200543 h 4856353"/>
                <a:gd name="connsiteX1754" fmla="*/ 676856 w 5860123"/>
                <a:gd name="connsiteY1754" fmla="*/ 1194828 h 4856353"/>
                <a:gd name="connsiteX1755" fmla="*/ 686381 w 5860123"/>
                <a:gd name="connsiteY1755" fmla="*/ 1192923 h 4856353"/>
                <a:gd name="connsiteX1756" fmla="*/ 701621 w 5860123"/>
                <a:gd name="connsiteY1756" fmla="*/ 1194828 h 4856353"/>
                <a:gd name="connsiteX1757" fmla="*/ 721624 w 5860123"/>
                <a:gd name="connsiteY1757" fmla="*/ 1193875 h 4856353"/>
                <a:gd name="connsiteX1758" fmla="*/ 728291 w 5860123"/>
                <a:gd name="connsiteY1758" fmla="*/ 1189113 h 4856353"/>
                <a:gd name="connsiteX1759" fmla="*/ 734959 w 5860123"/>
                <a:gd name="connsiteY1759" fmla="*/ 1185303 h 4856353"/>
                <a:gd name="connsiteX1760" fmla="*/ 744484 w 5860123"/>
                <a:gd name="connsiteY1760" fmla="*/ 1179588 h 4856353"/>
                <a:gd name="connsiteX1761" fmla="*/ 753056 w 5860123"/>
                <a:gd name="connsiteY1761" fmla="*/ 1178635 h 4856353"/>
                <a:gd name="connsiteX1762" fmla="*/ 755914 w 5860123"/>
                <a:gd name="connsiteY1762" fmla="*/ 1179588 h 4856353"/>
                <a:gd name="connsiteX1763" fmla="*/ 765439 w 5860123"/>
                <a:gd name="connsiteY1763" fmla="*/ 1178635 h 4856353"/>
                <a:gd name="connsiteX1764" fmla="*/ 768296 w 5860123"/>
                <a:gd name="connsiteY1764" fmla="*/ 1173873 h 4856353"/>
                <a:gd name="connsiteX1765" fmla="*/ 776869 w 5860123"/>
                <a:gd name="connsiteY1765" fmla="*/ 1169110 h 4856353"/>
                <a:gd name="connsiteX1766" fmla="*/ 782584 w 5860123"/>
                <a:gd name="connsiteY1766" fmla="*/ 1162443 h 4856353"/>
                <a:gd name="connsiteX1767" fmla="*/ 782584 w 5860123"/>
                <a:gd name="connsiteY1767" fmla="*/ 1155775 h 4856353"/>
                <a:gd name="connsiteX1768" fmla="*/ 784489 w 5860123"/>
                <a:gd name="connsiteY1768" fmla="*/ 1145298 h 4856353"/>
                <a:gd name="connsiteX1769" fmla="*/ 784489 w 5860123"/>
                <a:gd name="connsiteY1769" fmla="*/ 1138630 h 4856353"/>
                <a:gd name="connsiteX1770" fmla="*/ 789251 w 5860123"/>
                <a:gd name="connsiteY1770" fmla="*/ 1130061 h 4856353"/>
                <a:gd name="connsiteX1771" fmla="*/ 791156 w 5860123"/>
                <a:gd name="connsiteY1771" fmla="*/ 1121488 h 4856353"/>
                <a:gd name="connsiteX1772" fmla="*/ 792109 w 5860123"/>
                <a:gd name="connsiteY1772" fmla="*/ 1111963 h 4856353"/>
                <a:gd name="connsiteX1773" fmla="*/ 794014 w 5860123"/>
                <a:gd name="connsiteY1773" fmla="*/ 1108153 h 4856353"/>
                <a:gd name="connsiteX1774" fmla="*/ 801634 w 5860123"/>
                <a:gd name="connsiteY1774" fmla="*/ 1097676 h 4856353"/>
                <a:gd name="connsiteX1775" fmla="*/ 813064 w 5860123"/>
                <a:gd name="connsiteY1775" fmla="*/ 1094818 h 4856353"/>
                <a:gd name="connsiteX1776" fmla="*/ 825446 w 5860123"/>
                <a:gd name="connsiteY1776" fmla="*/ 1093866 h 4856353"/>
                <a:gd name="connsiteX1777" fmla="*/ 836876 w 5860123"/>
                <a:gd name="connsiteY1777" fmla="*/ 1093866 h 4856353"/>
                <a:gd name="connsiteX1778" fmla="*/ 837829 w 5860123"/>
                <a:gd name="connsiteY1778" fmla="*/ 1089103 h 4856353"/>
                <a:gd name="connsiteX1779" fmla="*/ 829256 w 5860123"/>
                <a:gd name="connsiteY1779" fmla="*/ 1080531 h 4856353"/>
                <a:gd name="connsiteX1780" fmla="*/ 827351 w 5860123"/>
                <a:gd name="connsiteY1780" fmla="*/ 1069101 h 4856353"/>
                <a:gd name="connsiteX1781" fmla="*/ 834971 w 5860123"/>
                <a:gd name="connsiteY1781" fmla="*/ 1066243 h 4856353"/>
                <a:gd name="connsiteX1782" fmla="*/ 842591 w 5860123"/>
                <a:gd name="connsiteY1782" fmla="*/ 1066243 h 4856353"/>
                <a:gd name="connsiteX1783" fmla="*/ 844496 w 5860123"/>
                <a:gd name="connsiteY1783" fmla="*/ 1065291 h 4856353"/>
                <a:gd name="connsiteX1784" fmla="*/ 849259 w 5860123"/>
                <a:gd name="connsiteY1784" fmla="*/ 1061481 h 4856353"/>
                <a:gd name="connsiteX1785" fmla="*/ 855926 w 5860123"/>
                <a:gd name="connsiteY1785" fmla="*/ 1061481 h 4856353"/>
                <a:gd name="connsiteX1786" fmla="*/ 867356 w 5860123"/>
                <a:gd name="connsiteY1786" fmla="*/ 1063386 h 4856353"/>
                <a:gd name="connsiteX1787" fmla="*/ 870214 w 5860123"/>
                <a:gd name="connsiteY1787" fmla="*/ 1052908 h 4856353"/>
                <a:gd name="connsiteX1788" fmla="*/ 871166 w 5860123"/>
                <a:gd name="connsiteY1788" fmla="*/ 1047193 h 4856353"/>
                <a:gd name="connsiteX1789" fmla="*/ 867356 w 5860123"/>
                <a:gd name="connsiteY1789" fmla="*/ 1035763 h 4856353"/>
                <a:gd name="connsiteX1790" fmla="*/ 872119 w 5860123"/>
                <a:gd name="connsiteY1790" fmla="*/ 1031953 h 4856353"/>
                <a:gd name="connsiteX1791" fmla="*/ 876881 w 5860123"/>
                <a:gd name="connsiteY1791" fmla="*/ 1017666 h 4856353"/>
                <a:gd name="connsiteX1792" fmla="*/ 872119 w 5860123"/>
                <a:gd name="connsiteY1792" fmla="*/ 987186 h 4856353"/>
                <a:gd name="connsiteX1793" fmla="*/ 870214 w 5860123"/>
                <a:gd name="connsiteY1793" fmla="*/ 971946 h 4856353"/>
                <a:gd name="connsiteX1794" fmla="*/ 870214 w 5860123"/>
                <a:gd name="connsiteY1794" fmla="*/ 968136 h 4856353"/>
                <a:gd name="connsiteX1795" fmla="*/ 871166 w 5860123"/>
                <a:gd name="connsiteY1795" fmla="*/ 950991 h 4856353"/>
                <a:gd name="connsiteX1796" fmla="*/ 873071 w 5860123"/>
                <a:gd name="connsiteY1796" fmla="*/ 934798 h 4856353"/>
                <a:gd name="connsiteX1797" fmla="*/ 874976 w 5860123"/>
                <a:gd name="connsiteY1797" fmla="*/ 917653 h 4856353"/>
                <a:gd name="connsiteX1798" fmla="*/ 876881 w 5860123"/>
                <a:gd name="connsiteY1798" fmla="*/ 907176 h 4856353"/>
                <a:gd name="connsiteX1799" fmla="*/ 879739 w 5860123"/>
                <a:gd name="connsiteY1799" fmla="*/ 900508 h 4856353"/>
                <a:gd name="connsiteX1800" fmla="*/ 882596 w 5860123"/>
                <a:gd name="connsiteY1800" fmla="*/ 882411 h 4856353"/>
                <a:gd name="connsiteX1801" fmla="*/ 886406 w 5860123"/>
                <a:gd name="connsiteY1801" fmla="*/ 867171 h 4856353"/>
                <a:gd name="connsiteX1802" fmla="*/ 890216 w 5860123"/>
                <a:gd name="connsiteY1802" fmla="*/ 850978 h 4856353"/>
                <a:gd name="connsiteX1803" fmla="*/ 887359 w 5860123"/>
                <a:gd name="connsiteY1803" fmla="*/ 840501 h 4856353"/>
                <a:gd name="connsiteX1804" fmla="*/ 882596 w 5860123"/>
                <a:gd name="connsiteY1804" fmla="*/ 837643 h 4856353"/>
                <a:gd name="connsiteX1805" fmla="*/ 879739 w 5860123"/>
                <a:gd name="connsiteY1805" fmla="*/ 835738 h 4856353"/>
                <a:gd name="connsiteX1806" fmla="*/ 878786 w 5860123"/>
                <a:gd name="connsiteY1806" fmla="*/ 832881 h 4856353"/>
                <a:gd name="connsiteX1807" fmla="*/ 877834 w 5860123"/>
                <a:gd name="connsiteY1807" fmla="*/ 825261 h 4856353"/>
                <a:gd name="connsiteX1808" fmla="*/ 869261 w 5860123"/>
                <a:gd name="connsiteY1808" fmla="*/ 824308 h 4856353"/>
                <a:gd name="connsiteX1809" fmla="*/ 861641 w 5860123"/>
                <a:gd name="connsiteY1809" fmla="*/ 822403 h 4856353"/>
                <a:gd name="connsiteX1810" fmla="*/ 858784 w 5860123"/>
                <a:gd name="connsiteY1810" fmla="*/ 818593 h 4856353"/>
                <a:gd name="connsiteX1811" fmla="*/ 858784 w 5860123"/>
                <a:gd name="connsiteY1811" fmla="*/ 813831 h 4856353"/>
                <a:gd name="connsiteX1812" fmla="*/ 860689 w 5860123"/>
                <a:gd name="connsiteY1812" fmla="*/ 810973 h 4856353"/>
                <a:gd name="connsiteX1813" fmla="*/ 861641 w 5860123"/>
                <a:gd name="connsiteY1813" fmla="*/ 802401 h 4856353"/>
                <a:gd name="connsiteX1814" fmla="*/ 870214 w 5860123"/>
                <a:gd name="connsiteY1814" fmla="*/ 803353 h 4856353"/>
                <a:gd name="connsiteX1815" fmla="*/ 880691 w 5860123"/>
                <a:gd name="connsiteY1815" fmla="*/ 797638 h 4856353"/>
                <a:gd name="connsiteX1816" fmla="*/ 885454 w 5860123"/>
                <a:gd name="connsiteY1816" fmla="*/ 797638 h 4856353"/>
                <a:gd name="connsiteX1817" fmla="*/ 892121 w 5860123"/>
                <a:gd name="connsiteY1817" fmla="*/ 800496 h 4856353"/>
                <a:gd name="connsiteX1818" fmla="*/ 899741 w 5860123"/>
                <a:gd name="connsiteY1818" fmla="*/ 798591 h 4856353"/>
                <a:gd name="connsiteX1819" fmla="*/ 908314 w 5860123"/>
                <a:gd name="connsiteY1819" fmla="*/ 801448 h 4856353"/>
                <a:gd name="connsiteX1820" fmla="*/ 910219 w 5860123"/>
                <a:gd name="connsiteY1820" fmla="*/ 799543 h 4856353"/>
                <a:gd name="connsiteX1821" fmla="*/ 914981 w 5860123"/>
                <a:gd name="connsiteY1821" fmla="*/ 796686 h 4856353"/>
                <a:gd name="connsiteX1822" fmla="*/ 921649 w 5860123"/>
                <a:gd name="connsiteY1822" fmla="*/ 798591 h 4856353"/>
                <a:gd name="connsiteX1823" fmla="*/ 931174 w 5860123"/>
                <a:gd name="connsiteY1823" fmla="*/ 801448 h 4856353"/>
                <a:gd name="connsiteX1824" fmla="*/ 936889 w 5860123"/>
                <a:gd name="connsiteY1824" fmla="*/ 801448 h 4856353"/>
                <a:gd name="connsiteX1825" fmla="*/ 938794 w 5860123"/>
                <a:gd name="connsiteY1825" fmla="*/ 797638 h 4856353"/>
                <a:gd name="connsiteX1826" fmla="*/ 947366 w 5860123"/>
                <a:gd name="connsiteY1826" fmla="*/ 801448 h 4856353"/>
                <a:gd name="connsiteX1827" fmla="*/ 950224 w 5860123"/>
                <a:gd name="connsiteY1827" fmla="*/ 803353 h 4856353"/>
                <a:gd name="connsiteX1828" fmla="*/ 955939 w 5860123"/>
                <a:gd name="connsiteY1828" fmla="*/ 805258 h 4856353"/>
                <a:gd name="connsiteX1829" fmla="*/ 961654 w 5860123"/>
                <a:gd name="connsiteY1829" fmla="*/ 804306 h 4856353"/>
                <a:gd name="connsiteX1830" fmla="*/ 970226 w 5860123"/>
                <a:gd name="connsiteY1830" fmla="*/ 804306 h 4856353"/>
                <a:gd name="connsiteX1831" fmla="*/ 980704 w 5860123"/>
                <a:gd name="connsiteY1831" fmla="*/ 801448 h 4856353"/>
                <a:gd name="connsiteX1832" fmla="*/ 997849 w 5860123"/>
                <a:gd name="connsiteY1832" fmla="*/ 802401 h 4856353"/>
                <a:gd name="connsiteX1833" fmla="*/ 1007374 w 5860123"/>
                <a:gd name="connsiteY1833" fmla="*/ 803353 h 4856353"/>
                <a:gd name="connsiteX1834" fmla="*/ 1018804 w 5860123"/>
                <a:gd name="connsiteY1834" fmla="*/ 799543 h 4856353"/>
                <a:gd name="connsiteX1835" fmla="*/ 1029281 w 5860123"/>
                <a:gd name="connsiteY1835" fmla="*/ 796686 h 4856353"/>
                <a:gd name="connsiteX1836" fmla="*/ 1034996 w 5860123"/>
                <a:gd name="connsiteY1836" fmla="*/ 797638 h 4856353"/>
                <a:gd name="connsiteX1837" fmla="*/ 1049284 w 5860123"/>
                <a:gd name="connsiteY1837" fmla="*/ 806211 h 4856353"/>
                <a:gd name="connsiteX1838" fmla="*/ 1055951 w 5860123"/>
                <a:gd name="connsiteY1838" fmla="*/ 813831 h 4856353"/>
                <a:gd name="connsiteX1839" fmla="*/ 1057856 w 5860123"/>
                <a:gd name="connsiteY1839" fmla="*/ 817641 h 4856353"/>
                <a:gd name="connsiteX1840" fmla="*/ 1070239 w 5860123"/>
                <a:gd name="connsiteY1840" fmla="*/ 825261 h 4856353"/>
                <a:gd name="connsiteX1841" fmla="*/ 1082621 w 5860123"/>
                <a:gd name="connsiteY1841" fmla="*/ 827166 h 4856353"/>
                <a:gd name="connsiteX1842" fmla="*/ 1089289 w 5860123"/>
                <a:gd name="connsiteY1842" fmla="*/ 830976 h 4856353"/>
                <a:gd name="connsiteX1843" fmla="*/ 1100719 w 5860123"/>
                <a:gd name="connsiteY1843" fmla="*/ 837643 h 4856353"/>
                <a:gd name="connsiteX1844" fmla="*/ 1110244 w 5860123"/>
                <a:gd name="connsiteY1844" fmla="*/ 830976 h 4856353"/>
                <a:gd name="connsiteX1845" fmla="*/ 1108339 w 5860123"/>
                <a:gd name="connsiteY1845" fmla="*/ 821451 h 4856353"/>
                <a:gd name="connsiteX1846" fmla="*/ 1105481 w 5860123"/>
                <a:gd name="connsiteY1846" fmla="*/ 810973 h 4856353"/>
                <a:gd name="connsiteX1847" fmla="*/ 1096909 w 5860123"/>
                <a:gd name="connsiteY1847" fmla="*/ 797638 h 4856353"/>
                <a:gd name="connsiteX1848" fmla="*/ 1094051 w 5860123"/>
                <a:gd name="connsiteY1848" fmla="*/ 783351 h 4856353"/>
                <a:gd name="connsiteX1849" fmla="*/ 1095004 w 5860123"/>
                <a:gd name="connsiteY1849" fmla="*/ 781446 h 4856353"/>
                <a:gd name="connsiteX1850" fmla="*/ 1096909 w 5860123"/>
                <a:gd name="connsiteY1850" fmla="*/ 773826 h 4856353"/>
                <a:gd name="connsiteX1851" fmla="*/ 1102624 w 5860123"/>
                <a:gd name="connsiteY1851" fmla="*/ 764301 h 4856353"/>
                <a:gd name="connsiteX1852" fmla="*/ 1108339 w 5860123"/>
                <a:gd name="connsiteY1852" fmla="*/ 750013 h 4856353"/>
                <a:gd name="connsiteX1853" fmla="*/ 1113101 w 5860123"/>
                <a:gd name="connsiteY1853" fmla="*/ 741441 h 4856353"/>
                <a:gd name="connsiteX1854" fmla="*/ 1120721 w 5860123"/>
                <a:gd name="connsiteY1854" fmla="*/ 736678 h 4856353"/>
                <a:gd name="connsiteX1855" fmla="*/ 1124531 w 5860123"/>
                <a:gd name="connsiteY1855" fmla="*/ 729058 h 4856353"/>
                <a:gd name="connsiteX1856" fmla="*/ 1130246 w 5860123"/>
                <a:gd name="connsiteY1856" fmla="*/ 720486 h 4856353"/>
                <a:gd name="connsiteX1857" fmla="*/ 1135961 w 5860123"/>
                <a:gd name="connsiteY1857" fmla="*/ 711913 h 4856353"/>
                <a:gd name="connsiteX1858" fmla="*/ 1142629 w 5860123"/>
                <a:gd name="connsiteY1858" fmla="*/ 704293 h 4856353"/>
                <a:gd name="connsiteX1859" fmla="*/ 1150249 w 5860123"/>
                <a:gd name="connsiteY1859" fmla="*/ 693816 h 4856353"/>
                <a:gd name="connsiteX1860" fmla="*/ 1154059 w 5860123"/>
                <a:gd name="connsiteY1860" fmla="*/ 689053 h 4856353"/>
                <a:gd name="connsiteX1861" fmla="*/ 1161679 w 5860123"/>
                <a:gd name="connsiteY1861" fmla="*/ 680481 h 4856353"/>
                <a:gd name="connsiteX1862" fmla="*/ 1168346 w 5860123"/>
                <a:gd name="connsiteY1862" fmla="*/ 669051 h 4856353"/>
                <a:gd name="connsiteX1863" fmla="*/ 1179776 w 5860123"/>
                <a:gd name="connsiteY1863" fmla="*/ 649048 h 4856353"/>
                <a:gd name="connsiteX1864" fmla="*/ 1187396 w 5860123"/>
                <a:gd name="connsiteY1864" fmla="*/ 636666 h 4856353"/>
                <a:gd name="connsiteX1865" fmla="*/ 1202636 w 5860123"/>
                <a:gd name="connsiteY1865" fmla="*/ 617617 h 4856353"/>
                <a:gd name="connsiteX1866" fmla="*/ 1213114 w 5860123"/>
                <a:gd name="connsiteY1866" fmla="*/ 603329 h 4856353"/>
                <a:gd name="connsiteX1867" fmla="*/ 1218829 w 5860123"/>
                <a:gd name="connsiteY1867" fmla="*/ 593803 h 4856353"/>
                <a:gd name="connsiteX1868" fmla="*/ 1232164 w 5860123"/>
                <a:gd name="connsiteY1868" fmla="*/ 601423 h 4856353"/>
                <a:gd name="connsiteX1869" fmla="*/ 1236926 w 5860123"/>
                <a:gd name="connsiteY1869" fmla="*/ 605234 h 4856353"/>
                <a:gd name="connsiteX1870" fmla="*/ 1243594 w 5860123"/>
                <a:gd name="connsiteY1870" fmla="*/ 609997 h 4856353"/>
                <a:gd name="connsiteX1871" fmla="*/ 1246451 w 5860123"/>
                <a:gd name="connsiteY1871" fmla="*/ 613806 h 4856353"/>
                <a:gd name="connsiteX1872" fmla="*/ 1252166 w 5860123"/>
                <a:gd name="connsiteY1872" fmla="*/ 619521 h 4856353"/>
                <a:gd name="connsiteX1873" fmla="*/ 1257881 w 5860123"/>
                <a:gd name="connsiteY1873" fmla="*/ 623332 h 4856353"/>
                <a:gd name="connsiteX1874" fmla="*/ 1266454 w 5860123"/>
                <a:gd name="connsiteY1874" fmla="*/ 630951 h 4856353"/>
                <a:gd name="connsiteX1875" fmla="*/ 1269311 w 5860123"/>
                <a:gd name="connsiteY1875" fmla="*/ 632857 h 4856353"/>
                <a:gd name="connsiteX1876" fmla="*/ 1274074 w 5860123"/>
                <a:gd name="connsiteY1876" fmla="*/ 636666 h 4856353"/>
                <a:gd name="connsiteX1877" fmla="*/ 1284551 w 5860123"/>
                <a:gd name="connsiteY1877" fmla="*/ 643333 h 4856353"/>
                <a:gd name="connsiteX1878" fmla="*/ 1296934 w 5860123"/>
                <a:gd name="connsiteY1878" fmla="*/ 646191 h 4856353"/>
                <a:gd name="connsiteX1879" fmla="*/ 1305506 w 5860123"/>
                <a:gd name="connsiteY1879" fmla="*/ 648097 h 4856353"/>
                <a:gd name="connsiteX1880" fmla="*/ 1314079 w 5860123"/>
                <a:gd name="connsiteY1880" fmla="*/ 647143 h 4856353"/>
                <a:gd name="connsiteX1881" fmla="*/ 1317889 w 5860123"/>
                <a:gd name="connsiteY1881" fmla="*/ 648097 h 4856353"/>
                <a:gd name="connsiteX1882" fmla="*/ 1325509 w 5860123"/>
                <a:gd name="connsiteY1882" fmla="*/ 650953 h 4856353"/>
                <a:gd name="connsiteX1883" fmla="*/ 1335034 w 5860123"/>
                <a:gd name="connsiteY1883" fmla="*/ 653811 h 4856353"/>
                <a:gd name="connsiteX1884" fmla="*/ 1351226 w 5860123"/>
                <a:gd name="connsiteY1884" fmla="*/ 657622 h 4856353"/>
                <a:gd name="connsiteX1885" fmla="*/ 1360751 w 5860123"/>
                <a:gd name="connsiteY1885" fmla="*/ 663336 h 4856353"/>
                <a:gd name="connsiteX1886" fmla="*/ 1376944 w 5860123"/>
                <a:gd name="connsiteY1886" fmla="*/ 671908 h 4856353"/>
                <a:gd name="connsiteX1887" fmla="*/ 1390279 w 5860123"/>
                <a:gd name="connsiteY1887" fmla="*/ 664288 h 4856353"/>
                <a:gd name="connsiteX1888" fmla="*/ 1404566 w 5860123"/>
                <a:gd name="connsiteY1888" fmla="*/ 664288 h 4856353"/>
                <a:gd name="connsiteX1889" fmla="*/ 1418854 w 5860123"/>
                <a:gd name="connsiteY1889" fmla="*/ 665242 h 4856353"/>
                <a:gd name="connsiteX1890" fmla="*/ 1433141 w 5860123"/>
                <a:gd name="connsiteY1890" fmla="*/ 664288 h 4856353"/>
                <a:gd name="connsiteX1891" fmla="*/ 1440761 w 5860123"/>
                <a:gd name="connsiteY1891" fmla="*/ 658573 h 4856353"/>
                <a:gd name="connsiteX1892" fmla="*/ 1449334 w 5860123"/>
                <a:gd name="connsiteY1892" fmla="*/ 650001 h 4856353"/>
                <a:gd name="connsiteX1893" fmla="*/ 1453144 w 5860123"/>
                <a:gd name="connsiteY1893" fmla="*/ 637619 h 4856353"/>
                <a:gd name="connsiteX1894" fmla="*/ 1456001 w 5860123"/>
                <a:gd name="connsiteY1894" fmla="*/ 627141 h 4856353"/>
                <a:gd name="connsiteX1895" fmla="*/ 1454096 w 5860123"/>
                <a:gd name="connsiteY1895" fmla="*/ 618568 h 4856353"/>
                <a:gd name="connsiteX1896" fmla="*/ 1454096 w 5860123"/>
                <a:gd name="connsiteY1896" fmla="*/ 606186 h 4856353"/>
                <a:gd name="connsiteX1897" fmla="*/ 1456954 w 5860123"/>
                <a:gd name="connsiteY1897" fmla="*/ 590946 h 4856353"/>
                <a:gd name="connsiteX1898" fmla="*/ 1457906 w 5860123"/>
                <a:gd name="connsiteY1898" fmla="*/ 586183 h 4856353"/>
                <a:gd name="connsiteX1899" fmla="*/ 1461716 w 5860123"/>
                <a:gd name="connsiteY1899" fmla="*/ 566181 h 4856353"/>
                <a:gd name="connsiteX1900" fmla="*/ 1462669 w 5860123"/>
                <a:gd name="connsiteY1900" fmla="*/ 555703 h 4856353"/>
                <a:gd name="connsiteX1901" fmla="*/ 1465526 w 5860123"/>
                <a:gd name="connsiteY1901" fmla="*/ 536653 h 4856353"/>
                <a:gd name="connsiteX1902" fmla="*/ 1470289 w 5860123"/>
                <a:gd name="connsiteY1902" fmla="*/ 528082 h 4856353"/>
                <a:gd name="connsiteX1903" fmla="*/ 1477909 w 5860123"/>
                <a:gd name="connsiteY1903" fmla="*/ 518556 h 4856353"/>
                <a:gd name="connsiteX1904" fmla="*/ 1482671 w 5860123"/>
                <a:gd name="connsiteY1904" fmla="*/ 513794 h 4856353"/>
                <a:gd name="connsiteX1905" fmla="*/ 1488386 w 5860123"/>
                <a:gd name="connsiteY1905" fmla="*/ 504268 h 4856353"/>
                <a:gd name="connsiteX1906" fmla="*/ 1500769 w 5860123"/>
                <a:gd name="connsiteY1906" fmla="*/ 497601 h 4856353"/>
                <a:gd name="connsiteX1907" fmla="*/ 1516961 w 5860123"/>
                <a:gd name="connsiteY1907" fmla="*/ 499506 h 4856353"/>
                <a:gd name="connsiteX1908" fmla="*/ 1531249 w 5860123"/>
                <a:gd name="connsiteY1908" fmla="*/ 504268 h 4856353"/>
                <a:gd name="connsiteX1909" fmla="*/ 1539821 w 5860123"/>
                <a:gd name="connsiteY1909" fmla="*/ 504268 h 4856353"/>
                <a:gd name="connsiteX1910" fmla="*/ 1555061 w 5860123"/>
                <a:gd name="connsiteY1910" fmla="*/ 503316 h 4856353"/>
                <a:gd name="connsiteX1911" fmla="*/ 1568396 w 5860123"/>
                <a:gd name="connsiteY1911" fmla="*/ 498553 h 4856353"/>
                <a:gd name="connsiteX1912" fmla="*/ 1576969 w 5860123"/>
                <a:gd name="connsiteY1912" fmla="*/ 489029 h 4856353"/>
                <a:gd name="connsiteX1913" fmla="*/ 1587446 w 5860123"/>
                <a:gd name="connsiteY1913" fmla="*/ 480456 h 4856353"/>
                <a:gd name="connsiteX1914" fmla="*/ 1593161 w 5860123"/>
                <a:gd name="connsiteY1914" fmla="*/ 471884 h 4856353"/>
                <a:gd name="connsiteX1915" fmla="*/ 1597924 w 5860123"/>
                <a:gd name="connsiteY1915" fmla="*/ 464264 h 4856353"/>
                <a:gd name="connsiteX1916" fmla="*/ 1597924 w 5860123"/>
                <a:gd name="connsiteY1916" fmla="*/ 455691 h 4856353"/>
                <a:gd name="connsiteX1917" fmla="*/ 1596971 w 5860123"/>
                <a:gd name="connsiteY1917" fmla="*/ 447119 h 4856353"/>
                <a:gd name="connsiteX1918" fmla="*/ 1602686 w 5860123"/>
                <a:gd name="connsiteY1918" fmla="*/ 437593 h 4856353"/>
                <a:gd name="connsiteX1919" fmla="*/ 1611259 w 5860123"/>
                <a:gd name="connsiteY1919" fmla="*/ 430926 h 4856353"/>
                <a:gd name="connsiteX1920" fmla="*/ 1620784 w 5860123"/>
                <a:gd name="connsiteY1920" fmla="*/ 427117 h 4856353"/>
                <a:gd name="connsiteX1921" fmla="*/ 1636976 w 5860123"/>
                <a:gd name="connsiteY1921" fmla="*/ 429974 h 4856353"/>
                <a:gd name="connsiteX1922" fmla="*/ 1644596 w 5860123"/>
                <a:gd name="connsiteY1922" fmla="*/ 433783 h 4856353"/>
                <a:gd name="connsiteX1923" fmla="*/ 1656979 w 5860123"/>
                <a:gd name="connsiteY1923" fmla="*/ 443308 h 4856353"/>
                <a:gd name="connsiteX1924" fmla="*/ 1665551 w 5860123"/>
                <a:gd name="connsiteY1924" fmla="*/ 445213 h 4856353"/>
                <a:gd name="connsiteX1925" fmla="*/ 1668409 w 5860123"/>
                <a:gd name="connsiteY1925" fmla="*/ 440451 h 4856353"/>
                <a:gd name="connsiteX1926" fmla="*/ 1679839 w 5860123"/>
                <a:gd name="connsiteY1926" fmla="*/ 437593 h 4856353"/>
                <a:gd name="connsiteX1927" fmla="*/ 1693174 w 5860123"/>
                <a:gd name="connsiteY1927" fmla="*/ 437593 h 4856353"/>
                <a:gd name="connsiteX1928" fmla="*/ 1696984 w 5860123"/>
                <a:gd name="connsiteY1928" fmla="*/ 441404 h 4856353"/>
                <a:gd name="connsiteX1929" fmla="*/ 1696984 w 5860123"/>
                <a:gd name="connsiteY1929" fmla="*/ 449977 h 4856353"/>
                <a:gd name="connsiteX1930" fmla="*/ 1697936 w 5860123"/>
                <a:gd name="connsiteY1930" fmla="*/ 454739 h 4856353"/>
                <a:gd name="connsiteX1931" fmla="*/ 1696984 w 5860123"/>
                <a:gd name="connsiteY1931" fmla="*/ 462359 h 4856353"/>
                <a:gd name="connsiteX1932" fmla="*/ 1686506 w 5860123"/>
                <a:gd name="connsiteY1932" fmla="*/ 470931 h 4856353"/>
                <a:gd name="connsiteX1933" fmla="*/ 1683649 w 5860123"/>
                <a:gd name="connsiteY1933" fmla="*/ 480456 h 4856353"/>
                <a:gd name="connsiteX1934" fmla="*/ 1696984 w 5860123"/>
                <a:gd name="connsiteY1934" fmla="*/ 495696 h 4856353"/>
                <a:gd name="connsiteX1935" fmla="*/ 1703651 w 5860123"/>
                <a:gd name="connsiteY1935" fmla="*/ 508078 h 4856353"/>
                <a:gd name="connsiteX1936" fmla="*/ 1696984 w 5860123"/>
                <a:gd name="connsiteY1936" fmla="*/ 516652 h 4856353"/>
                <a:gd name="connsiteX1937" fmla="*/ 1696031 w 5860123"/>
                <a:gd name="connsiteY1937" fmla="*/ 522367 h 4856353"/>
                <a:gd name="connsiteX1938" fmla="*/ 1706509 w 5860123"/>
                <a:gd name="connsiteY1938" fmla="*/ 529986 h 4856353"/>
                <a:gd name="connsiteX1939" fmla="*/ 1716986 w 5860123"/>
                <a:gd name="connsiteY1939" fmla="*/ 536653 h 4856353"/>
                <a:gd name="connsiteX1940" fmla="*/ 1721749 w 5860123"/>
                <a:gd name="connsiteY1940" fmla="*/ 541416 h 4856353"/>
                <a:gd name="connsiteX1941" fmla="*/ 1729369 w 5860123"/>
                <a:gd name="connsiteY1941" fmla="*/ 550941 h 4856353"/>
                <a:gd name="connsiteX1942" fmla="*/ 1737941 w 5860123"/>
                <a:gd name="connsiteY1942" fmla="*/ 558562 h 4856353"/>
                <a:gd name="connsiteX1943" fmla="*/ 1739846 w 5860123"/>
                <a:gd name="connsiteY1943" fmla="*/ 571896 h 4856353"/>
                <a:gd name="connsiteX1944" fmla="*/ 1744609 w 5860123"/>
                <a:gd name="connsiteY1944" fmla="*/ 584278 h 4856353"/>
                <a:gd name="connsiteX1945" fmla="*/ 1751276 w 5860123"/>
                <a:gd name="connsiteY1945" fmla="*/ 591898 h 4856353"/>
                <a:gd name="connsiteX1946" fmla="*/ 1766516 w 5860123"/>
                <a:gd name="connsiteY1946" fmla="*/ 605234 h 4856353"/>
                <a:gd name="connsiteX1947" fmla="*/ 1779851 w 5860123"/>
                <a:gd name="connsiteY1947" fmla="*/ 617617 h 4856353"/>
                <a:gd name="connsiteX1948" fmla="*/ 1787471 w 5860123"/>
                <a:gd name="connsiteY1948" fmla="*/ 622379 h 4856353"/>
                <a:gd name="connsiteX1949" fmla="*/ 1798901 w 5860123"/>
                <a:gd name="connsiteY1949" fmla="*/ 621426 h 4856353"/>
                <a:gd name="connsiteX1950" fmla="*/ 1805569 w 5860123"/>
                <a:gd name="connsiteY1950" fmla="*/ 619521 h 4856353"/>
                <a:gd name="connsiteX1951" fmla="*/ 1822714 w 5860123"/>
                <a:gd name="connsiteY1951" fmla="*/ 625237 h 4856353"/>
                <a:gd name="connsiteX1952" fmla="*/ 1824619 w 5860123"/>
                <a:gd name="connsiteY1952" fmla="*/ 632857 h 4856353"/>
                <a:gd name="connsiteX1953" fmla="*/ 1828429 w 5860123"/>
                <a:gd name="connsiteY1953" fmla="*/ 642381 h 4856353"/>
                <a:gd name="connsiteX1954" fmla="*/ 1833191 w 5860123"/>
                <a:gd name="connsiteY1954" fmla="*/ 647143 h 4856353"/>
                <a:gd name="connsiteX1955" fmla="*/ 1845574 w 5860123"/>
                <a:gd name="connsiteY1955" fmla="*/ 653811 h 4856353"/>
                <a:gd name="connsiteX1956" fmla="*/ 1855099 w 5860123"/>
                <a:gd name="connsiteY1956" fmla="*/ 650001 h 4856353"/>
                <a:gd name="connsiteX1957" fmla="*/ 1857956 w 5860123"/>
                <a:gd name="connsiteY1957" fmla="*/ 659526 h 4856353"/>
                <a:gd name="connsiteX1958" fmla="*/ 1857956 w 5860123"/>
                <a:gd name="connsiteY1958" fmla="*/ 666193 h 4856353"/>
                <a:gd name="connsiteX1959" fmla="*/ 1864624 w 5860123"/>
                <a:gd name="connsiteY1959" fmla="*/ 673813 h 4856353"/>
                <a:gd name="connsiteX1960" fmla="*/ 1875101 w 5860123"/>
                <a:gd name="connsiteY1960" fmla="*/ 680481 h 4856353"/>
                <a:gd name="connsiteX1961" fmla="*/ 1878911 w 5860123"/>
                <a:gd name="connsiteY1961" fmla="*/ 691911 h 4856353"/>
                <a:gd name="connsiteX1962" fmla="*/ 1881769 w 5860123"/>
                <a:gd name="connsiteY1962" fmla="*/ 699531 h 4856353"/>
                <a:gd name="connsiteX1963" fmla="*/ 1883674 w 5860123"/>
                <a:gd name="connsiteY1963" fmla="*/ 708103 h 4856353"/>
                <a:gd name="connsiteX1964" fmla="*/ 1883674 w 5860123"/>
                <a:gd name="connsiteY1964" fmla="*/ 713818 h 4856353"/>
                <a:gd name="connsiteX1965" fmla="*/ 1884626 w 5860123"/>
                <a:gd name="connsiteY1965" fmla="*/ 719533 h 4856353"/>
                <a:gd name="connsiteX1966" fmla="*/ 1884626 w 5860123"/>
                <a:gd name="connsiteY1966" fmla="*/ 730011 h 4856353"/>
                <a:gd name="connsiteX1967" fmla="*/ 1883674 w 5860123"/>
                <a:gd name="connsiteY1967" fmla="*/ 738583 h 4856353"/>
                <a:gd name="connsiteX1968" fmla="*/ 1884626 w 5860123"/>
                <a:gd name="connsiteY1968" fmla="*/ 744298 h 4856353"/>
                <a:gd name="connsiteX1969" fmla="*/ 1886531 w 5860123"/>
                <a:gd name="connsiteY1969" fmla="*/ 752871 h 4856353"/>
                <a:gd name="connsiteX1970" fmla="*/ 1893199 w 5860123"/>
                <a:gd name="connsiteY1970" fmla="*/ 765253 h 4856353"/>
                <a:gd name="connsiteX1971" fmla="*/ 1894151 w 5860123"/>
                <a:gd name="connsiteY1971" fmla="*/ 770968 h 4856353"/>
                <a:gd name="connsiteX1972" fmla="*/ 1899866 w 5860123"/>
                <a:gd name="connsiteY1972" fmla="*/ 779541 h 4856353"/>
                <a:gd name="connsiteX1973" fmla="*/ 1907486 w 5860123"/>
                <a:gd name="connsiteY1973" fmla="*/ 786208 h 4856353"/>
                <a:gd name="connsiteX1974" fmla="*/ 1909391 w 5860123"/>
                <a:gd name="connsiteY1974" fmla="*/ 790018 h 4856353"/>
                <a:gd name="connsiteX1975" fmla="*/ 1911296 w 5860123"/>
                <a:gd name="connsiteY1975" fmla="*/ 805258 h 4856353"/>
                <a:gd name="connsiteX1976" fmla="*/ 1915106 w 5860123"/>
                <a:gd name="connsiteY1976" fmla="*/ 812878 h 4856353"/>
                <a:gd name="connsiteX1977" fmla="*/ 1917964 w 5860123"/>
                <a:gd name="connsiteY1977" fmla="*/ 818593 h 4856353"/>
                <a:gd name="connsiteX1978" fmla="*/ 1917011 w 5860123"/>
                <a:gd name="connsiteY1978" fmla="*/ 824308 h 4856353"/>
                <a:gd name="connsiteX1979" fmla="*/ 1912249 w 5860123"/>
                <a:gd name="connsiteY1979" fmla="*/ 832881 h 4856353"/>
                <a:gd name="connsiteX1980" fmla="*/ 1912249 w 5860123"/>
                <a:gd name="connsiteY1980" fmla="*/ 838596 h 4856353"/>
                <a:gd name="connsiteX1981" fmla="*/ 1910344 w 5860123"/>
                <a:gd name="connsiteY1981" fmla="*/ 850978 h 4856353"/>
                <a:gd name="connsiteX1982" fmla="*/ 1907486 w 5860123"/>
                <a:gd name="connsiteY1982" fmla="*/ 855741 h 4856353"/>
                <a:gd name="connsiteX1983" fmla="*/ 1902724 w 5860123"/>
                <a:gd name="connsiteY1983" fmla="*/ 862408 h 4856353"/>
                <a:gd name="connsiteX1984" fmla="*/ 1895104 w 5860123"/>
                <a:gd name="connsiteY1984" fmla="*/ 877648 h 4856353"/>
                <a:gd name="connsiteX1985" fmla="*/ 1895104 w 5860123"/>
                <a:gd name="connsiteY1985" fmla="*/ 882411 h 4856353"/>
                <a:gd name="connsiteX1986" fmla="*/ 1897009 w 5860123"/>
                <a:gd name="connsiteY1986" fmla="*/ 895746 h 4856353"/>
                <a:gd name="connsiteX1987" fmla="*/ 1897961 w 5860123"/>
                <a:gd name="connsiteY1987" fmla="*/ 910986 h 4856353"/>
                <a:gd name="connsiteX1988" fmla="*/ 1896056 w 5860123"/>
                <a:gd name="connsiteY1988" fmla="*/ 914796 h 4856353"/>
                <a:gd name="connsiteX1989" fmla="*/ 1889389 w 5860123"/>
                <a:gd name="connsiteY1989" fmla="*/ 922416 h 4856353"/>
                <a:gd name="connsiteX1990" fmla="*/ 1876054 w 5860123"/>
                <a:gd name="connsiteY1990" fmla="*/ 930988 h 4856353"/>
                <a:gd name="connsiteX1991" fmla="*/ 1864624 w 5860123"/>
                <a:gd name="connsiteY1991" fmla="*/ 944323 h 4856353"/>
                <a:gd name="connsiteX1992" fmla="*/ 1857004 w 5860123"/>
                <a:gd name="connsiteY1992" fmla="*/ 958611 h 4856353"/>
                <a:gd name="connsiteX1993" fmla="*/ 1854146 w 5860123"/>
                <a:gd name="connsiteY1993" fmla="*/ 966231 h 4856353"/>
                <a:gd name="connsiteX1994" fmla="*/ 1854146 w 5860123"/>
                <a:gd name="connsiteY1994" fmla="*/ 973851 h 4856353"/>
                <a:gd name="connsiteX1995" fmla="*/ 1857004 w 5860123"/>
                <a:gd name="connsiteY1995" fmla="*/ 982423 h 4856353"/>
                <a:gd name="connsiteX1996" fmla="*/ 1860814 w 5860123"/>
                <a:gd name="connsiteY1996" fmla="*/ 990996 h 4856353"/>
                <a:gd name="connsiteX1997" fmla="*/ 1862719 w 5860123"/>
                <a:gd name="connsiteY1997" fmla="*/ 1002426 h 4856353"/>
                <a:gd name="connsiteX1998" fmla="*/ 1864624 w 5860123"/>
                <a:gd name="connsiteY1998" fmla="*/ 1010046 h 4856353"/>
                <a:gd name="connsiteX1999" fmla="*/ 1864624 w 5860123"/>
                <a:gd name="connsiteY1999" fmla="*/ 1018618 h 4856353"/>
                <a:gd name="connsiteX2000" fmla="*/ 1875101 w 5860123"/>
                <a:gd name="connsiteY2000" fmla="*/ 1021476 h 4856353"/>
                <a:gd name="connsiteX2001" fmla="*/ 1891294 w 5860123"/>
                <a:gd name="connsiteY2001" fmla="*/ 1028143 h 4856353"/>
                <a:gd name="connsiteX2002" fmla="*/ 1904629 w 5860123"/>
                <a:gd name="connsiteY2002" fmla="*/ 1035763 h 4856353"/>
                <a:gd name="connsiteX2003" fmla="*/ 1912249 w 5860123"/>
                <a:gd name="connsiteY2003" fmla="*/ 1038621 h 4856353"/>
                <a:gd name="connsiteX2004" fmla="*/ 1917964 w 5860123"/>
                <a:gd name="connsiteY2004" fmla="*/ 1039573 h 4856353"/>
                <a:gd name="connsiteX2005" fmla="*/ 1929394 w 5860123"/>
                <a:gd name="connsiteY2005" fmla="*/ 1050051 h 4856353"/>
                <a:gd name="connsiteX2006" fmla="*/ 1948444 w 5860123"/>
                <a:gd name="connsiteY2006" fmla="*/ 1053861 h 4856353"/>
                <a:gd name="connsiteX2007" fmla="*/ 1957969 w 5860123"/>
                <a:gd name="connsiteY2007" fmla="*/ 1053861 h 4856353"/>
                <a:gd name="connsiteX2008" fmla="*/ 1972256 w 5860123"/>
                <a:gd name="connsiteY2008" fmla="*/ 1057671 h 4856353"/>
                <a:gd name="connsiteX2009" fmla="*/ 1983686 w 5860123"/>
                <a:gd name="connsiteY2009" fmla="*/ 1067196 h 4856353"/>
                <a:gd name="connsiteX2010" fmla="*/ 2001784 w 5860123"/>
                <a:gd name="connsiteY2010" fmla="*/ 1073863 h 4856353"/>
                <a:gd name="connsiteX2011" fmla="*/ 2017976 w 5860123"/>
                <a:gd name="connsiteY2011" fmla="*/ 1072911 h 4856353"/>
                <a:gd name="connsiteX2012" fmla="*/ 2031311 w 5860123"/>
                <a:gd name="connsiteY2012" fmla="*/ 1072911 h 4856353"/>
                <a:gd name="connsiteX2013" fmla="*/ 2037026 w 5860123"/>
                <a:gd name="connsiteY2013" fmla="*/ 1072911 h 4856353"/>
                <a:gd name="connsiteX2014" fmla="*/ 2046551 w 5860123"/>
                <a:gd name="connsiteY2014" fmla="*/ 1073863 h 4856353"/>
                <a:gd name="connsiteX2015" fmla="*/ 2053219 w 5860123"/>
                <a:gd name="connsiteY2015" fmla="*/ 1076721 h 4856353"/>
                <a:gd name="connsiteX2016" fmla="*/ 2067506 w 5860123"/>
                <a:gd name="connsiteY2016" fmla="*/ 1080531 h 4856353"/>
                <a:gd name="connsiteX2017" fmla="*/ 2077984 w 5860123"/>
                <a:gd name="connsiteY2017" fmla="*/ 1083388 h 4856353"/>
                <a:gd name="connsiteX2018" fmla="*/ 2087509 w 5860123"/>
                <a:gd name="connsiteY2018" fmla="*/ 1086246 h 4856353"/>
                <a:gd name="connsiteX2019" fmla="*/ 2094176 w 5860123"/>
                <a:gd name="connsiteY2019" fmla="*/ 1089103 h 4856353"/>
                <a:gd name="connsiteX2020" fmla="*/ 2107511 w 5860123"/>
                <a:gd name="connsiteY2020" fmla="*/ 1093866 h 4856353"/>
                <a:gd name="connsiteX2021" fmla="*/ 2114179 w 5860123"/>
                <a:gd name="connsiteY2021" fmla="*/ 1099581 h 4856353"/>
                <a:gd name="connsiteX2022" fmla="*/ 2119894 w 5860123"/>
                <a:gd name="connsiteY2022" fmla="*/ 1107201 h 4856353"/>
                <a:gd name="connsiteX2023" fmla="*/ 2123704 w 5860123"/>
                <a:gd name="connsiteY2023" fmla="*/ 1111963 h 4856353"/>
                <a:gd name="connsiteX2024" fmla="*/ 2132276 w 5860123"/>
                <a:gd name="connsiteY2024" fmla="*/ 1118631 h 4856353"/>
                <a:gd name="connsiteX2025" fmla="*/ 2143706 w 5860123"/>
                <a:gd name="connsiteY2025" fmla="*/ 1126251 h 4856353"/>
                <a:gd name="connsiteX2026" fmla="*/ 2147516 w 5860123"/>
                <a:gd name="connsiteY2026" fmla="*/ 1130061 h 4856353"/>
                <a:gd name="connsiteX2027" fmla="*/ 2154184 w 5860123"/>
                <a:gd name="connsiteY2027" fmla="*/ 1135773 h 4856353"/>
                <a:gd name="connsiteX2028" fmla="*/ 2161804 w 5860123"/>
                <a:gd name="connsiteY2028" fmla="*/ 1144345 h 4856353"/>
                <a:gd name="connsiteX2029" fmla="*/ 2164661 w 5860123"/>
                <a:gd name="connsiteY2029" fmla="*/ 1148155 h 4856353"/>
                <a:gd name="connsiteX2030" fmla="*/ 2168471 w 5860123"/>
                <a:gd name="connsiteY2030" fmla="*/ 1152918 h 4856353"/>
                <a:gd name="connsiteX2031" fmla="*/ 2171329 w 5860123"/>
                <a:gd name="connsiteY2031" fmla="*/ 1159585 h 4856353"/>
                <a:gd name="connsiteX2032" fmla="*/ 2176091 w 5860123"/>
                <a:gd name="connsiteY2032" fmla="*/ 1165300 h 4856353"/>
                <a:gd name="connsiteX2033" fmla="*/ 2184664 w 5860123"/>
                <a:gd name="connsiteY2033" fmla="*/ 1170063 h 4856353"/>
                <a:gd name="connsiteX2034" fmla="*/ 2188474 w 5860123"/>
                <a:gd name="connsiteY2034" fmla="*/ 1176730 h 4856353"/>
                <a:gd name="connsiteX2035" fmla="*/ 2195141 w 5860123"/>
                <a:gd name="connsiteY2035" fmla="*/ 1185303 h 4856353"/>
                <a:gd name="connsiteX2036" fmla="*/ 2204666 w 5860123"/>
                <a:gd name="connsiteY2036" fmla="*/ 1196733 h 4856353"/>
                <a:gd name="connsiteX2037" fmla="*/ 2208476 w 5860123"/>
                <a:gd name="connsiteY2037" fmla="*/ 1199590 h 4856353"/>
                <a:gd name="connsiteX2038" fmla="*/ 2218001 w 5860123"/>
                <a:gd name="connsiteY2038" fmla="*/ 1204353 h 4856353"/>
                <a:gd name="connsiteX2039" fmla="*/ 2227526 w 5860123"/>
                <a:gd name="connsiteY2039" fmla="*/ 1210068 h 4856353"/>
                <a:gd name="connsiteX2040" fmla="*/ 2236099 w 5860123"/>
                <a:gd name="connsiteY2040" fmla="*/ 1211973 h 4856353"/>
                <a:gd name="connsiteX2041" fmla="*/ 2248481 w 5860123"/>
                <a:gd name="connsiteY2041" fmla="*/ 1211973 h 4856353"/>
                <a:gd name="connsiteX2042" fmla="*/ 2261816 w 5860123"/>
                <a:gd name="connsiteY2042" fmla="*/ 1211973 h 4856353"/>
                <a:gd name="connsiteX2043" fmla="*/ 2262769 w 5860123"/>
                <a:gd name="connsiteY2043" fmla="*/ 1220545 h 4856353"/>
                <a:gd name="connsiteX2044" fmla="*/ 2258006 w 5860123"/>
                <a:gd name="connsiteY2044" fmla="*/ 1230070 h 4856353"/>
                <a:gd name="connsiteX2045" fmla="*/ 2256101 w 5860123"/>
                <a:gd name="connsiteY2045" fmla="*/ 1239595 h 4856353"/>
                <a:gd name="connsiteX2046" fmla="*/ 2260864 w 5860123"/>
                <a:gd name="connsiteY2046" fmla="*/ 1249120 h 4856353"/>
                <a:gd name="connsiteX2047" fmla="*/ 2274199 w 5860123"/>
                <a:gd name="connsiteY2047" fmla="*/ 1263408 h 4856353"/>
                <a:gd name="connsiteX2048" fmla="*/ 2276104 w 5860123"/>
                <a:gd name="connsiteY2048" fmla="*/ 1278648 h 4856353"/>
                <a:gd name="connsiteX2049" fmla="*/ 2278961 w 5860123"/>
                <a:gd name="connsiteY2049" fmla="*/ 1293888 h 4856353"/>
                <a:gd name="connsiteX2050" fmla="*/ 2282771 w 5860123"/>
                <a:gd name="connsiteY2050" fmla="*/ 1310080 h 4856353"/>
                <a:gd name="connsiteX2051" fmla="*/ 2286581 w 5860123"/>
                <a:gd name="connsiteY2051" fmla="*/ 1325320 h 4856353"/>
                <a:gd name="connsiteX2052" fmla="*/ 2287534 w 5860123"/>
                <a:gd name="connsiteY2052" fmla="*/ 1331035 h 4856353"/>
                <a:gd name="connsiteX2053" fmla="*/ 2288486 w 5860123"/>
                <a:gd name="connsiteY2053" fmla="*/ 1341513 h 4856353"/>
                <a:gd name="connsiteX2054" fmla="*/ 2289439 w 5860123"/>
                <a:gd name="connsiteY2054" fmla="*/ 1354848 h 4856353"/>
                <a:gd name="connsiteX2055" fmla="*/ 2297059 w 5860123"/>
                <a:gd name="connsiteY2055" fmla="*/ 1367230 h 4856353"/>
                <a:gd name="connsiteX2056" fmla="*/ 2305631 w 5860123"/>
                <a:gd name="connsiteY2056" fmla="*/ 1378660 h 4856353"/>
                <a:gd name="connsiteX2057" fmla="*/ 2308489 w 5860123"/>
                <a:gd name="connsiteY2057" fmla="*/ 1382470 h 4856353"/>
                <a:gd name="connsiteX2058" fmla="*/ 2315156 w 5860123"/>
                <a:gd name="connsiteY2058" fmla="*/ 1391043 h 4856353"/>
                <a:gd name="connsiteX2059" fmla="*/ 2322776 w 5860123"/>
                <a:gd name="connsiteY2059" fmla="*/ 1401520 h 4856353"/>
                <a:gd name="connsiteX2060" fmla="*/ 2326586 w 5860123"/>
                <a:gd name="connsiteY2060" fmla="*/ 1407235 h 4856353"/>
                <a:gd name="connsiteX2061" fmla="*/ 2329444 w 5860123"/>
                <a:gd name="connsiteY2061" fmla="*/ 1415808 h 4856353"/>
                <a:gd name="connsiteX2062" fmla="*/ 2330396 w 5860123"/>
                <a:gd name="connsiteY2062" fmla="*/ 1424380 h 4856353"/>
                <a:gd name="connsiteX2063" fmla="*/ 2339921 w 5860123"/>
                <a:gd name="connsiteY2063" fmla="*/ 1436763 h 4856353"/>
                <a:gd name="connsiteX2064" fmla="*/ 2354209 w 5860123"/>
                <a:gd name="connsiteY2064" fmla="*/ 1437715 h 4856353"/>
                <a:gd name="connsiteX2065" fmla="*/ 2371354 w 5860123"/>
                <a:gd name="connsiteY2065" fmla="*/ 1438668 h 4856353"/>
                <a:gd name="connsiteX2066" fmla="*/ 2390404 w 5860123"/>
                <a:gd name="connsiteY2066" fmla="*/ 1437715 h 4856353"/>
                <a:gd name="connsiteX2067" fmla="*/ 2404691 w 5860123"/>
                <a:gd name="connsiteY2067" fmla="*/ 1436763 h 4856353"/>
                <a:gd name="connsiteX2068" fmla="*/ 2419931 w 5860123"/>
                <a:gd name="connsiteY2068" fmla="*/ 1440573 h 4856353"/>
                <a:gd name="connsiteX2069" fmla="*/ 2423741 w 5860123"/>
                <a:gd name="connsiteY2069" fmla="*/ 1442478 h 4856353"/>
                <a:gd name="connsiteX2070" fmla="*/ 2435171 w 5860123"/>
                <a:gd name="connsiteY2070" fmla="*/ 1447240 h 4856353"/>
                <a:gd name="connsiteX2071" fmla="*/ 2451364 w 5860123"/>
                <a:gd name="connsiteY2071" fmla="*/ 1452955 h 4856353"/>
                <a:gd name="connsiteX2072" fmla="*/ 2456126 w 5860123"/>
                <a:gd name="connsiteY2072" fmla="*/ 1455813 h 4856353"/>
                <a:gd name="connsiteX2073" fmla="*/ 2470414 w 5860123"/>
                <a:gd name="connsiteY2073" fmla="*/ 1460575 h 4856353"/>
                <a:gd name="connsiteX2074" fmla="*/ 2485654 w 5860123"/>
                <a:gd name="connsiteY2074" fmla="*/ 1466290 h 4856353"/>
                <a:gd name="connsiteX2075" fmla="*/ 2498989 w 5860123"/>
                <a:gd name="connsiteY2075" fmla="*/ 1470100 h 4856353"/>
                <a:gd name="connsiteX2076" fmla="*/ 2515181 w 5860123"/>
                <a:gd name="connsiteY2076" fmla="*/ 1472958 h 4856353"/>
                <a:gd name="connsiteX2077" fmla="*/ 2527564 w 5860123"/>
                <a:gd name="connsiteY2077" fmla="*/ 1475815 h 4856353"/>
                <a:gd name="connsiteX2078" fmla="*/ 2538994 w 5860123"/>
                <a:gd name="connsiteY2078" fmla="*/ 1478673 h 4856353"/>
                <a:gd name="connsiteX2079" fmla="*/ 2555186 w 5860123"/>
                <a:gd name="connsiteY2079" fmla="*/ 1481530 h 4856353"/>
                <a:gd name="connsiteX2080" fmla="*/ 2566616 w 5860123"/>
                <a:gd name="connsiteY2080" fmla="*/ 1484388 h 4856353"/>
                <a:gd name="connsiteX2081" fmla="*/ 2578999 w 5860123"/>
                <a:gd name="connsiteY2081" fmla="*/ 1487245 h 4856353"/>
                <a:gd name="connsiteX2082" fmla="*/ 2594239 w 5860123"/>
                <a:gd name="connsiteY2082" fmla="*/ 1490103 h 4856353"/>
                <a:gd name="connsiteX2083" fmla="*/ 2610431 w 5860123"/>
                <a:gd name="connsiteY2083" fmla="*/ 1492960 h 4856353"/>
                <a:gd name="connsiteX2084" fmla="*/ 2623766 w 5860123"/>
                <a:gd name="connsiteY2084" fmla="*/ 1493913 h 4856353"/>
                <a:gd name="connsiteX2085" fmla="*/ 2645674 w 5860123"/>
                <a:gd name="connsiteY2085" fmla="*/ 1492008 h 4856353"/>
                <a:gd name="connsiteX2086" fmla="*/ 2657104 w 5860123"/>
                <a:gd name="connsiteY2086" fmla="*/ 1491055 h 4856353"/>
                <a:gd name="connsiteX2087" fmla="*/ 2675201 w 5860123"/>
                <a:gd name="connsiteY2087" fmla="*/ 1490103 h 4856353"/>
                <a:gd name="connsiteX2088" fmla="*/ 2683774 w 5860123"/>
                <a:gd name="connsiteY2088" fmla="*/ 1490103 h 4856353"/>
                <a:gd name="connsiteX2089" fmla="*/ 2696156 w 5860123"/>
                <a:gd name="connsiteY2089" fmla="*/ 1489150 h 4856353"/>
                <a:gd name="connsiteX2090" fmla="*/ 2704729 w 5860123"/>
                <a:gd name="connsiteY2090" fmla="*/ 1486293 h 4856353"/>
                <a:gd name="connsiteX2091" fmla="*/ 2721874 w 5860123"/>
                <a:gd name="connsiteY2091" fmla="*/ 1487245 h 4856353"/>
                <a:gd name="connsiteX2092" fmla="*/ 2733304 w 5860123"/>
                <a:gd name="connsiteY2092" fmla="*/ 1488198 h 4856353"/>
                <a:gd name="connsiteX2093" fmla="*/ 2742829 w 5860123"/>
                <a:gd name="connsiteY2093" fmla="*/ 1490103 h 4856353"/>
                <a:gd name="connsiteX2094" fmla="*/ 2750449 w 5860123"/>
                <a:gd name="connsiteY2094" fmla="*/ 1492960 h 4856353"/>
                <a:gd name="connsiteX2095" fmla="*/ 2759974 w 5860123"/>
                <a:gd name="connsiteY2095" fmla="*/ 1495818 h 4856353"/>
                <a:gd name="connsiteX2096" fmla="*/ 2779024 w 5860123"/>
                <a:gd name="connsiteY2096" fmla="*/ 1502485 h 4856353"/>
                <a:gd name="connsiteX2097" fmla="*/ 2783786 w 5860123"/>
                <a:gd name="connsiteY2097" fmla="*/ 1504390 h 4856353"/>
                <a:gd name="connsiteX2098" fmla="*/ 2796169 w 5860123"/>
                <a:gd name="connsiteY2098" fmla="*/ 1509153 h 4856353"/>
                <a:gd name="connsiteX2099" fmla="*/ 2812361 w 5860123"/>
                <a:gd name="connsiteY2099" fmla="*/ 1514868 h 4856353"/>
                <a:gd name="connsiteX2100" fmla="*/ 2827601 w 5860123"/>
                <a:gd name="connsiteY2100" fmla="*/ 1520583 h 4856353"/>
                <a:gd name="connsiteX2101" fmla="*/ 2839984 w 5860123"/>
                <a:gd name="connsiteY2101" fmla="*/ 1523440 h 4856353"/>
                <a:gd name="connsiteX2102" fmla="*/ 2851414 w 5860123"/>
                <a:gd name="connsiteY2102" fmla="*/ 1530108 h 4856353"/>
                <a:gd name="connsiteX2103" fmla="*/ 2856176 w 5860123"/>
                <a:gd name="connsiteY2103" fmla="*/ 1537728 h 4856353"/>
                <a:gd name="connsiteX2104" fmla="*/ 2862844 w 5860123"/>
                <a:gd name="connsiteY2104" fmla="*/ 1550110 h 4856353"/>
                <a:gd name="connsiteX2105" fmla="*/ 2864749 w 5860123"/>
                <a:gd name="connsiteY2105" fmla="*/ 1554873 h 4856353"/>
                <a:gd name="connsiteX2106" fmla="*/ 2878084 w 5860123"/>
                <a:gd name="connsiteY2106" fmla="*/ 1569160 h 4856353"/>
                <a:gd name="connsiteX2107" fmla="*/ 2894276 w 5860123"/>
                <a:gd name="connsiteY2107" fmla="*/ 1573923 h 4856353"/>
                <a:gd name="connsiteX2108" fmla="*/ 2913326 w 5860123"/>
                <a:gd name="connsiteY2108" fmla="*/ 1574875 h 4856353"/>
                <a:gd name="connsiteX2109" fmla="*/ 2925709 w 5860123"/>
                <a:gd name="connsiteY2109" fmla="*/ 1576780 h 4856353"/>
                <a:gd name="connsiteX2110" fmla="*/ 2939044 w 5860123"/>
                <a:gd name="connsiteY2110" fmla="*/ 1582495 h 4856353"/>
                <a:gd name="connsiteX2111" fmla="*/ 2950474 w 5860123"/>
                <a:gd name="connsiteY2111" fmla="*/ 1590115 h 4856353"/>
                <a:gd name="connsiteX2112" fmla="*/ 2959999 w 5860123"/>
                <a:gd name="connsiteY2112" fmla="*/ 1596783 h 4856353"/>
                <a:gd name="connsiteX2113" fmla="*/ 2973334 w 5860123"/>
                <a:gd name="connsiteY2113" fmla="*/ 1605355 h 4856353"/>
                <a:gd name="connsiteX2114" fmla="*/ 2982859 w 5860123"/>
                <a:gd name="connsiteY2114" fmla="*/ 1611070 h 4856353"/>
                <a:gd name="connsiteX2115" fmla="*/ 2990479 w 5860123"/>
                <a:gd name="connsiteY2115" fmla="*/ 1616785 h 4856353"/>
                <a:gd name="connsiteX2116" fmla="*/ 3000956 w 5860123"/>
                <a:gd name="connsiteY2116" fmla="*/ 1623453 h 4856353"/>
                <a:gd name="connsiteX2117" fmla="*/ 3018101 w 5860123"/>
                <a:gd name="connsiteY2117" fmla="*/ 1631073 h 4856353"/>
                <a:gd name="connsiteX2118" fmla="*/ 3029531 w 5860123"/>
                <a:gd name="connsiteY2118" fmla="*/ 1635835 h 4856353"/>
                <a:gd name="connsiteX2119" fmla="*/ 3041914 w 5860123"/>
                <a:gd name="connsiteY2119" fmla="*/ 1636788 h 4856353"/>
                <a:gd name="connsiteX2120" fmla="*/ 3058106 w 5860123"/>
                <a:gd name="connsiteY2120" fmla="*/ 1636788 h 4856353"/>
                <a:gd name="connsiteX2121" fmla="*/ 3075251 w 5860123"/>
                <a:gd name="connsiteY2121" fmla="*/ 1633930 h 4856353"/>
                <a:gd name="connsiteX2122" fmla="*/ 3088586 w 5860123"/>
                <a:gd name="connsiteY2122" fmla="*/ 1632025 h 4856353"/>
                <a:gd name="connsiteX2123" fmla="*/ 3100969 w 5860123"/>
                <a:gd name="connsiteY2123" fmla="*/ 1630120 h 4856353"/>
                <a:gd name="connsiteX2124" fmla="*/ 3108589 w 5860123"/>
                <a:gd name="connsiteY2124" fmla="*/ 1634883 h 4856353"/>
                <a:gd name="connsiteX2125" fmla="*/ 3108589 w 5860123"/>
                <a:gd name="connsiteY2125" fmla="*/ 1652980 h 4856353"/>
                <a:gd name="connsiteX2126" fmla="*/ 3119066 w 5860123"/>
                <a:gd name="connsiteY2126" fmla="*/ 1661553 h 4856353"/>
                <a:gd name="connsiteX2127" fmla="*/ 3132401 w 5860123"/>
                <a:gd name="connsiteY2127" fmla="*/ 1659648 h 4856353"/>
                <a:gd name="connsiteX2128" fmla="*/ 3137164 w 5860123"/>
                <a:gd name="connsiteY2128" fmla="*/ 1659648 h 4856353"/>
                <a:gd name="connsiteX2129" fmla="*/ 3146689 w 5860123"/>
                <a:gd name="connsiteY2129" fmla="*/ 1662505 h 4856353"/>
                <a:gd name="connsiteX2130" fmla="*/ 3160976 w 5860123"/>
                <a:gd name="connsiteY2130" fmla="*/ 1665363 h 4856353"/>
                <a:gd name="connsiteX2131" fmla="*/ 3165739 w 5860123"/>
                <a:gd name="connsiteY2131" fmla="*/ 1661553 h 4856353"/>
                <a:gd name="connsiteX2132" fmla="*/ 3173359 w 5860123"/>
                <a:gd name="connsiteY2132" fmla="*/ 1654885 h 4856353"/>
                <a:gd name="connsiteX2133" fmla="*/ 3184789 w 5860123"/>
                <a:gd name="connsiteY2133" fmla="*/ 1648218 h 4856353"/>
                <a:gd name="connsiteX2134" fmla="*/ 3200029 w 5860123"/>
                <a:gd name="connsiteY2134" fmla="*/ 1640598 h 4856353"/>
                <a:gd name="connsiteX2135" fmla="*/ 3212411 w 5860123"/>
                <a:gd name="connsiteY2135" fmla="*/ 1634883 h 4856353"/>
                <a:gd name="connsiteX2136" fmla="*/ 3226699 w 5860123"/>
                <a:gd name="connsiteY2136" fmla="*/ 1628215 h 4856353"/>
                <a:gd name="connsiteX2137" fmla="*/ 3232414 w 5860123"/>
                <a:gd name="connsiteY2137" fmla="*/ 1625358 h 4856353"/>
                <a:gd name="connsiteX2138" fmla="*/ 3246701 w 5860123"/>
                <a:gd name="connsiteY2138" fmla="*/ 1619643 h 4856353"/>
                <a:gd name="connsiteX2139" fmla="*/ 3262894 w 5860123"/>
                <a:gd name="connsiteY2139" fmla="*/ 1612023 h 4856353"/>
                <a:gd name="connsiteX2140" fmla="*/ 3269561 w 5860123"/>
                <a:gd name="connsiteY2140" fmla="*/ 1609165 h 4856353"/>
                <a:gd name="connsiteX2141" fmla="*/ 3284801 w 5860123"/>
                <a:gd name="connsiteY2141" fmla="*/ 1603450 h 4856353"/>
                <a:gd name="connsiteX2142" fmla="*/ 3300041 w 5860123"/>
                <a:gd name="connsiteY2142" fmla="*/ 1596783 h 4856353"/>
                <a:gd name="connsiteX2143" fmla="*/ 3305756 w 5860123"/>
                <a:gd name="connsiteY2143" fmla="*/ 1594878 h 4856353"/>
                <a:gd name="connsiteX2144" fmla="*/ 3316234 w 5860123"/>
                <a:gd name="connsiteY2144" fmla="*/ 1591068 h 4856353"/>
                <a:gd name="connsiteX2145" fmla="*/ 3331474 w 5860123"/>
                <a:gd name="connsiteY2145" fmla="*/ 1586305 h 4856353"/>
                <a:gd name="connsiteX2146" fmla="*/ 3337189 w 5860123"/>
                <a:gd name="connsiteY2146" fmla="*/ 1585353 h 4856353"/>
                <a:gd name="connsiteX2147" fmla="*/ 3347666 w 5860123"/>
                <a:gd name="connsiteY2147" fmla="*/ 1584400 h 4856353"/>
                <a:gd name="connsiteX2148" fmla="*/ 3359096 w 5860123"/>
                <a:gd name="connsiteY2148" fmla="*/ 1580590 h 4856353"/>
                <a:gd name="connsiteX2149" fmla="*/ 3370526 w 5860123"/>
                <a:gd name="connsiteY2149" fmla="*/ 1577733 h 4856353"/>
                <a:gd name="connsiteX2150" fmla="*/ 3380051 w 5860123"/>
                <a:gd name="connsiteY2150" fmla="*/ 1572018 h 4856353"/>
                <a:gd name="connsiteX2151" fmla="*/ 3388624 w 5860123"/>
                <a:gd name="connsiteY2151" fmla="*/ 1566303 h 4856353"/>
                <a:gd name="connsiteX2152" fmla="*/ 3400054 w 5860123"/>
                <a:gd name="connsiteY2152" fmla="*/ 1564398 h 4856353"/>
                <a:gd name="connsiteX2153" fmla="*/ 3407674 w 5860123"/>
                <a:gd name="connsiteY2153" fmla="*/ 1568208 h 4856353"/>
                <a:gd name="connsiteX2154" fmla="*/ 3418151 w 5860123"/>
                <a:gd name="connsiteY2154" fmla="*/ 1570113 h 4856353"/>
                <a:gd name="connsiteX2155" fmla="*/ 3440059 w 5860123"/>
                <a:gd name="connsiteY2155" fmla="*/ 1571065 h 4856353"/>
                <a:gd name="connsiteX2156" fmla="*/ 3448631 w 5860123"/>
                <a:gd name="connsiteY2156" fmla="*/ 1569160 h 4856353"/>
                <a:gd name="connsiteX2157" fmla="*/ 3457204 w 5860123"/>
                <a:gd name="connsiteY2157" fmla="*/ 1568208 h 4856353"/>
                <a:gd name="connsiteX2158" fmla="*/ 3476254 w 5860123"/>
                <a:gd name="connsiteY2158" fmla="*/ 1566303 h 4856353"/>
                <a:gd name="connsiteX2159" fmla="*/ 3496256 w 5860123"/>
                <a:gd name="connsiteY2159" fmla="*/ 1569160 h 4856353"/>
                <a:gd name="connsiteX2160" fmla="*/ 3504829 w 5860123"/>
                <a:gd name="connsiteY2160" fmla="*/ 1571065 h 4856353"/>
                <a:gd name="connsiteX2161" fmla="*/ 3519116 w 5860123"/>
                <a:gd name="connsiteY2161" fmla="*/ 1573923 h 4856353"/>
                <a:gd name="connsiteX2162" fmla="*/ 3535309 w 5860123"/>
                <a:gd name="connsiteY2162" fmla="*/ 1570113 h 4856353"/>
                <a:gd name="connsiteX2163" fmla="*/ 3544834 w 5860123"/>
                <a:gd name="connsiteY2163" fmla="*/ 1566303 h 4856353"/>
                <a:gd name="connsiteX2164" fmla="*/ 3549596 w 5860123"/>
                <a:gd name="connsiteY2164" fmla="*/ 1566303 h 4856353"/>
                <a:gd name="connsiteX2165" fmla="*/ 3554359 w 5860123"/>
                <a:gd name="connsiteY2165" fmla="*/ 1567255 h 4856353"/>
                <a:gd name="connsiteX2166" fmla="*/ 3563884 w 5860123"/>
                <a:gd name="connsiteY2166" fmla="*/ 1568208 h 4856353"/>
                <a:gd name="connsiteX2167" fmla="*/ 3580076 w 5860123"/>
                <a:gd name="connsiteY2167" fmla="*/ 1570113 h 4856353"/>
                <a:gd name="connsiteX2168" fmla="*/ 3582934 w 5860123"/>
                <a:gd name="connsiteY2168" fmla="*/ 1570113 h 4856353"/>
                <a:gd name="connsiteX2169" fmla="*/ 3593411 w 5860123"/>
                <a:gd name="connsiteY2169" fmla="*/ 1567255 h 4856353"/>
                <a:gd name="connsiteX2170" fmla="*/ 3603889 w 5860123"/>
                <a:gd name="connsiteY2170" fmla="*/ 1556778 h 4856353"/>
                <a:gd name="connsiteX2171" fmla="*/ 3607699 w 5860123"/>
                <a:gd name="connsiteY2171" fmla="*/ 1553920 h 4856353"/>
                <a:gd name="connsiteX2172" fmla="*/ 3617224 w 5860123"/>
                <a:gd name="connsiteY2172" fmla="*/ 1544395 h 4856353"/>
                <a:gd name="connsiteX2173" fmla="*/ 3633416 w 5860123"/>
                <a:gd name="connsiteY2173" fmla="*/ 1537728 h 4856353"/>
                <a:gd name="connsiteX2174" fmla="*/ 3654371 w 5860123"/>
                <a:gd name="connsiteY2174" fmla="*/ 1533918 h 4856353"/>
                <a:gd name="connsiteX2175" fmla="*/ 3674374 w 5860123"/>
                <a:gd name="connsiteY2175" fmla="*/ 1521535 h 4856353"/>
                <a:gd name="connsiteX2176" fmla="*/ 3685804 w 5860123"/>
                <a:gd name="connsiteY2176" fmla="*/ 1512010 h 4856353"/>
                <a:gd name="connsiteX2177" fmla="*/ 3701996 w 5860123"/>
                <a:gd name="connsiteY2177" fmla="*/ 1492960 h 4856353"/>
                <a:gd name="connsiteX2178" fmla="*/ 3713426 w 5860123"/>
                <a:gd name="connsiteY2178" fmla="*/ 1475815 h 4856353"/>
                <a:gd name="connsiteX2179" fmla="*/ 3727714 w 5860123"/>
                <a:gd name="connsiteY2179" fmla="*/ 1455813 h 4856353"/>
                <a:gd name="connsiteX2180" fmla="*/ 3742954 w 5860123"/>
                <a:gd name="connsiteY2180" fmla="*/ 1441525 h 4856353"/>
                <a:gd name="connsiteX2181" fmla="*/ 3761051 w 5860123"/>
                <a:gd name="connsiteY2181" fmla="*/ 1432953 h 4856353"/>
                <a:gd name="connsiteX2182" fmla="*/ 3780101 w 5860123"/>
                <a:gd name="connsiteY2182" fmla="*/ 1421523 h 4856353"/>
                <a:gd name="connsiteX2183" fmla="*/ 3792484 w 5860123"/>
                <a:gd name="connsiteY2183" fmla="*/ 1418665 h 4856353"/>
                <a:gd name="connsiteX2184" fmla="*/ 3806771 w 5860123"/>
                <a:gd name="connsiteY2184" fmla="*/ 1403425 h 4856353"/>
                <a:gd name="connsiteX2185" fmla="*/ 3819154 w 5860123"/>
                <a:gd name="connsiteY2185" fmla="*/ 1393900 h 4856353"/>
                <a:gd name="connsiteX2186" fmla="*/ 3830584 w 5860123"/>
                <a:gd name="connsiteY2186" fmla="*/ 1382470 h 4856353"/>
                <a:gd name="connsiteX2187" fmla="*/ 3822964 w 5860123"/>
                <a:gd name="connsiteY2187" fmla="*/ 1363420 h 4856353"/>
                <a:gd name="connsiteX2188" fmla="*/ 3806771 w 5860123"/>
                <a:gd name="connsiteY2188" fmla="*/ 1348180 h 4856353"/>
                <a:gd name="connsiteX2189" fmla="*/ 3788674 w 5860123"/>
                <a:gd name="connsiteY2189" fmla="*/ 1329130 h 4856353"/>
                <a:gd name="connsiteX2190" fmla="*/ 3785816 w 5860123"/>
                <a:gd name="connsiteY2190" fmla="*/ 1313890 h 4856353"/>
                <a:gd name="connsiteX2191" fmla="*/ 3777244 w 5860123"/>
                <a:gd name="connsiteY2191" fmla="*/ 1299603 h 4856353"/>
                <a:gd name="connsiteX2192" fmla="*/ 3785816 w 5860123"/>
                <a:gd name="connsiteY2192" fmla="*/ 1275790 h 4856353"/>
                <a:gd name="connsiteX2193" fmla="*/ 3790579 w 5860123"/>
                <a:gd name="connsiteY2193" fmla="*/ 1258645 h 4856353"/>
                <a:gd name="connsiteX2194" fmla="*/ 3804866 w 5860123"/>
                <a:gd name="connsiteY2194" fmla="*/ 1219593 h 4856353"/>
                <a:gd name="connsiteX2195" fmla="*/ 3823916 w 5860123"/>
                <a:gd name="connsiteY2195" fmla="*/ 1201495 h 4856353"/>
                <a:gd name="connsiteX2196" fmla="*/ 3840109 w 5860123"/>
                <a:gd name="connsiteY2196" fmla="*/ 1200543 h 4856353"/>
                <a:gd name="connsiteX2197" fmla="*/ 3865826 w 5860123"/>
                <a:gd name="connsiteY2197" fmla="*/ 1201495 h 4856353"/>
                <a:gd name="connsiteX2198" fmla="*/ 3881066 w 5860123"/>
                <a:gd name="connsiteY2198" fmla="*/ 1210068 h 4856353"/>
                <a:gd name="connsiteX2199" fmla="*/ 3900116 w 5860123"/>
                <a:gd name="connsiteY2199" fmla="*/ 1226260 h 4856353"/>
                <a:gd name="connsiteX2200" fmla="*/ 3926786 w 5860123"/>
                <a:gd name="connsiteY2200" fmla="*/ 1232928 h 4856353"/>
                <a:gd name="connsiteX2201" fmla="*/ 3944884 w 5860123"/>
                <a:gd name="connsiteY2201" fmla="*/ 1235785 h 4856353"/>
                <a:gd name="connsiteX2202" fmla="*/ 3968696 w 5860123"/>
                <a:gd name="connsiteY2202" fmla="*/ 1238643 h 4856353"/>
                <a:gd name="connsiteX2203" fmla="*/ 3990604 w 5860123"/>
                <a:gd name="connsiteY2203" fmla="*/ 1238643 h 4856353"/>
                <a:gd name="connsiteX2204" fmla="*/ 4013464 w 5860123"/>
                <a:gd name="connsiteY2204" fmla="*/ 1217688 h 4856353"/>
                <a:gd name="connsiteX2205" fmla="*/ 4030609 w 5860123"/>
                <a:gd name="connsiteY2205" fmla="*/ 1206258 h 4856353"/>
                <a:gd name="connsiteX2206" fmla="*/ 4045849 w 5860123"/>
                <a:gd name="connsiteY2206" fmla="*/ 1190065 h 4856353"/>
                <a:gd name="connsiteX2207" fmla="*/ 4062994 w 5860123"/>
                <a:gd name="connsiteY2207" fmla="*/ 1166253 h 4856353"/>
                <a:gd name="connsiteX2208" fmla="*/ 4065851 w 5860123"/>
                <a:gd name="connsiteY2208" fmla="*/ 1151965 h 4856353"/>
                <a:gd name="connsiteX2209" fmla="*/ 4082044 w 5860123"/>
                <a:gd name="connsiteY2209" fmla="*/ 1143393 h 4856353"/>
                <a:gd name="connsiteX2210" fmla="*/ 4092521 w 5860123"/>
                <a:gd name="connsiteY2210" fmla="*/ 1145298 h 4856353"/>
                <a:gd name="connsiteX2211" fmla="*/ 4105856 w 5860123"/>
                <a:gd name="connsiteY2211" fmla="*/ 1148155 h 4856353"/>
                <a:gd name="connsiteX2212" fmla="*/ 4125859 w 5860123"/>
                <a:gd name="connsiteY2212" fmla="*/ 1146250 h 4856353"/>
                <a:gd name="connsiteX2213" fmla="*/ 4155386 w 5860123"/>
                <a:gd name="connsiteY2213" fmla="*/ 1141488 h 4856353"/>
                <a:gd name="connsiteX2214" fmla="*/ 4175389 w 5860123"/>
                <a:gd name="connsiteY2214" fmla="*/ 1129108 h 4856353"/>
                <a:gd name="connsiteX2215" fmla="*/ 4200154 w 5860123"/>
                <a:gd name="connsiteY2215" fmla="*/ 1105296 h 4856353"/>
                <a:gd name="connsiteX2216" fmla="*/ 4215394 w 5860123"/>
                <a:gd name="connsiteY2216" fmla="*/ 1099581 h 4856353"/>
                <a:gd name="connsiteX2217" fmla="*/ 4223014 w 5860123"/>
                <a:gd name="connsiteY2217" fmla="*/ 1082436 h 4856353"/>
                <a:gd name="connsiteX2218" fmla="*/ 4222062 w 5860123"/>
                <a:gd name="connsiteY2218" fmla="*/ 1063386 h 4856353"/>
                <a:gd name="connsiteX2219" fmla="*/ 4234444 w 5860123"/>
                <a:gd name="connsiteY2219" fmla="*/ 1042431 h 4856353"/>
                <a:gd name="connsiteX2220" fmla="*/ 4253494 w 5860123"/>
                <a:gd name="connsiteY2220" fmla="*/ 1016713 h 4856353"/>
                <a:gd name="connsiteX2221" fmla="*/ 4278259 w 5860123"/>
                <a:gd name="connsiteY2221" fmla="*/ 1006236 h 4856353"/>
                <a:gd name="connsiteX2222" fmla="*/ 4317312 w 5860123"/>
                <a:gd name="connsiteY2222" fmla="*/ 1004331 h 4856353"/>
                <a:gd name="connsiteX2223" fmla="*/ 4324931 w 5860123"/>
                <a:gd name="connsiteY2223" fmla="*/ 983376 h 4856353"/>
                <a:gd name="connsiteX2224" fmla="*/ 4332552 w 5860123"/>
                <a:gd name="connsiteY2224" fmla="*/ 973851 h 4856353"/>
                <a:gd name="connsiteX2225" fmla="*/ 4343981 w 5860123"/>
                <a:gd name="connsiteY2225" fmla="*/ 974803 h 4856353"/>
                <a:gd name="connsiteX2226" fmla="*/ 4358269 w 5860123"/>
                <a:gd name="connsiteY2226" fmla="*/ 981471 h 4856353"/>
                <a:gd name="connsiteX2227" fmla="*/ 4364937 w 5860123"/>
                <a:gd name="connsiteY2227" fmla="*/ 975756 h 4856353"/>
                <a:gd name="connsiteX2228" fmla="*/ 4385891 w 5860123"/>
                <a:gd name="connsiteY2228" fmla="*/ 958611 h 4856353"/>
                <a:gd name="connsiteX2229" fmla="*/ 4403037 w 5860123"/>
                <a:gd name="connsiteY2229" fmla="*/ 950038 h 4856353"/>
                <a:gd name="connsiteX2230" fmla="*/ 4417324 w 5860123"/>
                <a:gd name="connsiteY2230" fmla="*/ 949086 h 4856353"/>
                <a:gd name="connsiteX2231" fmla="*/ 4434469 w 5860123"/>
                <a:gd name="connsiteY2231" fmla="*/ 948133 h 4856353"/>
                <a:gd name="connsiteX2232" fmla="*/ 4447804 w 5860123"/>
                <a:gd name="connsiteY2232" fmla="*/ 947181 h 4856353"/>
                <a:gd name="connsiteX2233" fmla="*/ 4457329 w 5860123"/>
                <a:gd name="connsiteY2233" fmla="*/ 938608 h 4856353"/>
                <a:gd name="connsiteX2234" fmla="*/ 4466854 w 5860123"/>
                <a:gd name="connsiteY2234" fmla="*/ 943371 h 4856353"/>
                <a:gd name="connsiteX2235" fmla="*/ 4483047 w 5860123"/>
                <a:gd name="connsiteY2235" fmla="*/ 952896 h 4856353"/>
                <a:gd name="connsiteX2236" fmla="*/ 4495429 w 5860123"/>
                <a:gd name="connsiteY2236" fmla="*/ 953848 h 4856353"/>
                <a:gd name="connsiteX2237" fmla="*/ 4509716 w 5860123"/>
                <a:gd name="connsiteY2237" fmla="*/ 951943 h 4856353"/>
                <a:gd name="connsiteX2238" fmla="*/ 4529719 w 5860123"/>
                <a:gd name="connsiteY2238" fmla="*/ 952896 h 4856353"/>
                <a:gd name="connsiteX2239" fmla="*/ 4537339 w 5860123"/>
                <a:gd name="connsiteY2239" fmla="*/ 950991 h 4856353"/>
                <a:gd name="connsiteX2240" fmla="*/ 4542102 w 5860123"/>
                <a:gd name="connsiteY2240" fmla="*/ 942418 h 4856353"/>
                <a:gd name="connsiteX2241" fmla="*/ 4548769 w 5860123"/>
                <a:gd name="connsiteY2241" fmla="*/ 935751 h 4856353"/>
                <a:gd name="connsiteX2242" fmla="*/ 4547816 w 5860123"/>
                <a:gd name="connsiteY2242" fmla="*/ 916701 h 4856353"/>
                <a:gd name="connsiteX2243" fmla="*/ 4543054 w 5860123"/>
                <a:gd name="connsiteY2243" fmla="*/ 909081 h 4856353"/>
                <a:gd name="connsiteX2244" fmla="*/ 4537339 w 5860123"/>
                <a:gd name="connsiteY2244" fmla="*/ 892888 h 4856353"/>
                <a:gd name="connsiteX2245" fmla="*/ 4531624 w 5860123"/>
                <a:gd name="connsiteY2245" fmla="*/ 878601 h 4856353"/>
                <a:gd name="connsiteX2246" fmla="*/ 4529719 w 5860123"/>
                <a:gd name="connsiteY2246" fmla="*/ 876696 h 4856353"/>
                <a:gd name="connsiteX2247" fmla="*/ 4524004 w 5860123"/>
                <a:gd name="connsiteY2247" fmla="*/ 873838 h 4856353"/>
                <a:gd name="connsiteX2248" fmla="*/ 4512574 w 5860123"/>
                <a:gd name="connsiteY2248" fmla="*/ 865266 h 4856353"/>
                <a:gd name="connsiteX2249" fmla="*/ 4511622 w 5860123"/>
                <a:gd name="connsiteY2249" fmla="*/ 863361 h 4856353"/>
                <a:gd name="connsiteX2250" fmla="*/ 4504954 w 5860123"/>
                <a:gd name="connsiteY2250" fmla="*/ 855741 h 4856353"/>
                <a:gd name="connsiteX2251" fmla="*/ 4489714 w 5860123"/>
                <a:gd name="connsiteY2251" fmla="*/ 845263 h 4856353"/>
                <a:gd name="connsiteX2252" fmla="*/ 4486856 w 5860123"/>
                <a:gd name="connsiteY2252" fmla="*/ 839548 h 4856353"/>
                <a:gd name="connsiteX2253" fmla="*/ 4470664 w 5860123"/>
                <a:gd name="connsiteY2253" fmla="*/ 828118 h 4856353"/>
                <a:gd name="connsiteX2254" fmla="*/ 4463044 w 5860123"/>
                <a:gd name="connsiteY2254" fmla="*/ 816688 h 4856353"/>
                <a:gd name="connsiteX2255" fmla="*/ 4447804 w 5860123"/>
                <a:gd name="connsiteY2255" fmla="*/ 810021 h 4856353"/>
                <a:gd name="connsiteX2256" fmla="*/ 4436374 w 5860123"/>
                <a:gd name="connsiteY2256" fmla="*/ 808116 h 4856353"/>
                <a:gd name="connsiteX2257" fmla="*/ 4427802 w 5860123"/>
                <a:gd name="connsiteY2257" fmla="*/ 801448 h 4856353"/>
                <a:gd name="connsiteX2258" fmla="*/ 4417324 w 5860123"/>
                <a:gd name="connsiteY2258" fmla="*/ 786208 h 4856353"/>
                <a:gd name="connsiteX2259" fmla="*/ 4408752 w 5860123"/>
                <a:gd name="connsiteY2259" fmla="*/ 778588 h 4856353"/>
                <a:gd name="connsiteX2260" fmla="*/ 4399227 w 5860123"/>
                <a:gd name="connsiteY2260" fmla="*/ 778588 h 4856353"/>
                <a:gd name="connsiteX2261" fmla="*/ 4393512 w 5860123"/>
                <a:gd name="connsiteY2261" fmla="*/ 776683 h 4856353"/>
                <a:gd name="connsiteX2262" fmla="*/ 4383987 w 5860123"/>
                <a:gd name="connsiteY2262" fmla="*/ 776683 h 4856353"/>
                <a:gd name="connsiteX2263" fmla="*/ 4376366 w 5860123"/>
                <a:gd name="connsiteY2263" fmla="*/ 776683 h 4856353"/>
                <a:gd name="connsiteX2264" fmla="*/ 4372556 w 5860123"/>
                <a:gd name="connsiteY2264" fmla="*/ 776683 h 4856353"/>
                <a:gd name="connsiteX2265" fmla="*/ 4355412 w 5860123"/>
                <a:gd name="connsiteY2265" fmla="*/ 778588 h 4856353"/>
                <a:gd name="connsiteX2266" fmla="*/ 4346839 w 5860123"/>
                <a:gd name="connsiteY2266" fmla="*/ 782398 h 4856353"/>
                <a:gd name="connsiteX2267" fmla="*/ 4339219 w 5860123"/>
                <a:gd name="connsiteY2267" fmla="*/ 787161 h 4856353"/>
                <a:gd name="connsiteX2268" fmla="*/ 4326837 w 5860123"/>
                <a:gd name="connsiteY2268" fmla="*/ 807163 h 4856353"/>
                <a:gd name="connsiteX2269" fmla="*/ 4321122 w 5860123"/>
                <a:gd name="connsiteY2269" fmla="*/ 816688 h 4856353"/>
                <a:gd name="connsiteX2270" fmla="*/ 4313502 w 5860123"/>
                <a:gd name="connsiteY2270" fmla="*/ 827166 h 4856353"/>
                <a:gd name="connsiteX2271" fmla="*/ 4304929 w 5860123"/>
                <a:gd name="connsiteY2271" fmla="*/ 829071 h 4856353"/>
                <a:gd name="connsiteX2272" fmla="*/ 4266829 w 5860123"/>
                <a:gd name="connsiteY2272" fmla="*/ 803353 h 4856353"/>
                <a:gd name="connsiteX2273" fmla="*/ 4240159 w 5860123"/>
                <a:gd name="connsiteY2273" fmla="*/ 804306 h 4856353"/>
                <a:gd name="connsiteX2274" fmla="*/ 4225872 w 5860123"/>
                <a:gd name="connsiteY2274" fmla="*/ 810973 h 4856353"/>
                <a:gd name="connsiteX2275" fmla="*/ 4212537 w 5860123"/>
                <a:gd name="connsiteY2275" fmla="*/ 809068 h 4856353"/>
                <a:gd name="connsiteX2276" fmla="*/ 4199202 w 5860123"/>
                <a:gd name="connsiteY2276" fmla="*/ 813831 h 4856353"/>
                <a:gd name="connsiteX2277" fmla="*/ 4187771 w 5860123"/>
                <a:gd name="connsiteY2277" fmla="*/ 828118 h 4856353"/>
                <a:gd name="connsiteX2278" fmla="*/ 4179199 w 5860123"/>
                <a:gd name="connsiteY2278" fmla="*/ 832881 h 4856353"/>
                <a:gd name="connsiteX2279" fmla="*/ 4153481 w 5860123"/>
                <a:gd name="connsiteY2279" fmla="*/ 813831 h 4856353"/>
                <a:gd name="connsiteX2280" fmla="*/ 4143004 w 5860123"/>
                <a:gd name="connsiteY2280" fmla="*/ 797638 h 4856353"/>
                <a:gd name="connsiteX2281" fmla="*/ 4142051 w 5860123"/>
                <a:gd name="connsiteY2281" fmla="*/ 791923 h 4856353"/>
                <a:gd name="connsiteX2282" fmla="*/ 4140146 w 5860123"/>
                <a:gd name="connsiteY2282" fmla="*/ 782398 h 4856353"/>
                <a:gd name="connsiteX2283" fmla="*/ 4144909 w 5860123"/>
                <a:gd name="connsiteY2283" fmla="*/ 772873 h 4856353"/>
                <a:gd name="connsiteX2284" fmla="*/ 4148719 w 5860123"/>
                <a:gd name="connsiteY2284" fmla="*/ 770016 h 4856353"/>
                <a:gd name="connsiteX2285" fmla="*/ 4161101 w 5860123"/>
                <a:gd name="connsiteY2285" fmla="*/ 762396 h 4856353"/>
                <a:gd name="connsiteX2286" fmla="*/ 4163006 w 5860123"/>
                <a:gd name="connsiteY2286" fmla="*/ 756681 h 4856353"/>
                <a:gd name="connsiteX2287" fmla="*/ 4163006 w 5860123"/>
                <a:gd name="connsiteY2287" fmla="*/ 718581 h 4856353"/>
                <a:gd name="connsiteX2288" fmla="*/ 4182056 w 5860123"/>
                <a:gd name="connsiteY2288" fmla="*/ 687148 h 4856353"/>
                <a:gd name="connsiteX2289" fmla="*/ 4180151 w 5860123"/>
                <a:gd name="connsiteY2289" fmla="*/ 680481 h 4856353"/>
                <a:gd name="connsiteX2290" fmla="*/ 4180151 w 5860123"/>
                <a:gd name="connsiteY2290" fmla="*/ 669051 h 4856353"/>
                <a:gd name="connsiteX2291" fmla="*/ 4229681 w 5860123"/>
                <a:gd name="connsiteY2291" fmla="*/ 545226 h 4856353"/>
                <a:gd name="connsiteX2292" fmla="*/ 4246827 w 5860123"/>
                <a:gd name="connsiteY2292" fmla="*/ 549988 h 4856353"/>
                <a:gd name="connsiteX2293" fmla="*/ 4272544 w 5860123"/>
                <a:gd name="connsiteY2293" fmla="*/ 564276 h 4856353"/>
                <a:gd name="connsiteX2294" fmla="*/ 4290641 w 5860123"/>
                <a:gd name="connsiteY2294" fmla="*/ 566181 h 4856353"/>
                <a:gd name="connsiteX2295" fmla="*/ 4313502 w 5860123"/>
                <a:gd name="connsiteY2295" fmla="*/ 571896 h 4856353"/>
                <a:gd name="connsiteX2296" fmla="*/ 4325884 w 5860123"/>
                <a:gd name="connsiteY2296" fmla="*/ 573801 h 4856353"/>
                <a:gd name="connsiteX2297" fmla="*/ 4339219 w 5860123"/>
                <a:gd name="connsiteY2297" fmla="*/ 565229 h 4856353"/>
                <a:gd name="connsiteX2298" fmla="*/ 4358269 w 5860123"/>
                <a:gd name="connsiteY2298" fmla="*/ 556657 h 4856353"/>
                <a:gd name="connsiteX2299" fmla="*/ 4373509 w 5860123"/>
                <a:gd name="connsiteY2299" fmla="*/ 540464 h 4856353"/>
                <a:gd name="connsiteX2300" fmla="*/ 4381129 w 5860123"/>
                <a:gd name="connsiteY2300" fmla="*/ 532844 h 4856353"/>
                <a:gd name="connsiteX2301" fmla="*/ 4391606 w 5860123"/>
                <a:gd name="connsiteY2301" fmla="*/ 520461 h 4856353"/>
                <a:gd name="connsiteX2302" fmla="*/ 4411609 w 5860123"/>
                <a:gd name="connsiteY2302" fmla="*/ 515698 h 4856353"/>
                <a:gd name="connsiteX2303" fmla="*/ 4433516 w 5860123"/>
                <a:gd name="connsiteY2303" fmla="*/ 506173 h 4856353"/>
                <a:gd name="connsiteX2304" fmla="*/ 4445899 w 5860123"/>
                <a:gd name="connsiteY2304" fmla="*/ 496649 h 4856353"/>
                <a:gd name="connsiteX2305" fmla="*/ 4452566 w 5860123"/>
                <a:gd name="connsiteY2305" fmla="*/ 488076 h 4856353"/>
                <a:gd name="connsiteX2306" fmla="*/ 4457329 w 5860123"/>
                <a:gd name="connsiteY2306" fmla="*/ 476647 h 4856353"/>
                <a:gd name="connsiteX2307" fmla="*/ 4456377 w 5860123"/>
                <a:gd name="connsiteY2307" fmla="*/ 467122 h 4856353"/>
                <a:gd name="connsiteX2308" fmla="*/ 4452566 w 5860123"/>
                <a:gd name="connsiteY2308" fmla="*/ 458548 h 4856353"/>
                <a:gd name="connsiteX2309" fmla="*/ 4438279 w 5860123"/>
                <a:gd name="connsiteY2309" fmla="*/ 457597 h 4856353"/>
                <a:gd name="connsiteX2310" fmla="*/ 4440184 w 5860123"/>
                <a:gd name="connsiteY2310" fmla="*/ 449024 h 4856353"/>
                <a:gd name="connsiteX2311" fmla="*/ 4445899 w 5860123"/>
                <a:gd name="connsiteY2311" fmla="*/ 432831 h 4856353"/>
                <a:gd name="connsiteX2312" fmla="*/ 4456377 w 5860123"/>
                <a:gd name="connsiteY2312" fmla="*/ 414734 h 4856353"/>
                <a:gd name="connsiteX2313" fmla="*/ 4463044 w 5860123"/>
                <a:gd name="connsiteY2313" fmla="*/ 385207 h 4856353"/>
                <a:gd name="connsiteX2314" fmla="*/ 4476379 w 5860123"/>
                <a:gd name="connsiteY2314" fmla="*/ 366156 h 4856353"/>
                <a:gd name="connsiteX2315" fmla="*/ 4482094 w 5860123"/>
                <a:gd name="connsiteY2315" fmla="*/ 346153 h 4856353"/>
                <a:gd name="connsiteX2316" fmla="*/ 4485904 w 5860123"/>
                <a:gd name="connsiteY2316" fmla="*/ 331866 h 4856353"/>
                <a:gd name="connsiteX2317" fmla="*/ 4492572 w 5860123"/>
                <a:gd name="connsiteY2317" fmla="*/ 320436 h 4856353"/>
                <a:gd name="connsiteX2318" fmla="*/ 4493524 w 5860123"/>
                <a:gd name="connsiteY2318" fmla="*/ 313768 h 4856353"/>
                <a:gd name="connsiteX2319" fmla="*/ 4496381 w 5860123"/>
                <a:gd name="connsiteY2319" fmla="*/ 306148 h 4856353"/>
                <a:gd name="connsiteX2320" fmla="*/ 4501144 w 5860123"/>
                <a:gd name="connsiteY2320" fmla="*/ 285193 h 4856353"/>
                <a:gd name="connsiteX2321" fmla="*/ 4504954 w 5860123"/>
                <a:gd name="connsiteY2321" fmla="*/ 272811 h 4856353"/>
                <a:gd name="connsiteX2322" fmla="*/ 4512574 w 5860123"/>
                <a:gd name="connsiteY2322" fmla="*/ 266143 h 4856353"/>
                <a:gd name="connsiteX2323" fmla="*/ 4523052 w 5860123"/>
                <a:gd name="connsiteY2323" fmla="*/ 253761 h 4856353"/>
                <a:gd name="connsiteX2324" fmla="*/ 4532577 w 5860123"/>
                <a:gd name="connsiteY2324" fmla="*/ 244236 h 4856353"/>
                <a:gd name="connsiteX2325" fmla="*/ 4544006 w 5860123"/>
                <a:gd name="connsiteY2325" fmla="*/ 237568 h 4856353"/>
                <a:gd name="connsiteX2326" fmla="*/ 4548769 w 5860123"/>
                <a:gd name="connsiteY2326" fmla="*/ 226138 h 4856353"/>
                <a:gd name="connsiteX2327" fmla="*/ 4547816 w 5860123"/>
                <a:gd name="connsiteY2327" fmla="*/ 218518 h 4856353"/>
                <a:gd name="connsiteX2328" fmla="*/ 4552579 w 5860123"/>
                <a:gd name="connsiteY2328" fmla="*/ 208993 h 4856353"/>
                <a:gd name="connsiteX2329" fmla="*/ 4544006 w 5860123"/>
                <a:gd name="connsiteY2329" fmla="*/ 192801 h 4856353"/>
                <a:gd name="connsiteX2330" fmla="*/ 4540197 w 5860123"/>
                <a:gd name="connsiteY2330" fmla="*/ 176608 h 4856353"/>
                <a:gd name="connsiteX2331" fmla="*/ 4541149 w 5860123"/>
                <a:gd name="connsiteY2331" fmla="*/ 164226 h 4856353"/>
                <a:gd name="connsiteX2332" fmla="*/ 4524956 w 5860123"/>
                <a:gd name="connsiteY2332" fmla="*/ 151843 h 4856353"/>
                <a:gd name="connsiteX2333" fmla="*/ 4502097 w 5860123"/>
                <a:gd name="connsiteY2333" fmla="*/ 160416 h 4856353"/>
                <a:gd name="connsiteX2334" fmla="*/ 4487809 w 5860123"/>
                <a:gd name="connsiteY2334" fmla="*/ 151843 h 4856353"/>
                <a:gd name="connsiteX2335" fmla="*/ 4488762 w 5860123"/>
                <a:gd name="connsiteY2335" fmla="*/ 146128 h 4856353"/>
                <a:gd name="connsiteX2336" fmla="*/ 4484952 w 5860123"/>
                <a:gd name="connsiteY2336" fmla="*/ 139461 h 4856353"/>
                <a:gd name="connsiteX2337" fmla="*/ 4493524 w 5860123"/>
                <a:gd name="connsiteY2337" fmla="*/ 130888 h 4856353"/>
                <a:gd name="connsiteX2338" fmla="*/ 4509716 w 5860123"/>
                <a:gd name="connsiteY2338" fmla="*/ 109933 h 4856353"/>
                <a:gd name="connsiteX2339" fmla="*/ 4519241 w 5860123"/>
                <a:gd name="connsiteY2339" fmla="*/ 96598 h 4856353"/>
                <a:gd name="connsiteX2340" fmla="*/ 4527814 w 5860123"/>
                <a:gd name="connsiteY2340" fmla="*/ 85168 h 4856353"/>
                <a:gd name="connsiteX2341" fmla="*/ 4531624 w 5860123"/>
                <a:gd name="connsiteY2341" fmla="*/ 77547 h 4856353"/>
                <a:gd name="connsiteX2342" fmla="*/ 4539244 w 5860123"/>
                <a:gd name="connsiteY2342" fmla="*/ 65165 h 4856353"/>
                <a:gd name="connsiteX2343" fmla="*/ 4553531 w 5860123"/>
                <a:gd name="connsiteY2343" fmla="*/ 62307 h 4856353"/>
                <a:gd name="connsiteX2344" fmla="*/ 4562104 w 5860123"/>
                <a:gd name="connsiteY2344" fmla="*/ 61355 h 4856353"/>
                <a:gd name="connsiteX2345" fmla="*/ 4585916 w 5860123"/>
                <a:gd name="connsiteY2345" fmla="*/ 54687 h 4856353"/>
                <a:gd name="connsiteX2346" fmla="*/ 4598299 w 5860123"/>
                <a:gd name="connsiteY2346" fmla="*/ 48972 h 4856353"/>
                <a:gd name="connsiteX2347" fmla="*/ 4617349 w 5860123"/>
                <a:gd name="connsiteY2347" fmla="*/ 38496 h 4856353"/>
                <a:gd name="connsiteX2348" fmla="*/ 4632589 w 5860123"/>
                <a:gd name="connsiteY2348" fmla="*/ 35637 h 4856353"/>
                <a:gd name="connsiteX2349" fmla="*/ 4646877 w 5860123"/>
                <a:gd name="connsiteY2349" fmla="*/ 28017 h 4856353"/>
                <a:gd name="connsiteX2350" fmla="*/ 4662116 w 5860123"/>
                <a:gd name="connsiteY2350" fmla="*/ 25160 h 4856353"/>
                <a:gd name="connsiteX2351" fmla="*/ 4678309 w 5860123"/>
                <a:gd name="connsiteY2351" fmla="*/ 24207 h 4856353"/>
                <a:gd name="connsiteX2352" fmla="*/ 4694502 w 5860123"/>
                <a:gd name="connsiteY2352" fmla="*/ 22302 h 4856353"/>
                <a:gd name="connsiteX2353" fmla="*/ 4709741 w 5860123"/>
                <a:gd name="connsiteY2353" fmla="*/ 16587 h 4856353"/>
                <a:gd name="connsiteX2354" fmla="*/ 4721172 w 5860123"/>
                <a:gd name="connsiteY2354" fmla="*/ 11825 h 4856353"/>
                <a:gd name="connsiteX2355" fmla="*/ 4730697 w 5860123"/>
                <a:gd name="connsiteY2355" fmla="*/ 6110 h 4856353"/>
                <a:gd name="connsiteX2356" fmla="*/ 4743079 w 5860123"/>
                <a:gd name="connsiteY2356" fmla="*/ 3252 h 4856353"/>
                <a:gd name="connsiteX2357" fmla="*/ 4753556 w 5860123"/>
                <a:gd name="connsiteY2357" fmla="*/ 3252 h 4856353"/>
                <a:gd name="connsiteX2358" fmla="*/ 4756533 w 5860123"/>
                <a:gd name="connsiteY2358" fmla="*/ 276 h 485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</a:cxnLst>
              <a:rect l="l" t="t" r="r" b="b"/>
              <a:pathLst>
                <a:path w="5860123" h="4856353">
                  <a:moveTo>
                    <a:pt x="3762004" y="4605373"/>
                  </a:moveTo>
                  <a:cubicBezTo>
                    <a:pt x="3765814" y="4605730"/>
                    <a:pt x="3770100" y="4608111"/>
                    <a:pt x="3773434" y="4611445"/>
                  </a:cubicBezTo>
                  <a:cubicBezTo>
                    <a:pt x="3780102" y="4618112"/>
                    <a:pt x="3783912" y="4620017"/>
                    <a:pt x="3793437" y="4620970"/>
                  </a:cubicBezTo>
                  <a:cubicBezTo>
                    <a:pt x="3802962" y="4622875"/>
                    <a:pt x="3803914" y="4631447"/>
                    <a:pt x="3805819" y="4644782"/>
                  </a:cubicBezTo>
                  <a:cubicBezTo>
                    <a:pt x="3807724" y="4658117"/>
                    <a:pt x="3806771" y="4667642"/>
                    <a:pt x="3794389" y="4677167"/>
                  </a:cubicBezTo>
                  <a:cubicBezTo>
                    <a:pt x="3781054" y="4686692"/>
                    <a:pt x="3780102" y="4686692"/>
                    <a:pt x="3768671" y="4701932"/>
                  </a:cubicBezTo>
                  <a:cubicBezTo>
                    <a:pt x="3757241" y="4718125"/>
                    <a:pt x="3748669" y="4742890"/>
                    <a:pt x="3744859" y="4763845"/>
                  </a:cubicBezTo>
                  <a:cubicBezTo>
                    <a:pt x="3741049" y="4784800"/>
                    <a:pt x="3737239" y="4791467"/>
                    <a:pt x="3720094" y="4795277"/>
                  </a:cubicBezTo>
                  <a:cubicBezTo>
                    <a:pt x="3701996" y="4799087"/>
                    <a:pt x="3696281" y="4809565"/>
                    <a:pt x="3691519" y="4820995"/>
                  </a:cubicBezTo>
                  <a:cubicBezTo>
                    <a:pt x="3685804" y="4833377"/>
                    <a:pt x="3679137" y="4830520"/>
                    <a:pt x="3663896" y="4830520"/>
                  </a:cubicBezTo>
                  <a:cubicBezTo>
                    <a:pt x="3648656" y="4830520"/>
                    <a:pt x="3642941" y="4839092"/>
                    <a:pt x="3636274" y="4847665"/>
                  </a:cubicBezTo>
                  <a:cubicBezTo>
                    <a:pt x="3629606" y="4856237"/>
                    <a:pt x="3620081" y="4859095"/>
                    <a:pt x="3611509" y="4853380"/>
                  </a:cubicBezTo>
                  <a:cubicBezTo>
                    <a:pt x="3602937" y="4848617"/>
                    <a:pt x="3595316" y="4844807"/>
                    <a:pt x="3578171" y="4843855"/>
                  </a:cubicBezTo>
                  <a:cubicBezTo>
                    <a:pt x="3561027" y="4842902"/>
                    <a:pt x="3547691" y="4834330"/>
                    <a:pt x="3525784" y="4823852"/>
                  </a:cubicBezTo>
                  <a:cubicBezTo>
                    <a:pt x="3503877" y="4813375"/>
                    <a:pt x="3501019" y="4809565"/>
                    <a:pt x="3503877" y="4797182"/>
                  </a:cubicBezTo>
                  <a:cubicBezTo>
                    <a:pt x="3506734" y="4783847"/>
                    <a:pt x="3502924" y="4779085"/>
                    <a:pt x="3500066" y="4772417"/>
                  </a:cubicBezTo>
                  <a:cubicBezTo>
                    <a:pt x="3497209" y="4765750"/>
                    <a:pt x="3498162" y="4738127"/>
                    <a:pt x="3498162" y="4724792"/>
                  </a:cubicBezTo>
                  <a:cubicBezTo>
                    <a:pt x="3498162" y="4711457"/>
                    <a:pt x="3503877" y="4706695"/>
                    <a:pt x="3517212" y="4695265"/>
                  </a:cubicBezTo>
                  <a:cubicBezTo>
                    <a:pt x="3530546" y="4683835"/>
                    <a:pt x="3533404" y="4687645"/>
                    <a:pt x="3542929" y="4678120"/>
                  </a:cubicBezTo>
                  <a:cubicBezTo>
                    <a:pt x="3552454" y="4668595"/>
                    <a:pt x="3557216" y="4669547"/>
                    <a:pt x="3563884" y="4665737"/>
                  </a:cubicBezTo>
                  <a:cubicBezTo>
                    <a:pt x="3570552" y="4661927"/>
                    <a:pt x="3568646" y="4660022"/>
                    <a:pt x="3568646" y="4652402"/>
                  </a:cubicBezTo>
                  <a:cubicBezTo>
                    <a:pt x="3566741" y="4643830"/>
                    <a:pt x="3568646" y="4644782"/>
                    <a:pt x="3574362" y="4640020"/>
                  </a:cubicBezTo>
                  <a:cubicBezTo>
                    <a:pt x="3581029" y="4635257"/>
                    <a:pt x="3587696" y="4632400"/>
                    <a:pt x="3601031" y="4637162"/>
                  </a:cubicBezTo>
                  <a:cubicBezTo>
                    <a:pt x="3614366" y="4641925"/>
                    <a:pt x="3613414" y="4638115"/>
                    <a:pt x="3616271" y="4627637"/>
                  </a:cubicBezTo>
                  <a:cubicBezTo>
                    <a:pt x="3619129" y="4617160"/>
                    <a:pt x="3633416" y="4619065"/>
                    <a:pt x="3653419" y="4624780"/>
                  </a:cubicBezTo>
                  <a:cubicBezTo>
                    <a:pt x="3673421" y="4630495"/>
                    <a:pt x="3681994" y="4627637"/>
                    <a:pt x="3695329" y="4617160"/>
                  </a:cubicBezTo>
                  <a:cubicBezTo>
                    <a:pt x="3708664" y="4606682"/>
                    <a:pt x="3725809" y="4608587"/>
                    <a:pt x="3738191" y="4614302"/>
                  </a:cubicBezTo>
                  <a:cubicBezTo>
                    <a:pt x="3750574" y="4620017"/>
                    <a:pt x="3750574" y="4620017"/>
                    <a:pt x="3753431" y="4611445"/>
                  </a:cubicBezTo>
                  <a:cubicBezTo>
                    <a:pt x="3754860" y="4606683"/>
                    <a:pt x="3758194" y="4605016"/>
                    <a:pt x="3762004" y="4605373"/>
                  </a:cubicBezTo>
                  <a:close/>
                  <a:moveTo>
                    <a:pt x="4529719" y="4482858"/>
                  </a:moveTo>
                  <a:cubicBezTo>
                    <a:pt x="4538291" y="4485715"/>
                    <a:pt x="4531624" y="4500002"/>
                    <a:pt x="4523051" y="4493335"/>
                  </a:cubicBezTo>
                  <a:cubicBezTo>
                    <a:pt x="4514479" y="4486667"/>
                    <a:pt x="4521146" y="4480000"/>
                    <a:pt x="4529719" y="4482858"/>
                  </a:cubicBezTo>
                  <a:close/>
                  <a:moveTo>
                    <a:pt x="3720809" y="4475953"/>
                  </a:moveTo>
                  <a:cubicBezTo>
                    <a:pt x="3724381" y="4475239"/>
                    <a:pt x="3728667" y="4475715"/>
                    <a:pt x="3733429" y="4477143"/>
                  </a:cubicBezTo>
                  <a:cubicBezTo>
                    <a:pt x="3742954" y="4480000"/>
                    <a:pt x="3742954" y="4483811"/>
                    <a:pt x="3741049" y="4489525"/>
                  </a:cubicBezTo>
                  <a:cubicBezTo>
                    <a:pt x="3739144" y="4495240"/>
                    <a:pt x="3731524" y="4492383"/>
                    <a:pt x="3728666" y="4487620"/>
                  </a:cubicBezTo>
                  <a:cubicBezTo>
                    <a:pt x="3724856" y="4482858"/>
                    <a:pt x="3716284" y="4488573"/>
                    <a:pt x="3711521" y="4489525"/>
                  </a:cubicBezTo>
                  <a:cubicBezTo>
                    <a:pt x="3706759" y="4490478"/>
                    <a:pt x="3708664" y="4487620"/>
                    <a:pt x="3712474" y="4481905"/>
                  </a:cubicBezTo>
                  <a:cubicBezTo>
                    <a:pt x="3714379" y="4478572"/>
                    <a:pt x="3717237" y="4476667"/>
                    <a:pt x="3720809" y="4475953"/>
                  </a:cubicBezTo>
                  <a:close/>
                  <a:moveTo>
                    <a:pt x="3552453" y="4475237"/>
                  </a:moveTo>
                  <a:cubicBezTo>
                    <a:pt x="3557216" y="4475237"/>
                    <a:pt x="3558168" y="4478095"/>
                    <a:pt x="3554358" y="4481905"/>
                  </a:cubicBezTo>
                  <a:cubicBezTo>
                    <a:pt x="3549596" y="4485715"/>
                    <a:pt x="3551501" y="4484762"/>
                    <a:pt x="3549596" y="4484762"/>
                  </a:cubicBezTo>
                  <a:cubicBezTo>
                    <a:pt x="3547691" y="4484762"/>
                    <a:pt x="3545786" y="4482857"/>
                    <a:pt x="3546739" y="4479047"/>
                  </a:cubicBezTo>
                  <a:cubicBezTo>
                    <a:pt x="3547691" y="4476190"/>
                    <a:pt x="3548643" y="4475237"/>
                    <a:pt x="3552453" y="4475237"/>
                  </a:cubicBezTo>
                  <a:close/>
                  <a:moveTo>
                    <a:pt x="4419229" y="4458092"/>
                  </a:moveTo>
                  <a:cubicBezTo>
                    <a:pt x="4427801" y="4461902"/>
                    <a:pt x="4421134" y="4475237"/>
                    <a:pt x="4412561" y="4468570"/>
                  </a:cubicBezTo>
                  <a:cubicBezTo>
                    <a:pt x="4403989" y="4461902"/>
                    <a:pt x="4410656" y="4455235"/>
                    <a:pt x="4419229" y="4458092"/>
                  </a:cubicBezTo>
                  <a:close/>
                  <a:moveTo>
                    <a:pt x="4428754" y="4436186"/>
                  </a:moveTo>
                  <a:cubicBezTo>
                    <a:pt x="4436374" y="4439043"/>
                    <a:pt x="4430659" y="4453330"/>
                    <a:pt x="4422086" y="4446663"/>
                  </a:cubicBezTo>
                  <a:cubicBezTo>
                    <a:pt x="4413514" y="4439995"/>
                    <a:pt x="4420181" y="4433328"/>
                    <a:pt x="4428754" y="4436186"/>
                  </a:cubicBezTo>
                  <a:close/>
                  <a:moveTo>
                    <a:pt x="4005844" y="4385702"/>
                  </a:moveTo>
                  <a:cubicBezTo>
                    <a:pt x="4009654" y="4385702"/>
                    <a:pt x="4006796" y="4390465"/>
                    <a:pt x="4002986" y="4397132"/>
                  </a:cubicBezTo>
                  <a:cubicBezTo>
                    <a:pt x="3999176" y="4404752"/>
                    <a:pt x="3992509" y="4403800"/>
                    <a:pt x="3988699" y="4402847"/>
                  </a:cubicBezTo>
                  <a:cubicBezTo>
                    <a:pt x="3984889" y="4401895"/>
                    <a:pt x="3995366" y="4395227"/>
                    <a:pt x="3996319" y="4391417"/>
                  </a:cubicBezTo>
                  <a:cubicBezTo>
                    <a:pt x="3996319" y="4387607"/>
                    <a:pt x="4002034" y="4385702"/>
                    <a:pt x="4005844" y="4385702"/>
                  </a:cubicBezTo>
                  <a:close/>
                  <a:moveTo>
                    <a:pt x="4029656" y="4376177"/>
                  </a:moveTo>
                  <a:cubicBezTo>
                    <a:pt x="4032514" y="4374272"/>
                    <a:pt x="4037277" y="4380940"/>
                    <a:pt x="4031562" y="4386655"/>
                  </a:cubicBezTo>
                  <a:cubicBezTo>
                    <a:pt x="4025846" y="4392370"/>
                    <a:pt x="4026799" y="4395227"/>
                    <a:pt x="4024894" y="4401895"/>
                  </a:cubicBezTo>
                  <a:cubicBezTo>
                    <a:pt x="4022989" y="4408562"/>
                    <a:pt x="4020131" y="4405705"/>
                    <a:pt x="4017274" y="4394274"/>
                  </a:cubicBezTo>
                  <a:cubicBezTo>
                    <a:pt x="4015369" y="4381892"/>
                    <a:pt x="4026799" y="4378082"/>
                    <a:pt x="4029656" y="4376177"/>
                  </a:cubicBezTo>
                  <a:close/>
                  <a:moveTo>
                    <a:pt x="4175626" y="4298072"/>
                  </a:moveTo>
                  <a:cubicBezTo>
                    <a:pt x="4177294" y="4299263"/>
                    <a:pt x="4177770" y="4301882"/>
                    <a:pt x="4177293" y="4304740"/>
                  </a:cubicBezTo>
                  <a:cubicBezTo>
                    <a:pt x="4176340" y="4309502"/>
                    <a:pt x="4172530" y="4311407"/>
                    <a:pt x="4165863" y="4312360"/>
                  </a:cubicBezTo>
                  <a:cubicBezTo>
                    <a:pt x="4159196" y="4313312"/>
                    <a:pt x="4157290" y="4312360"/>
                    <a:pt x="4156338" y="4307597"/>
                  </a:cubicBezTo>
                  <a:cubicBezTo>
                    <a:pt x="4155386" y="4302835"/>
                    <a:pt x="4158243" y="4305692"/>
                    <a:pt x="4166815" y="4299977"/>
                  </a:cubicBezTo>
                  <a:cubicBezTo>
                    <a:pt x="4171102" y="4297120"/>
                    <a:pt x="4173960" y="4296882"/>
                    <a:pt x="4175626" y="4298072"/>
                  </a:cubicBezTo>
                  <a:close/>
                  <a:moveTo>
                    <a:pt x="5120269" y="4247590"/>
                  </a:moveTo>
                  <a:cubicBezTo>
                    <a:pt x="5125983" y="4249495"/>
                    <a:pt x="5130746" y="4265687"/>
                    <a:pt x="5120269" y="4259973"/>
                  </a:cubicBezTo>
                  <a:cubicBezTo>
                    <a:pt x="5109791" y="4254257"/>
                    <a:pt x="5114553" y="4245685"/>
                    <a:pt x="5120269" y="4247590"/>
                  </a:cubicBezTo>
                  <a:close/>
                  <a:moveTo>
                    <a:pt x="5101219" y="4170437"/>
                  </a:moveTo>
                  <a:cubicBezTo>
                    <a:pt x="5102171" y="4172342"/>
                    <a:pt x="5103124" y="4170437"/>
                    <a:pt x="5103124" y="4170437"/>
                  </a:cubicBezTo>
                  <a:lnTo>
                    <a:pt x="5105029" y="4171390"/>
                  </a:lnTo>
                  <a:cubicBezTo>
                    <a:pt x="5105029" y="4171390"/>
                    <a:pt x="5105981" y="4173295"/>
                    <a:pt x="5104076" y="4175200"/>
                  </a:cubicBezTo>
                  <a:cubicBezTo>
                    <a:pt x="5102171" y="4177105"/>
                    <a:pt x="5100266" y="4176152"/>
                    <a:pt x="5100266" y="4174247"/>
                  </a:cubicBezTo>
                  <a:cubicBezTo>
                    <a:pt x="5100266" y="4172342"/>
                    <a:pt x="5100266" y="4173295"/>
                    <a:pt x="5099314" y="4171390"/>
                  </a:cubicBezTo>
                  <a:cubicBezTo>
                    <a:pt x="5098361" y="4170437"/>
                    <a:pt x="5100266" y="4168532"/>
                    <a:pt x="5101219" y="4170437"/>
                  </a:cubicBezTo>
                  <a:close/>
                  <a:moveTo>
                    <a:pt x="4548768" y="4116145"/>
                  </a:moveTo>
                  <a:cubicBezTo>
                    <a:pt x="4555436" y="4114240"/>
                    <a:pt x="4557340" y="4118050"/>
                    <a:pt x="4555436" y="4122812"/>
                  </a:cubicBezTo>
                  <a:cubicBezTo>
                    <a:pt x="4553530" y="4127575"/>
                    <a:pt x="4549721" y="4127575"/>
                    <a:pt x="4540196" y="4128528"/>
                  </a:cubicBezTo>
                  <a:cubicBezTo>
                    <a:pt x="4530671" y="4129480"/>
                    <a:pt x="4530671" y="4123765"/>
                    <a:pt x="4537338" y="4119955"/>
                  </a:cubicBezTo>
                  <a:cubicBezTo>
                    <a:pt x="4544005" y="4116145"/>
                    <a:pt x="4542101" y="4118050"/>
                    <a:pt x="4548768" y="4116145"/>
                  </a:cubicBezTo>
                  <a:close/>
                  <a:moveTo>
                    <a:pt x="4845949" y="4108525"/>
                  </a:moveTo>
                  <a:cubicBezTo>
                    <a:pt x="4846901" y="4110430"/>
                    <a:pt x="4847854" y="4108525"/>
                    <a:pt x="4847854" y="4108525"/>
                  </a:cubicBezTo>
                  <a:lnTo>
                    <a:pt x="4849759" y="4109478"/>
                  </a:lnTo>
                  <a:cubicBezTo>
                    <a:pt x="4849759" y="4109478"/>
                    <a:pt x="4850711" y="4111383"/>
                    <a:pt x="4848806" y="4113288"/>
                  </a:cubicBezTo>
                  <a:cubicBezTo>
                    <a:pt x="4846901" y="4115193"/>
                    <a:pt x="4844996" y="4114240"/>
                    <a:pt x="4844996" y="4112335"/>
                  </a:cubicBezTo>
                  <a:cubicBezTo>
                    <a:pt x="4844996" y="4110430"/>
                    <a:pt x="4844996" y="4111383"/>
                    <a:pt x="4844044" y="4109478"/>
                  </a:cubicBezTo>
                  <a:cubicBezTo>
                    <a:pt x="4843091" y="4108525"/>
                    <a:pt x="4844996" y="4106620"/>
                    <a:pt x="4845949" y="4108525"/>
                  </a:cubicBezTo>
                  <a:close/>
                  <a:moveTo>
                    <a:pt x="4590679" y="4078403"/>
                  </a:moveTo>
                  <a:cubicBezTo>
                    <a:pt x="4593537" y="4077093"/>
                    <a:pt x="4595918" y="4077093"/>
                    <a:pt x="4596394" y="4078998"/>
                  </a:cubicBezTo>
                  <a:cubicBezTo>
                    <a:pt x="4597346" y="4083760"/>
                    <a:pt x="4596394" y="4086618"/>
                    <a:pt x="4591631" y="4093285"/>
                  </a:cubicBezTo>
                  <a:cubicBezTo>
                    <a:pt x="4586869" y="4099953"/>
                    <a:pt x="4583059" y="4100905"/>
                    <a:pt x="4580201" y="4099953"/>
                  </a:cubicBezTo>
                  <a:cubicBezTo>
                    <a:pt x="4577344" y="4098048"/>
                    <a:pt x="4576391" y="4092333"/>
                    <a:pt x="4582106" y="4085665"/>
                  </a:cubicBezTo>
                  <a:cubicBezTo>
                    <a:pt x="4584488" y="4082332"/>
                    <a:pt x="4587822" y="4079712"/>
                    <a:pt x="4590679" y="4078403"/>
                  </a:cubicBezTo>
                  <a:close/>
                  <a:moveTo>
                    <a:pt x="4856188" y="4070902"/>
                  </a:moveTo>
                  <a:cubicBezTo>
                    <a:pt x="4857855" y="4072092"/>
                    <a:pt x="4859760" y="4074235"/>
                    <a:pt x="4861188" y="4076140"/>
                  </a:cubicBezTo>
                  <a:cubicBezTo>
                    <a:pt x="4863093" y="4079950"/>
                    <a:pt x="4866903" y="4079950"/>
                    <a:pt x="4864046" y="4084713"/>
                  </a:cubicBezTo>
                  <a:cubicBezTo>
                    <a:pt x="4861188" y="4090428"/>
                    <a:pt x="4856426" y="4091380"/>
                    <a:pt x="4851663" y="4088523"/>
                  </a:cubicBezTo>
                  <a:cubicBezTo>
                    <a:pt x="4846901" y="4085665"/>
                    <a:pt x="4852616" y="4078045"/>
                    <a:pt x="4852616" y="4078045"/>
                  </a:cubicBezTo>
                  <a:cubicBezTo>
                    <a:pt x="4852616" y="4078045"/>
                    <a:pt x="4850711" y="4075188"/>
                    <a:pt x="4852616" y="4071378"/>
                  </a:cubicBezTo>
                  <a:cubicBezTo>
                    <a:pt x="4853092" y="4069473"/>
                    <a:pt x="4854521" y="4069711"/>
                    <a:pt x="4856188" y="4070902"/>
                  </a:cubicBezTo>
                  <a:close/>
                  <a:moveTo>
                    <a:pt x="4700216" y="3966603"/>
                  </a:moveTo>
                  <a:cubicBezTo>
                    <a:pt x="4703074" y="3964698"/>
                    <a:pt x="4706883" y="3965650"/>
                    <a:pt x="4708789" y="3969460"/>
                  </a:cubicBezTo>
                  <a:cubicBezTo>
                    <a:pt x="4709741" y="3973270"/>
                    <a:pt x="4709741" y="3972318"/>
                    <a:pt x="4706883" y="3978985"/>
                  </a:cubicBezTo>
                  <a:cubicBezTo>
                    <a:pt x="4704026" y="3984700"/>
                    <a:pt x="4696406" y="3984700"/>
                    <a:pt x="4690691" y="3985653"/>
                  </a:cubicBezTo>
                  <a:cubicBezTo>
                    <a:pt x="4685928" y="3986605"/>
                    <a:pt x="4684976" y="3976128"/>
                    <a:pt x="4692596" y="3973270"/>
                  </a:cubicBezTo>
                  <a:cubicBezTo>
                    <a:pt x="4700216" y="3970412"/>
                    <a:pt x="4696406" y="3969460"/>
                    <a:pt x="4700216" y="3966603"/>
                  </a:cubicBezTo>
                  <a:close/>
                  <a:moveTo>
                    <a:pt x="5072525" y="3821704"/>
                  </a:moveTo>
                  <a:cubicBezTo>
                    <a:pt x="5077644" y="3823252"/>
                    <a:pt x="5083121" y="3827538"/>
                    <a:pt x="5086931" y="3832300"/>
                  </a:cubicBezTo>
                  <a:cubicBezTo>
                    <a:pt x="5095503" y="3841825"/>
                    <a:pt x="5100266" y="3838015"/>
                    <a:pt x="5111696" y="3839920"/>
                  </a:cubicBezTo>
                  <a:cubicBezTo>
                    <a:pt x="5122173" y="3841825"/>
                    <a:pt x="5124078" y="3856112"/>
                    <a:pt x="5114553" y="3870400"/>
                  </a:cubicBezTo>
                  <a:cubicBezTo>
                    <a:pt x="5105028" y="3884687"/>
                    <a:pt x="5108838" y="3881830"/>
                    <a:pt x="5115506" y="3905643"/>
                  </a:cubicBezTo>
                  <a:cubicBezTo>
                    <a:pt x="5121221" y="3929455"/>
                    <a:pt x="5115506" y="3942790"/>
                    <a:pt x="5106933" y="3958983"/>
                  </a:cubicBezTo>
                  <a:cubicBezTo>
                    <a:pt x="5099313" y="3975175"/>
                    <a:pt x="5099313" y="3984700"/>
                    <a:pt x="5100266" y="3998987"/>
                  </a:cubicBezTo>
                  <a:cubicBezTo>
                    <a:pt x="5101219" y="4013275"/>
                    <a:pt x="5097408" y="4019943"/>
                    <a:pt x="5094551" y="4049470"/>
                  </a:cubicBezTo>
                  <a:cubicBezTo>
                    <a:pt x="5091694" y="4078998"/>
                    <a:pt x="5086931" y="4099953"/>
                    <a:pt x="5081216" y="4120908"/>
                  </a:cubicBezTo>
                  <a:cubicBezTo>
                    <a:pt x="5075501" y="4142815"/>
                    <a:pt x="5062166" y="4166628"/>
                    <a:pt x="5053594" y="4175200"/>
                  </a:cubicBezTo>
                  <a:cubicBezTo>
                    <a:pt x="5045021" y="4183773"/>
                    <a:pt x="5045973" y="4186630"/>
                    <a:pt x="5037401" y="4212348"/>
                  </a:cubicBezTo>
                  <a:cubicBezTo>
                    <a:pt x="5028828" y="4238065"/>
                    <a:pt x="5038353" y="4253305"/>
                    <a:pt x="5038353" y="4267593"/>
                  </a:cubicBezTo>
                  <a:cubicBezTo>
                    <a:pt x="5038353" y="4281880"/>
                    <a:pt x="5036448" y="4289500"/>
                    <a:pt x="5032638" y="4285690"/>
                  </a:cubicBezTo>
                  <a:cubicBezTo>
                    <a:pt x="5027876" y="4281880"/>
                    <a:pt x="5025971" y="4279975"/>
                    <a:pt x="5020256" y="4279023"/>
                  </a:cubicBezTo>
                  <a:cubicBezTo>
                    <a:pt x="5014541" y="4278070"/>
                    <a:pt x="5014541" y="4271403"/>
                    <a:pt x="5009778" y="4253305"/>
                  </a:cubicBezTo>
                  <a:cubicBezTo>
                    <a:pt x="5005016" y="4234255"/>
                    <a:pt x="4997396" y="4231398"/>
                    <a:pt x="4979298" y="4219968"/>
                  </a:cubicBezTo>
                  <a:cubicBezTo>
                    <a:pt x="4960248" y="4208538"/>
                    <a:pt x="4955486" y="4205680"/>
                    <a:pt x="4946913" y="4187583"/>
                  </a:cubicBezTo>
                  <a:cubicBezTo>
                    <a:pt x="4938341" y="4169485"/>
                    <a:pt x="4936436" y="4165675"/>
                    <a:pt x="4925958" y="4151388"/>
                  </a:cubicBezTo>
                  <a:cubicBezTo>
                    <a:pt x="4915481" y="4137100"/>
                    <a:pt x="4915481" y="4139958"/>
                    <a:pt x="4920244" y="4121860"/>
                  </a:cubicBezTo>
                  <a:cubicBezTo>
                    <a:pt x="4925006" y="4103763"/>
                    <a:pt x="4923101" y="4101858"/>
                    <a:pt x="4923101" y="4075187"/>
                  </a:cubicBezTo>
                  <a:cubicBezTo>
                    <a:pt x="4923101" y="4048518"/>
                    <a:pt x="4935483" y="4035183"/>
                    <a:pt x="4950723" y="3999940"/>
                  </a:cubicBezTo>
                  <a:cubicBezTo>
                    <a:pt x="4966916" y="3964698"/>
                    <a:pt x="4974536" y="3942790"/>
                    <a:pt x="4988823" y="3919930"/>
                  </a:cubicBezTo>
                  <a:cubicBezTo>
                    <a:pt x="5003111" y="3897070"/>
                    <a:pt x="4998348" y="3898975"/>
                    <a:pt x="5005016" y="3878020"/>
                  </a:cubicBezTo>
                  <a:cubicBezTo>
                    <a:pt x="5011683" y="3857065"/>
                    <a:pt x="5035496" y="3853255"/>
                    <a:pt x="5045021" y="3849445"/>
                  </a:cubicBezTo>
                  <a:cubicBezTo>
                    <a:pt x="5054546" y="3845635"/>
                    <a:pt x="5055498" y="3840873"/>
                    <a:pt x="5060261" y="3827537"/>
                  </a:cubicBezTo>
                  <a:cubicBezTo>
                    <a:pt x="5062642" y="3821346"/>
                    <a:pt x="5067405" y="3820156"/>
                    <a:pt x="5072525" y="3821704"/>
                  </a:cubicBezTo>
                  <a:close/>
                  <a:moveTo>
                    <a:pt x="4847853" y="3802773"/>
                  </a:moveTo>
                  <a:cubicBezTo>
                    <a:pt x="4850711" y="3800868"/>
                    <a:pt x="4854521" y="3803725"/>
                    <a:pt x="4854521" y="3803725"/>
                  </a:cubicBezTo>
                  <a:cubicBezTo>
                    <a:pt x="4854521" y="3803725"/>
                    <a:pt x="4869761" y="3808488"/>
                    <a:pt x="4864999" y="3816108"/>
                  </a:cubicBezTo>
                  <a:cubicBezTo>
                    <a:pt x="4860236" y="3823728"/>
                    <a:pt x="4858331" y="3823728"/>
                    <a:pt x="4856426" y="3829443"/>
                  </a:cubicBezTo>
                  <a:cubicBezTo>
                    <a:pt x="4854521" y="3835158"/>
                    <a:pt x="4851664" y="3836111"/>
                    <a:pt x="4848806" y="3834205"/>
                  </a:cubicBezTo>
                  <a:cubicBezTo>
                    <a:pt x="4844996" y="3831348"/>
                    <a:pt x="4844996" y="3827538"/>
                    <a:pt x="4844996" y="3817061"/>
                  </a:cubicBezTo>
                  <a:cubicBezTo>
                    <a:pt x="4845949" y="3806583"/>
                    <a:pt x="4844044" y="3805630"/>
                    <a:pt x="4847853" y="3802773"/>
                  </a:cubicBezTo>
                  <a:close/>
                  <a:moveTo>
                    <a:pt x="5131698" y="3788485"/>
                  </a:moveTo>
                  <a:cubicBezTo>
                    <a:pt x="5131698" y="3788485"/>
                    <a:pt x="5135509" y="3788485"/>
                    <a:pt x="5136461" y="3792295"/>
                  </a:cubicBezTo>
                  <a:cubicBezTo>
                    <a:pt x="5136461" y="3796105"/>
                    <a:pt x="5132651" y="3796105"/>
                    <a:pt x="5128841" y="3793248"/>
                  </a:cubicBezTo>
                  <a:cubicBezTo>
                    <a:pt x="5125031" y="3791342"/>
                    <a:pt x="5131698" y="3788485"/>
                    <a:pt x="5131698" y="3788485"/>
                  </a:cubicBezTo>
                  <a:close/>
                  <a:moveTo>
                    <a:pt x="5298386" y="3730383"/>
                  </a:moveTo>
                  <a:cubicBezTo>
                    <a:pt x="5298386" y="3730383"/>
                    <a:pt x="5302196" y="3729430"/>
                    <a:pt x="5304101" y="3733240"/>
                  </a:cubicBezTo>
                  <a:cubicBezTo>
                    <a:pt x="5305054" y="3737050"/>
                    <a:pt x="5300291" y="3739908"/>
                    <a:pt x="5295529" y="3737050"/>
                  </a:cubicBezTo>
                  <a:cubicBezTo>
                    <a:pt x="5289814" y="3734193"/>
                    <a:pt x="5298386" y="3730383"/>
                    <a:pt x="5298386" y="3730383"/>
                  </a:cubicBezTo>
                  <a:close/>
                  <a:moveTo>
                    <a:pt x="5306006" y="3713237"/>
                  </a:moveTo>
                  <a:cubicBezTo>
                    <a:pt x="5306006" y="3713237"/>
                    <a:pt x="5309816" y="3712285"/>
                    <a:pt x="5311721" y="3716095"/>
                  </a:cubicBezTo>
                  <a:cubicBezTo>
                    <a:pt x="5312673" y="3719905"/>
                    <a:pt x="5307911" y="3722762"/>
                    <a:pt x="5303148" y="3719905"/>
                  </a:cubicBezTo>
                  <a:cubicBezTo>
                    <a:pt x="5297434" y="3717047"/>
                    <a:pt x="5306006" y="3713237"/>
                    <a:pt x="5306006" y="3713237"/>
                  </a:cubicBezTo>
                  <a:close/>
                  <a:moveTo>
                    <a:pt x="5422211" y="3692283"/>
                  </a:moveTo>
                  <a:cubicBezTo>
                    <a:pt x="5422211" y="3692283"/>
                    <a:pt x="5426021" y="3691330"/>
                    <a:pt x="5427926" y="3695140"/>
                  </a:cubicBezTo>
                  <a:cubicBezTo>
                    <a:pt x="5428879" y="3698950"/>
                    <a:pt x="5424116" y="3701808"/>
                    <a:pt x="5419354" y="3698950"/>
                  </a:cubicBezTo>
                  <a:cubicBezTo>
                    <a:pt x="5413639" y="3696093"/>
                    <a:pt x="5422211" y="3692283"/>
                    <a:pt x="5422211" y="3692283"/>
                  </a:cubicBezTo>
                  <a:close/>
                  <a:moveTo>
                    <a:pt x="5061214" y="3214127"/>
                  </a:moveTo>
                  <a:cubicBezTo>
                    <a:pt x="5065976" y="3214127"/>
                    <a:pt x="5072644" y="3218890"/>
                    <a:pt x="5069786" y="3225557"/>
                  </a:cubicBezTo>
                  <a:cubicBezTo>
                    <a:pt x="5067881" y="3232225"/>
                    <a:pt x="5064071" y="3228415"/>
                    <a:pt x="5058356" y="3221747"/>
                  </a:cubicBezTo>
                  <a:cubicBezTo>
                    <a:pt x="5052641" y="3215080"/>
                    <a:pt x="5056451" y="3214127"/>
                    <a:pt x="5061214" y="3214127"/>
                  </a:cubicBezTo>
                  <a:close/>
                  <a:moveTo>
                    <a:pt x="5047878" y="3163646"/>
                  </a:moveTo>
                  <a:cubicBezTo>
                    <a:pt x="5054546" y="3164598"/>
                    <a:pt x="5061213" y="3165550"/>
                    <a:pt x="5067881" y="3171265"/>
                  </a:cubicBezTo>
                  <a:cubicBezTo>
                    <a:pt x="5075501" y="3176028"/>
                    <a:pt x="5078358" y="3177933"/>
                    <a:pt x="5078358" y="3184600"/>
                  </a:cubicBezTo>
                  <a:cubicBezTo>
                    <a:pt x="5078358" y="3191268"/>
                    <a:pt x="5072643" y="3189363"/>
                    <a:pt x="5066928" y="3187458"/>
                  </a:cubicBezTo>
                  <a:cubicBezTo>
                    <a:pt x="5062165" y="3185553"/>
                    <a:pt x="5059308" y="3184600"/>
                    <a:pt x="5052640" y="3184600"/>
                  </a:cubicBezTo>
                  <a:cubicBezTo>
                    <a:pt x="5046926" y="3184600"/>
                    <a:pt x="5044068" y="3184600"/>
                    <a:pt x="5038353" y="3173171"/>
                  </a:cubicBezTo>
                  <a:cubicBezTo>
                    <a:pt x="5032638" y="3161740"/>
                    <a:pt x="5041210" y="3162693"/>
                    <a:pt x="5047878" y="3163646"/>
                  </a:cubicBezTo>
                  <a:close/>
                  <a:moveTo>
                    <a:pt x="5061214" y="3136975"/>
                  </a:moveTo>
                  <a:cubicBezTo>
                    <a:pt x="5068834" y="3136023"/>
                    <a:pt x="5065976" y="3143643"/>
                    <a:pt x="5063119" y="3149358"/>
                  </a:cubicBezTo>
                  <a:cubicBezTo>
                    <a:pt x="5059309" y="3155073"/>
                    <a:pt x="5048831" y="3149358"/>
                    <a:pt x="5046926" y="3143643"/>
                  </a:cubicBezTo>
                  <a:cubicBezTo>
                    <a:pt x="5045021" y="3137928"/>
                    <a:pt x="5053594" y="3137928"/>
                    <a:pt x="5061214" y="3136975"/>
                  </a:cubicBezTo>
                  <a:close/>
                  <a:moveTo>
                    <a:pt x="4979298" y="2995052"/>
                  </a:moveTo>
                  <a:cubicBezTo>
                    <a:pt x="4981203" y="2994100"/>
                    <a:pt x="4985966" y="2996957"/>
                    <a:pt x="4990728" y="2998862"/>
                  </a:cubicBezTo>
                  <a:cubicBezTo>
                    <a:pt x="4995491" y="3000767"/>
                    <a:pt x="4997396" y="3006482"/>
                    <a:pt x="4992634" y="3007435"/>
                  </a:cubicBezTo>
                  <a:cubicBezTo>
                    <a:pt x="4987871" y="3007435"/>
                    <a:pt x="4984061" y="3005530"/>
                    <a:pt x="4976441" y="2999815"/>
                  </a:cubicBezTo>
                  <a:cubicBezTo>
                    <a:pt x="4968821" y="2994100"/>
                    <a:pt x="4978346" y="2996005"/>
                    <a:pt x="4979298" y="2995052"/>
                  </a:cubicBezTo>
                  <a:close/>
                  <a:moveTo>
                    <a:pt x="4777368" y="2113038"/>
                  </a:moveTo>
                  <a:cubicBezTo>
                    <a:pt x="4779273" y="2112085"/>
                    <a:pt x="4785941" y="2119705"/>
                    <a:pt x="4784036" y="2123515"/>
                  </a:cubicBezTo>
                  <a:cubicBezTo>
                    <a:pt x="4783083" y="2126373"/>
                    <a:pt x="4779273" y="2125420"/>
                    <a:pt x="4775463" y="2122563"/>
                  </a:cubicBezTo>
                  <a:cubicBezTo>
                    <a:pt x="4771653" y="2119705"/>
                    <a:pt x="4775463" y="2113990"/>
                    <a:pt x="4777368" y="2113038"/>
                  </a:cubicBezTo>
                  <a:close/>
                  <a:moveTo>
                    <a:pt x="4784036" y="2064460"/>
                  </a:moveTo>
                  <a:cubicBezTo>
                    <a:pt x="4787846" y="2062555"/>
                    <a:pt x="4789751" y="2066365"/>
                    <a:pt x="4785941" y="2070175"/>
                  </a:cubicBezTo>
                  <a:cubicBezTo>
                    <a:pt x="4783083" y="2073985"/>
                    <a:pt x="4781178" y="2073985"/>
                    <a:pt x="4778321" y="2071127"/>
                  </a:cubicBezTo>
                  <a:cubicBezTo>
                    <a:pt x="4775463" y="2068270"/>
                    <a:pt x="4781178" y="2066365"/>
                    <a:pt x="4784036" y="2064460"/>
                  </a:cubicBezTo>
                  <a:close/>
                  <a:moveTo>
                    <a:pt x="4536386" y="1993975"/>
                  </a:moveTo>
                  <a:cubicBezTo>
                    <a:pt x="4538291" y="1993022"/>
                    <a:pt x="4541148" y="1996832"/>
                    <a:pt x="4543053" y="2003500"/>
                  </a:cubicBezTo>
                  <a:cubicBezTo>
                    <a:pt x="4544958" y="2009215"/>
                    <a:pt x="4545911" y="2009215"/>
                    <a:pt x="4543053" y="2011120"/>
                  </a:cubicBezTo>
                  <a:cubicBezTo>
                    <a:pt x="4540196" y="2013025"/>
                    <a:pt x="4539243" y="2013025"/>
                    <a:pt x="4533528" y="2003500"/>
                  </a:cubicBezTo>
                  <a:cubicBezTo>
                    <a:pt x="4527813" y="1993975"/>
                    <a:pt x="4534481" y="1994927"/>
                    <a:pt x="4536386" y="1993975"/>
                  </a:cubicBezTo>
                  <a:close/>
                  <a:moveTo>
                    <a:pt x="4756533" y="276"/>
                  </a:moveTo>
                  <a:cubicBezTo>
                    <a:pt x="4757605" y="-319"/>
                    <a:pt x="4758795" y="-81"/>
                    <a:pt x="4760224" y="2300"/>
                  </a:cubicBezTo>
                  <a:cubicBezTo>
                    <a:pt x="4762129" y="6110"/>
                    <a:pt x="4764987" y="5157"/>
                    <a:pt x="4764987" y="3252"/>
                  </a:cubicBezTo>
                  <a:cubicBezTo>
                    <a:pt x="4764987" y="395"/>
                    <a:pt x="4767844" y="-558"/>
                    <a:pt x="4772606" y="2300"/>
                  </a:cubicBezTo>
                  <a:cubicBezTo>
                    <a:pt x="4777369" y="5157"/>
                    <a:pt x="4780227" y="5157"/>
                    <a:pt x="4784037" y="6110"/>
                  </a:cubicBezTo>
                  <a:cubicBezTo>
                    <a:pt x="4786894" y="7062"/>
                    <a:pt x="4792609" y="3252"/>
                    <a:pt x="4795466" y="11825"/>
                  </a:cubicBezTo>
                  <a:cubicBezTo>
                    <a:pt x="4798324" y="19445"/>
                    <a:pt x="4809754" y="15635"/>
                    <a:pt x="4816422" y="15635"/>
                  </a:cubicBezTo>
                  <a:cubicBezTo>
                    <a:pt x="4824041" y="15635"/>
                    <a:pt x="4828804" y="17540"/>
                    <a:pt x="4830709" y="25160"/>
                  </a:cubicBezTo>
                  <a:cubicBezTo>
                    <a:pt x="4832614" y="32780"/>
                    <a:pt x="4842139" y="35637"/>
                    <a:pt x="4848806" y="34685"/>
                  </a:cubicBezTo>
                  <a:cubicBezTo>
                    <a:pt x="4855474" y="33732"/>
                    <a:pt x="4852616" y="30875"/>
                    <a:pt x="4863094" y="37542"/>
                  </a:cubicBezTo>
                  <a:cubicBezTo>
                    <a:pt x="4873572" y="44210"/>
                    <a:pt x="4874524" y="41352"/>
                    <a:pt x="4878334" y="33732"/>
                  </a:cubicBezTo>
                  <a:cubicBezTo>
                    <a:pt x="4881191" y="26112"/>
                    <a:pt x="4886907" y="28017"/>
                    <a:pt x="4890716" y="27065"/>
                  </a:cubicBezTo>
                  <a:cubicBezTo>
                    <a:pt x="4894527" y="26112"/>
                    <a:pt x="4905004" y="28017"/>
                    <a:pt x="4908814" y="29922"/>
                  </a:cubicBezTo>
                  <a:cubicBezTo>
                    <a:pt x="4911672" y="32780"/>
                    <a:pt x="4929769" y="40400"/>
                    <a:pt x="4937389" y="40400"/>
                  </a:cubicBezTo>
                  <a:cubicBezTo>
                    <a:pt x="4944057" y="40400"/>
                    <a:pt x="4948819" y="44210"/>
                    <a:pt x="4945009" y="52782"/>
                  </a:cubicBezTo>
                  <a:cubicBezTo>
                    <a:pt x="4941199" y="61355"/>
                    <a:pt x="4945009" y="59450"/>
                    <a:pt x="4949772" y="55640"/>
                  </a:cubicBezTo>
                  <a:cubicBezTo>
                    <a:pt x="4954534" y="52782"/>
                    <a:pt x="4961202" y="55640"/>
                    <a:pt x="4964059" y="61355"/>
                  </a:cubicBezTo>
                  <a:cubicBezTo>
                    <a:pt x="4966916" y="68023"/>
                    <a:pt x="4971679" y="68975"/>
                    <a:pt x="4978347" y="67070"/>
                  </a:cubicBezTo>
                  <a:cubicBezTo>
                    <a:pt x="4985014" y="65165"/>
                    <a:pt x="4982157" y="71832"/>
                    <a:pt x="4983109" y="74690"/>
                  </a:cubicBezTo>
                  <a:cubicBezTo>
                    <a:pt x="4983109" y="77547"/>
                    <a:pt x="4982157" y="79452"/>
                    <a:pt x="4980252" y="80405"/>
                  </a:cubicBezTo>
                  <a:cubicBezTo>
                    <a:pt x="4978347" y="81357"/>
                    <a:pt x="4974536" y="82311"/>
                    <a:pt x="4974536" y="86121"/>
                  </a:cubicBezTo>
                  <a:cubicBezTo>
                    <a:pt x="4974536" y="89931"/>
                    <a:pt x="4979299" y="90883"/>
                    <a:pt x="4984061" y="91836"/>
                  </a:cubicBezTo>
                  <a:cubicBezTo>
                    <a:pt x="4988824" y="91836"/>
                    <a:pt x="4992634" y="92788"/>
                    <a:pt x="4992634" y="96598"/>
                  </a:cubicBezTo>
                  <a:cubicBezTo>
                    <a:pt x="4993586" y="100408"/>
                    <a:pt x="4997397" y="105171"/>
                    <a:pt x="5003111" y="107076"/>
                  </a:cubicBezTo>
                  <a:cubicBezTo>
                    <a:pt x="5007874" y="108028"/>
                    <a:pt x="5012636" y="114696"/>
                    <a:pt x="5009779" y="118506"/>
                  </a:cubicBezTo>
                  <a:cubicBezTo>
                    <a:pt x="5007874" y="122316"/>
                    <a:pt x="5007874" y="123268"/>
                    <a:pt x="5011684" y="123268"/>
                  </a:cubicBezTo>
                  <a:cubicBezTo>
                    <a:pt x="5016447" y="122316"/>
                    <a:pt x="5020257" y="127078"/>
                    <a:pt x="5012636" y="129936"/>
                  </a:cubicBezTo>
                  <a:cubicBezTo>
                    <a:pt x="5005016" y="132793"/>
                    <a:pt x="5010732" y="140413"/>
                    <a:pt x="5018352" y="139461"/>
                  </a:cubicBezTo>
                  <a:cubicBezTo>
                    <a:pt x="5025972" y="139461"/>
                    <a:pt x="5028829" y="142318"/>
                    <a:pt x="5030734" y="146128"/>
                  </a:cubicBezTo>
                  <a:cubicBezTo>
                    <a:pt x="5033591" y="150891"/>
                    <a:pt x="5027877" y="153748"/>
                    <a:pt x="5025972" y="157558"/>
                  </a:cubicBezTo>
                  <a:cubicBezTo>
                    <a:pt x="5024066" y="161368"/>
                    <a:pt x="5031686" y="171846"/>
                    <a:pt x="5034544" y="174703"/>
                  </a:cubicBezTo>
                  <a:cubicBezTo>
                    <a:pt x="5037402" y="176608"/>
                    <a:pt x="5045974" y="189943"/>
                    <a:pt x="5047879" y="190896"/>
                  </a:cubicBezTo>
                  <a:cubicBezTo>
                    <a:pt x="5049784" y="191848"/>
                    <a:pt x="5060261" y="198516"/>
                    <a:pt x="5056452" y="204231"/>
                  </a:cubicBezTo>
                  <a:cubicBezTo>
                    <a:pt x="5051689" y="209946"/>
                    <a:pt x="5057404" y="210898"/>
                    <a:pt x="5062166" y="211851"/>
                  </a:cubicBezTo>
                  <a:cubicBezTo>
                    <a:pt x="5066929" y="212803"/>
                    <a:pt x="5072644" y="215661"/>
                    <a:pt x="5068834" y="222328"/>
                  </a:cubicBezTo>
                  <a:cubicBezTo>
                    <a:pt x="5065024" y="228996"/>
                    <a:pt x="5068834" y="228043"/>
                    <a:pt x="5075502" y="229948"/>
                  </a:cubicBezTo>
                  <a:cubicBezTo>
                    <a:pt x="5081216" y="231853"/>
                    <a:pt x="5078359" y="234711"/>
                    <a:pt x="5075502" y="237568"/>
                  </a:cubicBezTo>
                  <a:cubicBezTo>
                    <a:pt x="5072644" y="240426"/>
                    <a:pt x="5067882" y="245188"/>
                    <a:pt x="5073597" y="249951"/>
                  </a:cubicBezTo>
                  <a:cubicBezTo>
                    <a:pt x="5079311" y="254713"/>
                    <a:pt x="5080264" y="247093"/>
                    <a:pt x="5080264" y="244236"/>
                  </a:cubicBezTo>
                  <a:cubicBezTo>
                    <a:pt x="5080264" y="241379"/>
                    <a:pt x="5083122" y="236617"/>
                    <a:pt x="5086932" y="242331"/>
                  </a:cubicBezTo>
                  <a:cubicBezTo>
                    <a:pt x="5090741" y="247093"/>
                    <a:pt x="5084074" y="251856"/>
                    <a:pt x="5085027" y="266143"/>
                  </a:cubicBezTo>
                  <a:cubicBezTo>
                    <a:pt x="5085979" y="280431"/>
                    <a:pt x="5111697" y="289956"/>
                    <a:pt x="5113602" y="294718"/>
                  </a:cubicBezTo>
                  <a:cubicBezTo>
                    <a:pt x="5115507" y="299481"/>
                    <a:pt x="5127889" y="307101"/>
                    <a:pt x="5127889" y="311863"/>
                  </a:cubicBezTo>
                  <a:cubicBezTo>
                    <a:pt x="5127889" y="316626"/>
                    <a:pt x="5131699" y="319483"/>
                    <a:pt x="5134557" y="323293"/>
                  </a:cubicBezTo>
                  <a:cubicBezTo>
                    <a:pt x="5137414" y="327103"/>
                    <a:pt x="5139319" y="332819"/>
                    <a:pt x="5136461" y="338533"/>
                  </a:cubicBezTo>
                  <a:cubicBezTo>
                    <a:pt x="5133604" y="343296"/>
                    <a:pt x="5134557" y="348058"/>
                    <a:pt x="5138366" y="350916"/>
                  </a:cubicBezTo>
                  <a:cubicBezTo>
                    <a:pt x="5142177" y="353773"/>
                    <a:pt x="5142177" y="354726"/>
                    <a:pt x="5144082" y="363298"/>
                  </a:cubicBezTo>
                  <a:cubicBezTo>
                    <a:pt x="5145986" y="371871"/>
                    <a:pt x="5155511" y="373776"/>
                    <a:pt x="5161227" y="374729"/>
                  </a:cubicBezTo>
                  <a:cubicBezTo>
                    <a:pt x="5166941" y="375681"/>
                    <a:pt x="5167894" y="383301"/>
                    <a:pt x="5164084" y="391873"/>
                  </a:cubicBezTo>
                  <a:cubicBezTo>
                    <a:pt x="5160274" y="399494"/>
                    <a:pt x="5163132" y="404256"/>
                    <a:pt x="5165036" y="409018"/>
                  </a:cubicBezTo>
                  <a:cubicBezTo>
                    <a:pt x="5166941" y="412828"/>
                    <a:pt x="5168847" y="414734"/>
                    <a:pt x="5166941" y="422354"/>
                  </a:cubicBezTo>
                  <a:cubicBezTo>
                    <a:pt x="5165989" y="429974"/>
                    <a:pt x="5172657" y="433783"/>
                    <a:pt x="5176466" y="433783"/>
                  </a:cubicBezTo>
                  <a:cubicBezTo>
                    <a:pt x="5181229" y="434737"/>
                    <a:pt x="5183134" y="437593"/>
                    <a:pt x="5183134" y="440451"/>
                  </a:cubicBezTo>
                  <a:cubicBezTo>
                    <a:pt x="5183134" y="443308"/>
                    <a:pt x="5184086" y="446166"/>
                    <a:pt x="5186944" y="447119"/>
                  </a:cubicBezTo>
                  <a:cubicBezTo>
                    <a:pt x="5189802" y="448071"/>
                    <a:pt x="5191707" y="448071"/>
                    <a:pt x="5194564" y="451882"/>
                  </a:cubicBezTo>
                  <a:cubicBezTo>
                    <a:pt x="5197422" y="455691"/>
                    <a:pt x="5204089" y="454739"/>
                    <a:pt x="5206947" y="452833"/>
                  </a:cubicBezTo>
                  <a:cubicBezTo>
                    <a:pt x="5209804" y="450928"/>
                    <a:pt x="5213614" y="449024"/>
                    <a:pt x="5215519" y="451882"/>
                  </a:cubicBezTo>
                  <a:cubicBezTo>
                    <a:pt x="5218377" y="454739"/>
                    <a:pt x="5226949" y="456644"/>
                    <a:pt x="5229807" y="454739"/>
                  </a:cubicBezTo>
                  <a:cubicBezTo>
                    <a:pt x="5232664" y="452833"/>
                    <a:pt x="5236474" y="453786"/>
                    <a:pt x="5241236" y="451882"/>
                  </a:cubicBezTo>
                  <a:cubicBezTo>
                    <a:pt x="5245999" y="449977"/>
                    <a:pt x="5249809" y="447119"/>
                    <a:pt x="5255524" y="443308"/>
                  </a:cubicBezTo>
                  <a:cubicBezTo>
                    <a:pt x="5261239" y="438546"/>
                    <a:pt x="5267907" y="443308"/>
                    <a:pt x="5275527" y="441404"/>
                  </a:cubicBezTo>
                  <a:cubicBezTo>
                    <a:pt x="5283147" y="440451"/>
                    <a:pt x="5282194" y="444262"/>
                    <a:pt x="5281241" y="449024"/>
                  </a:cubicBezTo>
                  <a:cubicBezTo>
                    <a:pt x="5280289" y="454739"/>
                    <a:pt x="5287909" y="453786"/>
                    <a:pt x="5292672" y="452833"/>
                  </a:cubicBezTo>
                  <a:cubicBezTo>
                    <a:pt x="5297434" y="451882"/>
                    <a:pt x="5301244" y="453786"/>
                    <a:pt x="5306959" y="459502"/>
                  </a:cubicBezTo>
                  <a:cubicBezTo>
                    <a:pt x="5312674" y="465216"/>
                    <a:pt x="5321247" y="464264"/>
                    <a:pt x="5324104" y="460453"/>
                  </a:cubicBezTo>
                  <a:cubicBezTo>
                    <a:pt x="5326961" y="456644"/>
                    <a:pt x="5328866" y="458548"/>
                    <a:pt x="5333629" y="459502"/>
                  </a:cubicBezTo>
                  <a:cubicBezTo>
                    <a:pt x="5338391" y="460453"/>
                    <a:pt x="5341249" y="456644"/>
                    <a:pt x="5341249" y="453786"/>
                  </a:cubicBezTo>
                  <a:cubicBezTo>
                    <a:pt x="5341249" y="450928"/>
                    <a:pt x="5341249" y="449024"/>
                    <a:pt x="5346964" y="448071"/>
                  </a:cubicBezTo>
                  <a:cubicBezTo>
                    <a:pt x="5352679" y="446166"/>
                    <a:pt x="5354584" y="455691"/>
                    <a:pt x="5355536" y="460453"/>
                  </a:cubicBezTo>
                  <a:cubicBezTo>
                    <a:pt x="5356489" y="465216"/>
                    <a:pt x="5360299" y="469027"/>
                    <a:pt x="5365061" y="467122"/>
                  </a:cubicBezTo>
                  <a:cubicBezTo>
                    <a:pt x="5369824" y="465216"/>
                    <a:pt x="5371729" y="467122"/>
                    <a:pt x="5372682" y="469027"/>
                  </a:cubicBezTo>
                  <a:cubicBezTo>
                    <a:pt x="5373634" y="470931"/>
                    <a:pt x="5376491" y="475693"/>
                    <a:pt x="5379349" y="474742"/>
                  </a:cubicBezTo>
                  <a:cubicBezTo>
                    <a:pt x="5382207" y="474742"/>
                    <a:pt x="5394589" y="482362"/>
                    <a:pt x="5396494" y="489982"/>
                  </a:cubicBezTo>
                  <a:cubicBezTo>
                    <a:pt x="5400304" y="500458"/>
                    <a:pt x="5410782" y="500458"/>
                    <a:pt x="5417449" y="504268"/>
                  </a:cubicBezTo>
                  <a:cubicBezTo>
                    <a:pt x="5419354" y="505221"/>
                    <a:pt x="5421259" y="506173"/>
                    <a:pt x="5424116" y="506173"/>
                  </a:cubicBezTo>
                  <a:cubicBezTo>
                    <a:pt x="5428879" y="507126"/>
                    <a:pt x="5432689" y="506173"/>
                    <a:pt x="5434594" y="505221"/>
                  </a:cubicBezTo>
                  <a:cubicBezTo>
                    <a:pt x="5437452" y="503316"/>
                    <a:pt x="5442214" y="500458"/>
                    <a:pt x="5447929" y="503316"/>
                  </a:cubicBezTo>
                  <a:cubicBezTo>
                    <a:pt x="5453644" y="506173"/>
                    <a:pt x="5457454" y="502363"/>
                    <a:pt x="5462216" y="499506"/>
                  </a:cubicBezTo>
                  <a:cubicBezTo>
                    <a:pt x="5466979" y="496649"/>
                    <a:pt x="5469836" y="506173"/>
                    <a:pt x="5465074" y="511888"/>
                  </a:cubicBezTo>
                  <a:cubicBezTo>
                    <a:pt x="5460311" y="518556"/>
                    <a:pt x="5464122" y="521414"/>
                    <a:pt x="5462216" y="524272"/>
                  </a:cubicBezTo>
                  <a:cubicBezTo>
                    <a:pt x="5460311" y="527129"/>
                    <a:pt x="5460311" y="533796"/>
                    <a:pt x="5462216" y="534748"/>
                  </a:cubicBezTo>
                  <a:cubicBezTo>
                    <a:pt x="5464122" y="535702"/>
                    <a:pt x="5468884" y="538559"/>
                    <a:pt x="5469836" y="544273"/>
                  </a:cubicBezTo>
                  <a:cubicBezTo>
                    <a:pt x="5470789" y="549988"/>
                    <a:pt x="5473647" y="549036"/>
                    <a:pt x="5478409" y="546178"/>
                  </a:cubicBezTo>
                  <a:cubicBezTo>
                    <a:pt x="5483172" y="543321"/>
                    <a:pt x="5487934" y="549036"/>
                    <a:pt x="5487934" y="550941"/>
                  </a:cubicBezTo>
                  <a:cubicBezTo>
                    <a:pt x="5487934" y="553798"/>
                    <a:pt x="5486029" y="554751"/>
                    <a:pt x="5488886" y="557609"/>
                  </a:cubicBezTo>
                  <a:cubicBezTo>
                    <a:pt x="5490791" y="560467"/>
                    <a:pt x="5492697" y="563324"/>
                    <a:pt x="5493649" y="569038"/>
                  </a:cubicBezTo>
                  <a:cubicBezTo>
                    <a:pt x="5494602" y="574753"/>
                    <a:pt x="5497459" y="581422"/>
                    <a:pt x="5489839" y="590946"/>
                  </a:cubicBezTo>
                  <a:cubicBezTo>
                    <a:pt x="5482219" y="600472"/>
                    <a:pt x="5491744" y="608092"/>
                    <a:pt x="5500316" y="611901"/>
                  </a:cubicBezTo>
                  <a:cubicBezTo>
                    <a:pt x="5507936" y="615712"/>
                    <a:pt x="5517461" y="627141"/>
                    <a:pt x="5519366" y="631903"/>
                  </a:cubicBezTo>
                  <a:cubicBezTo>
                    <a:pt x="5521272" y="636666"/>
                    <a:pt x="5519366" y="639523"/>
                    <a:pt x="5529844" y="645239"/>
                  </a:cubicBezTo>
                  <a:cubicBezTo>
                    <a:pt x="5540322" y="650953"/>
                    <a:pt x="5543179" y="642381"/>
                    <a:pt x="5546989" y="638571"/>
                  </a:cubicBezTo>
                  <a:cubicBezTo>
                    <a:pt x="5550799" y="634761"/>
                    <a:pt x="5557466" y="635713"/>
                    <a:pt x="5562229" y="632857"/>
                  </a:cubicBezTo>
                  <a:cubicBezTo>
                    <a:pt x="5566991" y="629999"/>
                    <a:pt x="5572707" y="630951"/>
                    <a:pt x="5578422" y="633808"/>
                  </a:cubicBezTo>
                  <a:cubicBezTo>
                    <a:pt x="5584136" y="637619"/>
                    <a:pt x="5586041" y="636666"/>
                    <a:pt x="5587947" y="632857"/>
                  </a:cubicBezTo>
                  <a:cubicBezTo>
                    <a:pt x="5590804" y="629046"/>
                    <a:pt x="5599377" y="630951"/>
                    <a:pt x="5604139" y="630951"/>
                  </a:cubicBezTo>
                  <a:cubicBezTo>
                    <a:pt x="5608902" y="630951"/>
                    <a:pt x="5614616" y="629999"/>
                    <a:pt x="5616522" y="627141"/>
                  </a:cubicBezTo>
                  <a:cubicBezTo>
                    <a:pt x="5618427" y="624283"/>
                    <a:pt x="5621284" y="623332"/>
                    <a:pt x="5625094" y="624283"/>
                  </a:cubicBezTo>
                  <a:cubicBezTo>
                    <a:pt x="5628904" y="624283"/>
                    <a:pt x="5632714" y="623332"/>
                    <a:pt x="5634619" y="621426"/>
                  </a:cubicBezTo>
                  <a:cubicBezTo>
                    <a:pt x="5636524" y="619521"/>
                    <a:pt x="5637477" y="616663"/>
                    <a:pt x="5642239" y="612854"/>
                  </a:cubicBezTo>
                  <a:cubicBezTo>
                    <a:pt x="5647002" y="609043"/>
                    <a:pt x="5648907" y="611901"/>
                    <a:pt x="5654622" y="613806"/>
                  </a:cubicBezTo>
                  <a:cubicBezTo>
                    <a:pt x="5660336" y="615712"/>
                    <a:pt x="5664147" y="612854"/>
                    <a:pt x="5667004" y="609043"/>
                  </a:cubicBezTo>
                  <a:cubicBezTo>
                    <a:pt x="5669861" y="605234"/>
                    <a:pt x="5669861" y="599518"/>
                    <a:pt x="5668909" y="597614"/>
                  </a:cubicBezTo>
                  <a:cubicBezTo>
                    <a:pt x="5667957" y="594756"/>
                    <a:pt x="5667004" y="590946"/>
                    <a:pt x="5667957" y="582374"/>
                  </a:cubicBezTo>
                  <a:cubicBezTo>
                    <a:pt x="5668909" y="574753"/>
                    <a:pt x="5672719" y="577612"/>
                    <a:pt x="5676529" y="579516"/>
                  </a:cubicBezTo>
                  <a:cubicBezTo>
                    <a:pt x="5680339" y="581422"/>
                    <a:pt x="5682244" y="578563"/>
                    <a:pt x="5682244" y="575707"/>
                  </a:cubicBezTo>
                  <a:cubicBezTo>
                    <a:pt x="5682244" y="572849"/>
                    <a:pt x="5683197" y="569991"/>
                    <a:pt x="5688911" y="567133"/>
                  </a:cubicBezTo>
                  <a:cubicBezTo>
                    <a:pt x="5695579" y="564276"/>
                    <a:pt x="5695579" y="562371"/>
                    <a:pt x="5695579" y="557609"/>
                  </a:cubicBezTo>
                  <a:cubicBezTo>
                    <a:pt x="5695579" y="552847"/>
                    <a:pt x="5699389" y="551893"/>
                    <a:pt x="5701294" y="551893"/>
                  </a:cubicBezTo>
                  <a:cubicBezTo>
                    <a:pt x="5703199" y="551893"/>
                    <a:pt x="5706057" y="550941"/>
                    <a:pt x="5707009" y="549036"/>
                  </a:cubicBezTo>
                  <a:cubicBezTo>
                    <a:pt x="5707961" y="546178"/>
                    <a:pt x="5710819" y="544273"/>
                    <a:pt x="5713677" y="545226"/>
                  </a:cubicBezTo>
                  <a:cubicBezTo>
                    <a:pt x="5716534" y="546178"/>
                    <a:pt x="5717486" y="547131"/>
                    <a:pt x="5721297" y="545226"/>
                  </a:cubicBezTo>
                  <a:cubicBezTo>
                    <a:pt x="5725107" y="543321"/>
                    <a:pt x="5724154" y="545226"/>
                    <a:pt x="5735584" y="541416"/>
                  </a:cubicBezTo>
                  <a:cubicBezTo>
                    <a:pt x="5746061" y="537606"/>
                    <a:pt x="5746061" y="532844"/>
                    <a:pt x="5748919" y="529034"/>
                  </a:cubicBezTo>
                  <a:cubicBezTo>
                    <a:pt x="5751777" y="525223"/>
                    <a:pt x="5756539" y="514747"/>
                    <a:pt x="5764159" y="513794"/>
                  </a:cubicBezTo>
                  <a:cubicBezTo>
                    <a:pt x="5772732" y="512841"/>
                    <a:pt x="5771779" y="509983"/>
                    <a:pt x="5771779" y="508078"/>
                  </a:cubicBezTo>
                  <a:cubicBezTo>
                    <a:pt x="5772732" y="506173"/>
                    <a:pt x="5772732" y="503316"/>
                    <a:pt x="5779399" y="501411"/>
                  </a:cubicBezTo>
                  <a:cubicBezTo>
                    <a:pt x="5786066" y="499506"/>
                    <a:pt x="5788924" y="490933"/>
                    <a:pt x="5795591" y="490933"/>
                  </a:cubicBezTo>
                  <a:cubicBezTo>
                    <a:pt x="5803211" y="490933"/>
                    <a:pt x="5808927" y="486171"/>
                    <a:pt x="5811784" y="483313"/>
                  </a:cubicBezTo>
                  <a:cubicBezTo>
                    <a:pt x="5814641" y="480456"/>
                    <a:pt x="5822261" y="479504"/>
                    <a:pt x="5829882" y="481409"/>
                  </a:cubicBezTo>
                  <a:cubicBezTo>
                    <a:pt x="5830834" y="482362"/>
                    <a:pt x="5834644" y="484267"/>
                    <a:pt x="5838454" y="481409"/>
                  </a:cubicBezTo>
                  <a:cubicBezTo>
                    <a:pt x="5842264" y="479504"/>
                    <a:pt x="5846074" y="473789"/>
                    <a:pt x="5848932" y="470931"/>
                  </a:cubicBezTo>
                  <a:cubicBezTo>
                    <a:pt x="5853694" y="467122"/>
                    <a:pt x="5858457" y="466169"/>
                    <a:pt x="5858457" y="468073"/>
                  </a:cubicBezTo>
                  <a:cubicBezTo>
                    <a:pt x="5858457" y="469027"/>
                    <a:pt x="5862266" y="470931"/>
                    <a:pt x="5857504" y="475693"/>
                  </a:cubicBezTo>
                  <a:cubicBezTo>
                    <a:pt x="5853694" y="480456"/>
                    <a:pt x="5845122" y="485218"/>
                    <a:pt x="5839407" y="490933"/>
                  </a:cubicBezTo>
                  <a:cubicBezTo>
                    <a:pt x="5835597" y="494744"/>
                    <a:pt x="5833691" y="499506"/>
                    <a:pt x="5833691" y="501411"/>
                  </a:cubicBezTo>
                  <a:cubicBezTo>
                    <a:pt x="5833691" y="504268"/>
                    <a:pt x="5834644" y="514747"/>
                    <a:pt x="5833691" y="518556"/>
                  </a:cubicBezTo>
                  <a:cubicBezTo>
                    <a:pt x="5832739" y="522367"/>
                    <a:pt x="5830834" y="528082"/>
                    <a:pt x="5829882" y="533796"/>
                  </a:cubicBezTo>
                  <a:cubicBezTo>
                    <a:pt x="5828929" y="539511"/>
                    <a:pt x="5832739" y="546178"/>
                    <a:pt x="5838454" y="544273"/>
                  </a:cubicBezTo>
                  <a:cubicBezTo>
                    <a:pt x="5844169" y="542368"/>
                    <a:pt x="5845122" y="546178"/>
                    <a:pt x="5845122" y="548083"/>
                  </a:cubicBezTo>
                  <a:cubicBezTo>
                    <a:pt x="5845122" y="550941"/>
                    <a:pt x="5850836" y="555703"/>
                    <a:pt x="5853694" y="557609"/>
                  </a:cubicBezTo>
                  <a:cubicBezTo>
                    <a:pt x="5856552" y="559513"/>
                    <a:pt x="5863219" y="567133"/>
                    <a:pt x="5858457" y="572849"/>
                  </a:cubicBezTo>
                  <a:cubicBezTo>
                    <a:pt x="5854647" y="577612"/>
                    <a:pt x="5860361" y="582374"/>
                    <a:pt x="5855599" y="587136"/>
                  </a:cubicBezTo>
                  <a:cubicBezTo>
                    <a:pt x="5850836" y="591898"/>
                    <a:pt x="5849884" y="604281"/>
                    <a:pt x="5841311" y="607138"/>
                  </a:cubicBezTo>
                  <a:cubicBezTo>
                    <a:pt x="5827024" y="611901"/>
                    <a:pt x="5827024" y="617617"/>
                    <a:pt x="5823214" y="622379"/>
                  </a:cubicBezTo>
                  <a:cubicBezTo>
                    <a:pt x="5819404" y="627141"/>
                    <a:pt x="5821309" y="636666"/>
                    <a:pt x="5824166" y="641428"/>
                  </a:cubicBezTo>
                  <a:cubicBezTo>
                    <a:pt x="5827977" y="646191"/>
                    <a:pt x="5828929" y="656668"/>
                    <a:pt x="5823214" y="663336"/>
                  </a:cubicBezTo>
                  <a:cubicBezTo>
                    <a:pt x="5817499" y="669051"/>
                    <a:pt x="5819404" y="683338"/>
                    <a:pt x="5822261" y="689053"/>
                  </a:cubicBezTo>
                  <a:cubicBezTo>
                    <a:pt x="5825119" y="694768"/>
                    <a:pt x="5823214" y="710961"/>
                    <a:pt x="5824166" y="715723"/>
                  </a:cubicBezTo>
                  <a:cubicBezTo>
                    <a:pt x="5824166" y="717628"/>
                    <a:pt x="5825119" y="719533"/>
                    <a:pt x="5824166" y="721438"/>
                  </a:cubicBezTo>
                  <a:cubicBezTo>
                    <a:pt x="5824166" y="725248"/>
                    <a:pt x="5822261" y="728106"/>
                    <a:pt x="5820357" y="730011"/>
                  </a:cubicBezTo>
                  <a:cubicBezTo>
                    <a:pt x="5816547" y="732868"/>
                    <a:pt x="5814641" y="738583"/>
                    <a:pt x="5817499" y="745251"/>
                  </a:cubicBezTo>
                  <a:cubicBezTo>
                    <a:pt x="5819404" y="750966"/>
                    <a:pt x="5825119" y="756681"/>
                    <a:pt x="5827024" y="763348"/>
                  </a:cubicBezTo>
                  <a:cubicBezTo>
                    <a:pt x="5829882" y="770016"/>
                    <a:pt x="5828929" y="780493"/>
                    <a:pt x="5822261" y="784303"/>
                  </a:cubicBezTo>
                  <a:cubicBezTo>
                    <a:pt x="5815594" y="789066"/>
                    <a:pt x="5816547" y="798591"/>
                    <a:pt x="5817499" y="800496"/>
                  </a:cubicBezTo>
                  <a:cubicBezTo>
                    <a:pt x="5818452" y="802401"/>
                    <a:pt x="5821309" y="803353"/>
                    <a:pt x="5820357" y="810973"/>
                  </a:cubicBezTo>
                  <a:cubicBezTo>
                    <a:pt x="5819404" y="818593"/>
                    <a:pt x="5815594" y="822403"/>
                    <a:pt x="5812736" y="828118"/>
                  </a:cubicBezTo>
                  <a:cubicBezTo>
                    <a:pt x="5809879" y="834786"/>
                    <a:pt x="5800354" y="831928"/>
                    <a:pt x="5804164" y="841453"/>
                  </a:cubicBezTo>
                  <a:cubicBezTo>
                    <a:pt x="5805116" y="843358"/>
                    <a:pt x="5806069" y="847168"/>
                    <a:pt x="5805116" y="849073"/>
                  </a:cubicBezTo>
                  <a:cubicBezTo>
                    <a:pt x="5804164" y="850978"/>
                    <a:pt x="5803211" y="855741"/>
                    <a:pt x="5805116" y="857646"/>
                  </a:cubicBezTo>
                  <a:cubicBezTo>
                    <a:pt x="5807022" y="859551"/>
                    <a:pt x="5807974" y="862408"/>
                    <a:pt x="5807974" y="866218"/>
                  </a:cubicBezTo>
                  <a:cubicBezTo>
                    <a:pt x="5807974" y="869076"/>
                    <a:pt x="5799402" y="875743"/>
                    <a:pt x="5793686" y="883363"/>
                  </a:cubicBezTo>
                  <a:cubicBezTo>
                    <a:pt x="5790829" y="887173"/>
                    <a:pt x="5788924" y="892888"/>
                    <a:pt x="5787972" y="898603"/>
                  </a:cubicBezTo>
                  <a:cubicBezTo>
                    <a:pt x="5787019" y="903366"/>
                    <a:pt x="5787019" y="908128"/>
                    <a:pt x="5786066" y="911938"/>
                  </a:cubicBezTo>
                  <a:cubicBezTo>
                    <a:pt x="5784161" y="919558"/>
                    <a:pt x="5787019" y="924321"/>
                    <a:pt x="5788924" y="927178"/>
                  </a:cubicBezTo>
                  <a:cubicBezTo>
                    <a:pt x="5790829" y="930036"/>
                    <a:pt x="5794639" y="930988"/>
                    <a:pt x="5795591" y="937656"/>
                  </a:cubicBezTo>
                  <a:cubicBezTo>
                    <a:pt x="5796544" y="944323"/>
                    <a:pt x="5795591" y="942418"/>
                    <a:pt x="5789877" y="951943"/>
                  </a:cubicBezTo>
                  <a:cubicBezTo>
                    <a:pt x="5784161" y="960516"/>
                    <a:pt x="5771779" y="957658"/>
                    <a:pt x="5771779" y="957658"/>
                  </a:cubicBezTo>
                  <a:lnTo>
                    <a:pt x="5770827" y="957658"/>
                  </a:lnTo>
                  <a:cubicBezTo>
                    <a:pt x="5770827" y="957658"/>
                    <a:pt x="5742252" y="954801"/>
                    <a:pt x="5735584" y="954801"/>
                  </a:cubicBezTo>
                  <a:cubicBezTo>
                    <a:pt x="5728916" y="954801"/>
                    <a:pt x="5700341" y="951943"/>
                    <a:pt x="5694627" y="951943"/>
                  </a:cubicBezTo>
                  <a:cubicBezTo>
                    <a:pt x="5688911" y="951943"/>
                    <a:pt x="5681291" y="950038"/>
                    <a:pt x="5679386" y="946228"/>
                  </a:cubicBezTo>
                  <a:cubicBezTo>
                    <a:pt x="5677482" y="942418"/>
                    <a:pt x="5673672" y="936703"/>
                    <a:pt x="5671766" y="940513"/>
                  </a:cubicBezTo>
                  <a:cubicBezTo>
                    <a:pt x="5669861" y="944323"/>
                    <a:pt x="5668909" y="951943"/>
                    <a:pt x="5667957" y="952896"/>
                  </a:cubicBezTo>
                  <a:cubicBezTo>
                    <a:pt x="5667957" y="954801"/>
                    <a:pt x="5668909" y="959563"/>
                    <a:pt x="5662241" y="960516"/>
                  </a:cubicBezTo>
                  <a:cubicBezTo>
                    <a:pt x="5656527" y="961468"/>
                    <a:pt x="5657479" y="964326"/>
                    <a:pt x="5656527" y="966231"/>
                  </a:cubicBezTo>
                  <a:cubicBezTo>
                    <a:pt x="5656527" y="968136"/>
                    <a:pt x="5658432" y="969088"/>
                    <a:pt x="5659384" y="970041"/>
                  </a:cubicBezTo>
                  <a:cubicBezTo>
                    <a:pt x="5660336" y="970993"/>
                    <a:pt x="5658432" y="976708"/>
                    <a:pt x="5656527" y="979566"/>
                  </a:cubicBezTo>
                  <a:cubicBezTo>
                    <a:pt x="5654622" y="982423"/>
                    <a:pt x="5649859" y="988138"/>
                    <a:pt x="5647954" y="990043"/>
                  </a:cubicBezTo>
                  <a:cubicBezTo>
                    <a:pt x="5646049" y="990996"/>
                    <a:pt x="5644144" y="992901"/>
                    <a:pt x="5646049" y="995758"/>
                  </a:cubicBezTo>
                  <a:cubicBezTo>
                    <a:pt x="5647954" y="998616"/>
                    <a:pt x="5647954" y="1004331"/>
                    <a:pt x="5645097" y="1004331"/>
                  </a:cubicBezTo>
                  <a:cubicBezTo>
                    <a:pt x="5641286" y="1004331"/>
                    <a:pt x="5631761" y="1004331"/>
                    <a:pt x="5630809" y="1008141"/>
                  </a:cubicBezTo>
                  <a:cubicBezTo>
                    <a:pt x="5630809" y="1011951"/>
                    <a:pt x="5626999" y="1015761"/>
                    <a:pt x="5623189" y="1013856"/>
                  </a:cubicBezTo>
                  <a:cubicBezTo>
                    <a:pt x="5619379" y="1011951"/>
                    <a:pt x="5613664" y="1012903"/>
                    <a:pt x="5613664" y="1014808"/>
                  </a:cubicBezTo>
                  <a:cubicBezTo>
                    <a:pt x="5613664" y="1016713"/>
                    <a:pt x="5615569" y="1021476"/>
                    <a:pt x="5610807" y="1023381"/>
                  </a:cubicBezTo>
                  <a:cubicBezTo>
                    <a:pt x="5606997" y="1025286"/>
                    <a:pt x="5605091" y="1025286"/>
                    <a:pt x="5606044" y="1027191"/>
                  </a:cubicBezTo>
                  <a:cubicBezTo>
                    <a:pt x="5607949" y="1031001"/>
                    <a:pt x="5607949" y="1031953"/>
                    <a:pt x="5610807" y="1031953"/>
                  </a:cubicBezTo>
                  <a:cubicBezTo>
                    <a:pt x="5613664" y="1031001"/>
                    <a:pt x="5618427" y="1040526"/>
                    <a:pt x="5620332" y="1043383"/>
                  </a:cubicBezTo>
                  <a:cubicBezTo>
                    <a:pt x="5622236" y="1046241"/>
                    <a:pt x="5650811" y="1107201"/>
                    <a:pt x="5650811" y="1107201"/>
                  </a:cubicBezTo>
                  <a:lnTo>
                    <a:pt x="5654622" y="1116726"/>
                  </a:lnTo>
                  <a:cubicBezTo>
                    <a:pt x="5660336" y="1123393"/>
                    <a:pt x="5654622" y="1124346"/>
                    <a:pt x="5652716" y="1132915"/>
                  </a:cubicBezTo>
                  <a:cubicBezTo>
                    <a:pt x="5651764" y="1137678"/>
                    <a:pt x="5654622" y="1136725"/>
                    <a:pt x="5654622" y="1143393"/>
                  </a:cubicBezTo>
                  <a:cubicBezTo>
                    <a:pt x="5654622" y="1150060"/>
                    <a:pt x="5653669" y="1158633"/>
                    <a:pt x="5655574" y="1161490"/>
                  </a:cubicBezTo>
                  <a:cubicBezTo>
                    <a:pt x="5657479" y="1164348"/>
                    <a:pt x="5663194" y="1178635"/>
                    <a:pt x="5662241" y="1185303"/>
                  </a:cubicBezTo>
                  <a:cubicBezTo>
                    <a:pt x="5662241" y="1186255"/>
                    <a:pt x="5662241" y="1188160"/>
                    <a:pt x="5662241" y="1189113"/>
                  </a:cubicBezTo>
                  <a:cubicBezTo>
                    <a:pt x="5662241" y="1193875"/>
                    <a:pt x="5663194" y="1195780"/>
                    <a:pt x="5666052" y="1196733"/>
                  </a:cubicBezTo>
                  <a:cubicBezTo>
                    <a:pt x="5667004" y="1196733"/>
                    <a:pt x="5667957" y="1197685"/>
                    <a:pt x="5668909" y="1197685"/>
                  </a:cubicBezTo>
                  <a:lnTo>
                    <a:pt x="5669861" y="1200543"/>
                  </a:lnTo>
                  <a:cubicBezTo>
                    <a:pt x="5669861" y="1200543"/>
                    <a:pt x="5676529" y="1205305"/>
                    <a:pt x="5675577" y="1213878"/>
                  </a:cubicBezTo>
                  <a:cubicBezTo>
                    <a:pt x="5674624" y="1221498"/>
                    <a:pt x="5675577" y="1220545"/>
                    <a:pt x="5675577" y="1222450"/>
                  </a:cubicBezTo>
                  <a:cubicBezTo>
                    <a:pt x="5676529" y="1224355"/>
                    <a:pt x="5674624" y="1230070"/>
                    <a:pt x="5672719" y="1231975"/>
                  </a:cubicBezTo>
                  <a:cubicBezTo>
                    <a:pt x="5671766" y="1233880"/>
                    <a:pt x="5670814" y="1236738"/>
                    <a:pt x="5672719" y="1239595"/>
                  </a:cubicBezTo>
                  <a:cubicBezTo>
                    <a:pt x="5674624" y="1242453"/>
                    <a:pt x="5674624" y="1252930"/>
                    <a:pt x="5670814" y="1255788"/>
                  </a:cubicBezTo>
                  <a:cubicBezTo>
                    <a:pt x="5667004" y="1259598"/>
                    <a:pt x="5665099" y="1262455"/>
                    <a:pt x="5667957" y="1266265"/>
                  </a:cubicBezTo>
                  <a:cubicBezTo>
                    <a:pt x="5669861" y="1269123"/>
                    <a:pt x="5676529" y="1281505"/>
                    <a:pt x="5668909" y="1277695"/>
                  </a:cubicBezTo>
                  <a:cubicBezTo>
                    <a:pt x="5661289" y="1273885"/>
                    <a:pt x="5661289" y="1278648"/>
                    <a:pt x="5663194" y="1279600"/>
                  </a:cubicBezTo>
                  <a:cubicBezTo>
                    <a:pt x="5666052" y="1280553"/>
                    <a:pt x="5669861" y="1286268"/>
                    <a:pt x="5663194" y="1286268"/>
                  </a:cubicBezTo>
                  <a:cubicBezTo>
                    <a:pt x="5656527" y="1287220"/>
                    <a:pt x="5656527" y="1289125"/>
                    <a:pt x="5656527" y="1289125"/>
                  </a:cubicBezTo>
                  <a:cubicBezTo>
                    <a:pt x="5656527" y="1289125"/>
                    <a:pt x="5653669" y="1291983"/>
                    <a:pt x="5650811" y="1289125"/>
                  </a:cubicBezTo>
                  <a:cubicBezTo>
                    <a:pt x="5647954" y="1286268"/>
                    <a:pt x="5644144" y="1288173"/>
                    <a:pt x="5644144" y="1291030"/>
                  </a:cubicBezTo>
                  <a:cubicBezTo>
                    <a:pt x="5644144" y="1293888"/>
                    <a:pt x="5644144" y="1295793"/>
                    <a:pt x="5639382" y="1296745"/>
                  </a:cubicBezTo>
                  <a:cubicBezTo>
                    <a:pt x="5635572" y="1297698"/>
                    <a:pt x="5628904" y="1298650"/>
                    <a:pt x="5626999" y="1300555"/>
                  </a:cubicBezTo>
                  <a:cubicBezTo>
                    <a:pt x="5625094" y="1302460"/>
                    <a:pt x="5622236" y="1307223"/>
                    <a:pt x="5619379" y="1309128"/>
                  </a:cubicBezTo>
                  <a:cubicBezTo>
                    <a:pt x="5616522" y="1311033"/>
                    <a:pt x="5614616" y="1311985"/>
                    <a:pt x="5613664" y="1314843"/>
                  </a:cubicBezTo>
                  <a:cubicBezTo>
                    <a:pt x="5612711" y="1317700"/>
                    <a:pt x="5609854" y="1319605"/>
                    <a:pt x="5614616" y="1320558"/>
                  </a:cubicBezTo>
                  <a:cubicBezTo>
                    <a:pt x="5618427" y="1321510"/>
                    <a:pt x="5623189" y="1320558"/>
                    <a:pt x="5624141" y="1317700"/>
                  </a:cubicBezTo>
                  <a:cubicBezTo>
                    <a:pt x="5626047" y="1314843"/>
                    <a:pt x="5628904" y="1318653"/>
                    <a:pt x="5631761" y="1322463"/>
                  </a:cubicBezTo>
                  <a:cubicBezTo>
                    <a:pt x="5633666" y="1327225"/>
                    <a:pt x="5639382" y="1335798"/>
                    <a:pt x="5636524" y="1337703"/>
                  </a:cubicBezTo>
                  <a:cubicBezTo>
                    <a:pt x="5633666" y="1339608"/>
                    <a:pt x="5636524" y="1344370"/>
                    <a:pt x="5639382" y="1346275"/>
                  </a:cubicBezTo>
                  <a:cubicBezTo>
                    <a:pt x="5642239" y="1348180"/>
                    <a:pt x="5641286" y="1349133"/>
                    <a:pt x="5641286" y="1351038"/>
                  </a:cubicBezTo>
                  <a:cubicBezTo>
                    <a:pt x="5641286" y="1352943"/>
                    <a:pt x="5636524" y="1355800"/>
                    <a:pt x="5635572" y="1354848"/>
                  </a:cubicBezTo>
                  <a:cubicBezTo>
                    <a:pt x="5631761" y="1351038"/>
                    <a:pt x="5627952" y="1344370"/>
                    <a:pt x="5626999" y="1342465"/>
                  </a:cubicBezTo>
                  <a:cubicBezTo>
                    <a:pt x="5626047" y="1338655"/>
                    <a:pt x="5623189" y="1335798"/>
                    <a:pt x="5621284" y="1339608"/>
                  </a:cubicBezTo>
                  <a:cubicBezTo>
                    <a:pt x="5619379" y="1343418"/>
                    <a:pt x="5622236" y="1343418"/>
                    <a:pt x="5619379" y="1344370"/>
                  </a:cubicBezTo>
                  <a:cubicBezTo>
                    <a:pt x="5616522" y="1344370"/>
                    <a:pt x="5613664" y="1342465"/>
                    <a:pt x="5614616" y="1340560"/>
                  </a:cubicBezTo>
                  <a:cubicBezTo>
                    <a:pt x="5614616" y="1338655"/>
                    <a:pt x="5613664" y="1338655"/>
                    <a:pt x="5610807" y="1338655"/>
                  </a:cubicBezTo>
                  <a:cubicBezTo>
                    <a:pt x="5608902" y="1338655"/>
                    <a:pt x="5605091" y="1331035"/>
                    <a:pt x="5602234" y="1328178"/>
                  </a:cubicBezTo>
                  <a:cubicBezTo>
                    <a:pt x="5599377" y="1325320"/>
                    <a:pt x="5593661" y="1320558"/>
                    <a:pt x="5595566" y="1313890"/>
                  </a:cubicBezTo>
                  <a:cubicBezTo>
                    <a:pt x="5597472" y="1307223"/>
                    <a:pt x="5595566" y="1302460"/>
                    <a:pt x="5592709" y="1301508"/>
                  </a:cubicBezTo>
                  <a:cubicBezTo>
                    <a:pt x="5589852" y="1300555"/>
                    <a:pt x="5577469" y="1304365"/>
                    <a:pt x="5578422" y="1298650"/>
                  </a:cubicBezTo>
                  <a:cubicBezTo>
                    <a:pt x="5579374" y="1292935"/>
                    <a:pt x="5575564" y="1293888"/>
                    <a:pt x="5573659" y="1293888"/>
                  </a:cubicBezTo>
                  <a:cubicBezTo>
                    <a:pt x="5570802" y="1293888"/>
                    <a:pt x="5567944" y="1293888"/>
                    <a:pt x="5566991" y="1291983"/>
                  </a:cubicBezTo>
                  <a:cubicBezTo>
                    <a:pt x="5566039" y="1290078"/>
                    <a:pt x="5564134" y="1290078"/>
                    <a:pt x="5562229" y="1291030"/>
                  </a:cubicBezTo>
                  <a:cubicBezTo>
                    <a:pt x="5561277" y="1291983"/>
                    <a:pt x="5560324" y="1291030"/>
                    <a:pt x="5558419" y="1291983"/>
                  </a:cubicBezTo>
                  <a:cubicBezTo>
                    <a:pt x="5556514" y="1293888"/>
                    <a:pt x="5558419" y="1297698"/>
                    <a:pt x="5556514" y="1299603"/>
                  </a:cubicBezTo>
                  <a:cubicBezTo>
                    <a:pt x="5554609" y="1301508"/>
                    <a:pt x="5553657" y="1305318"/>
                    <a:pt x="5554609" y="1307223"/>
                  </a:cubicBezTo>
                  <a:cubicBezTo>
                    <a:pt x="5555561" y="1309128"/>
                    <a:pt x="5555561" y="1313890"/>
                    <a:pt x="5554609" y="1316748"/>
                  </a:cubicBezTo>
                  <a:cubicBezTo>
                    <a:pt x="5553657" y="1319605"/>
                    <a:pt x="5554609" y="1329130"/>
                    <a:pt x="5556514" y="1331988"/>
                  </a:cubicBezTo>
                  <a:cubicBezTo>
                    <a:pt x="5558419" y="1334845"/>
                    <a:pt x="5558419" y="1342465"/>
                    <a:pt x="5556514" y="1347228"/>
                  </a:cubicBezTo>
                  <a:cubicBezTo>
                    <a:pt x="5553657" y="1351990"/>
                    <a:pt x="5556514" y="1361515"/>
                    <a:pt x="5558419" y="1363420"/>
                  </a:cubicBezTo>
                  <a:cubicBezTo>
                    <a:pt x="5560324" y="1365325"/>
                    <a:pt x="5558419" y="1373898"/>
                    <a:pt x="5552704" y="1373898"/>
                  </a:cubicBezTo>
                  <a:cubicBezTo>
                    <a:pt x="5547941" y="1372945"/>
                    <a:pt x="5545084" y="1373898"/>
                    <a:pt x="5546036" y="1378660"/>
                  </a:cubicBezTo>
                  <a:cubicBezTo>
                    <a:pt x="5546989" y="1383423"/>
                    <a:pt x="5546036" y="1385328"/>
                    <a:pt x="5543179" y="1386280"/>
                  </a:cubicBezTo>
                  <a:cubicBezTo>
                    <a:pt x="5541274" y="1386280"/>
                    <a:pt x="5539369" y="1385328"/>
                    <a:pt x="5531749" y="1380565"/>
                  </a:cubicBezTo>
                  <a:cubicBezTo>
                    <a:pt x="5526034" y="1379613"/>
                    <a:pt x="5521272" y="1381518"/>
                    <a:pt x="5520319" y="1382470"/>
                  </a:cubicBezTo>
                  <a:cubicBezTo>
                    <a:pt x="5520319" y="1385328"/>
                    <a:pt x="5517461" y="1387233"/>
                    <a:pt x="5516509" y="1389138"/>
                  </a:cubicBezTo>
                  <a:cubicBezTo>
                    <a:pt x="5514604" y="1391043"/>
                    <a:pt x="5510794" y="1400568"/>
                    <a:pt x="5512699" y="1405330"/>
                  </a:cubicBezTo>
                  <a:cubicBezTo>
                    <a:pt x="5514604" y="1410093"/>
                    <a:pt x="5509841" y="1420570"/>
                    <a:pt x="5506032" y="1423428"/>
                  </a:cubicBezTo>
                  <a:cubicBezTo>
                    <a:pt x="5500316" y="1427238"/>
                    <a:pt x="5499364" y="1429143"/>
                    <a:pt x="5499364" y="1432000"/>
                  </a:cubicBezTo>
                  <a:cubicBezTo>
                    <a:pt x="5499364" y="1434858"/>
                    <a:pt x="5500316" y="1437715"/>
                    <a:pt x="5499364" y="1442478"/>
                  </a:cubicBezTo>
                  <a:cubicBezTo>
                    <a:pt x="5496507" y="1450098"/>
                    <a:pt x="5478409" y="1446288"/>
                    <a:pt x="5473647" y="1446288"/>
                  </a:cubicBezTo>
                  <a:cubicBezTo>
                    <a:pt x="5468884" y="1446288"/>
                    <a:pt x="5459359" y="1452003"/>
                    <a:pt x="5456502" y="1452955"/>
                  </a:cubicBezTo>
                  <a:cubicBezTo>
                    <a:pt x="5456502" y="1453908"/>
                    <a:pt x="5449834" y="1456765"/>
                    <a:pt x="5440309" y="1459623"/>
                  </a:cubicBezTo>
                  <a:cubicBezTo>
                    <a:pt x="5430784" y="1462480"/>
                    <a:pt x="5424116" y="1461528"/>
                    <a:pt x="5418402" y="1460575"/>
                  </a:cubicBezTo>
                  <a:cubicBezTo>
                    <a:pt x="5412686" y="1459623"/>
                    <a:pt x="5410782" y="1459623"/>
                    <a:pt x="5409829" y="1462480"/>
                  </a:cubicBezTo>
                  <a:cubicBezTo>
                    <a:pt x="5408877" y="1465338"/>
                    <a:pt x="5406019" y="1465338"/>
                    <a:pt x="5412686" y="1469148"/>
                  </a:cubicBezTo>
                  <a:cubicBezTo>
                    <a:pt x="5414591" y="1470100"/>
                    <a:pt x="5415544" y="1472005"/>
                    <a:pt x="5416497" y="1473910"/>
                  </a:cubicBezTo>
                  <a:cubicBezTo>
                    <a:pt x="5418402" y="1481530"/>
                    <a:pt x="5417449" y="1485340"/>
                    <a:pt x="5419354" y="1490103"/>
                  </a:cubicBezTo>
                  <a:cubicBezTo>
                    <a:pt x="5420307" y="1492008"/>
                    <a:pt x="5421259" y="1494865"/>
                    <a:pt x="5423164" y="1496770"/>
                  </a:cubicBezTo>
                  <a:cubicBezTo>
                    <a:pt x="5425069" y="1498675"/>
                    <a:pt x="5426022" y="1501533"/>
                    <a:pt x="5428879" y="1502485"/>
                  </a:cubicBezTo>
                  <a:cubicBezTo>
                    <a:pt x="5433641" y="1503438"/>
                    <a:pt x="5438404" y="1502485"/>
                    <a:pt x="5440309" y="1508200"/>
                  </a:cubicBezTo>
                  <a:cubicBezTo>
                    <a:pt x="5442214" y="1513915"/>
                    <a:pt x="5443166" y="1514868"/>
                    <a:pt x="5445072" y="1516773"/>
                  </a:cubicBezTo>
                  <a:cubicBezTo>
                    <a:pt x="5446977" y="1518678"/>
                    <a:pt x="5446024" y="1523440"/>
                    <a:pt x="5444119" y="1526298"/>
                  </a:cubicBezTo>
                  <a:cubicBezTo>
                    <a:pt x="5442214" y="1529155"/>
                    <a:pt x="5441261" y="1531060"/>
                    <a:pt x="5441261" y="1534870"/>
                  </a:cubicBezTo>
                  <a:cubicBezTo>
                    <a:pt x="5441261" y="1536775"/>
                    <a:pt x="5441261" y="1539633"/>
                    <a:pt x="5440309" y="1541538"/>
                  </a:cubicBezTo>
                  <a:cubicBezTo>
                    <a:pt x="5439357" y="1543443"/>
                    <a:pt x="5437452" y="1545348"/>
                    <a:pt x="5436499" y="1546300"/>
                  </a:cubicBezTo>
                  <a:cubicBezTo>
                    <a:pt x="5432689" y="1548205"/>
                    <a:pt x="5427927" y="1548205"/>
                    <a:pt x="5424116" y="1545348"/>
                  </a:cubicBezTo>
                  <a:cubicBezTo>
                    <a:pt x="5422211" y="1543443"/>
                    <a:pt x="5412686" y="1541538"/>
                    <a:pt x="5410782" y="1544395"/>
                  </a:cubicBezTo>
                  <a:cubicBezTo>
                    <a:pt x="5408877" y="1548205"/>
                    <a:pt x="5404114" y="1550110"/>
                    <a:pt x="5400304" y="1550110"/>
                  </a:cubicBezTo>
                  <a:cubicBezTo>
                    <a:pt x="5397447" y="1551063"/>
                    <a:pt x="5390779" y="1551063"/>
                    <a:pt x="5387922" y="1552015"/>
                  </a:cubicBezTo>
                  <a:cubicBezTo>
                    <a:pt x="5386016" y="1553920"/>
                    <a:pt x="5378397" y="1552968"/>
                    <a:pt x="5375539" y="1550110"/>
                  </a:cubicBezTo>
                  <a:cubicBezTo>
                    <a:pt x="5373634" y="1547253"/>
                    <a:pt x="5372682" y="1543443"/>
                    <a:pt x="5368872" y="1546300"/>
                  </a:cubicBezTo>
                  <a:cubicBezTo>
                    <a:pt x="5365061" y="1549158"/>
                    <a:pt x="5362204" y="1551063"/>
                    <a:pt x="5358394" y="1550110"/>
                  </a:cubicBezTo>
                  <a:cubicBezTo>
                    <a:pt x="5354584" y="1549158"/>
                    <a:pt x="5347916" y="1551063"/>
                    <a:pt x="5345059" y="1547253"/>
                  </a:cubicBezTo>
                  <a:cubicBezTo>
                    <a:pt x="5342202" y="1543443"/>
                    <a:pt x="5340297" y="1542490"/>
                    <a:pt x="5336486" y="1543443"/>
                  </a:cubicBezTo>
                  <a:cubicBezTo>
                    <a:pt x="5332677" y="1544395"/>
                    <a:pt x="5330772" y="1539633"/>
                    <a:pt x="5333629" y="1537728"/>
                  </a:cubicBezTo>
                  <a:cubicBezTo>
                    <a:pt x="5335534" y="1536775"/>
                    <a:pt x="5334582" y="1534870"/>
                    <a:pt x="5333629" y="1532965"/>
                  </a:cubicBezTo>
                  <a:cubicBezTo>
                    <a:pt x="5332677" y="1532013"/>
                    <a:pt x="5330772" y="1531060"/>
                    <a:pt x="5328866" y="1531060"/>
                  </a:cubicBezTo>
                  <a:cubicBezTo>
                    <a:pt x="5326009" y="1531060"/>
                    <a:pt x="5318389" y="1525345"/>
                    <a:pt x="5320294" y="1521535"/>
                  </a:cubicBezTo>
                  <a:cubicBezTo>
                    <a:pt x="5322199" y="1517725"/>
                    <a:pt x="5319341" y="1516773"/>
                    <a:pt x="5315532" y="1516773"/>
                  </a:cubicBezTo>
                  <a:cubicBezTo>
                    <a:pt x="5312674" y="1516773"/>
                    <a:pt x="5305054" y="1510105"/>
                    <a:pt x="5302197" y="1515820"/>
                  </a:cubicBezTo>
                  <a:cubicBezTo>
                    <a:pt x="5302197" y="1515820"/>
                    <a:pt x="5302197" y="1525345"/>
                    <a:pt x="5295529" y="1524393"/>
                  </a:cubicBezTo>
                  <a:cubicBezTo>
                    <a:pt x="5288861" y="1523440"/>
                    <a:pt x="5286957" y="1522488"/>
                    <a:pt x="5286957" y="1527250"/>
                  </a:cubicBezTo>
                  <a:cubicBezTo>
                    <a:pt x="5286957" y="1532013"/>
                    <a:pt x="5286004" y="1529155"/>
                    <a:pt x="5281241" y="1532013"/>
                  </a:cubicBezTo>
                  <a:cubicBezTo>
                    <a:pt x="5276479" y="1534870"/>
                    <a:pt x="5276479" y="1539633"/>
                    <a:pt x="5277432" y="1544395"/>
                  </a:cubicBezTo>
                  <a:cubicBezTo>
                    <a:pt x="5279336" y="1548205"/>
                    <a:pt x="5278384" y="1551063"/>
                    <a:pt x="5276479" y="1553920"/>
                  </a:cubicBezTo>
                  <a:cubicBezTo>
                    <a:pt x="5274574" y="1556778"/>
                    <a:pt x="5275527" y="1560588"/>
                    <a:pt x="5274574" y="1563445"/>
                  </a:cubicBezTo>
                  <a:cubicBezTo>
                    <a:pt x="5273622" y="1566303"/>
                    <a:pt x="5273622" y="1567255"/>
                    <a:pt x="5273622" y="1567255"/>
                  </a:cubicBezTo>
                  <a:cubicBezTo>
                    <a:pt x="5273622" y="1569160"/>
                    <a:pt x="5273622" y="1569160"/>
                    <a:pt x="5276479" y="1572018"/>
                  </a:cubicBezTo>
                  <a:cubicBezTo>
                    <a:pt x="5279336" y="1574875"/>
                    <a:pt x="5276479" y="1577733"/>
                    <a:pt x="5272669" y="1577733"/>
                  </a:cubicBezTo>
                  <a:cubicBezTo>
                    <a:pt x="5268859" y="1577733"/>
                    <a:pt x="5263144" y="1578685"/>
                    <a:pt x="5264097" y="1582495"/>
                  </a:cubicBezTo>
                  <a:cubicBezTo>
                    <a:pt x="5265049" y="1586305"/>
                    <a:pt x="5255524" y="1601545"/>
                    <a:pt x="5255524" y="1606308"/>
                  </a:cubicBezTo>
                  <a:cubicBezTo>
                    <a:pt x="5254572" y="1611070"/>
                    <a:pt x="5246952" y="1617738"/>
                    <a:pt x="5244094" y="1621548"/>
                  </a:cubicBezTo>
                  <a:cubicBezTo>
                    <a:pt x="5241236" y="1624405"/>
                    <a:pt x="5244094" y="1628215"/>
                    <a:pt x="5241236" y="1631073"/>
                  </a:cubicBezTo>
                  <a:cubicBezTo>
                    <a:pt x="5238379" y="1633930"/>
                    <a:pt x="5238379" y="1635835"/>
                    <a:pt x="5238379" y="1640598"/>
                  </a:cubicBezTo>
                  <a:cubicBezTo>
                    <a:pt x="5238379" y="1645360"/>
                    <a:pt x="5236474" y="1649170"/>
                    <a:pt x="5229807" y="1647265"/>
                  </a:cubicBezTo>
                  <a:cubicBezTo>
                    <a:pt x="5223139" y="1645360"/>
                    <a:pt x="5220282" y="1647265"/>
                    <a:pt x="5219329" y="1650123"/>
                  </a:cubicBezTo>
                  <a:cubicBezTo>
                    <a:pt x="5218377" y="1652980"/>
                    <a:pt x="5210757" y="1653933"/>
                    <a:pt x="5208852" y="1654885"/>
                  </a:cubicBezTo>
                  <a:cubicBezTo>
                    <a:pt x="5205994" y="1655838"/>
                    <a:pt x="5202184" y="1663458"/>
                    <a:pt x="5204089" y="1666315"/>
                  </a:cubicBezTo>
                  <a:cubicBezTo>
                    <a:pt x="5207899" y="1672983"/>
                    <a:pt x="5195516" y="1672030"/>
                    <a:pt x="5195516" y="1672030"/>
                  </a:cubicBezTo>
                  <a:cubicBezTo>
                    <a:pt x="5195516" y="1672030"/>
                    <a:pt x="5190754" y="1679650"/>
                    <a:pt x="5187897" y="1681555"/>
                  </a:cubicBezTo>
                  <a:cubicBezTo>
                    <a:pt x="5185039" y="1683460"/>
                    <a:pt x="5184086" y="1690128"/>
                    <a:pt x="5175514" y="1691080"/>
                  </a:cubicBezTo>
                  <a:cubicBezTo>
                    <a:pt x="5166941" y="1692033"/>
                    <a:pt x="5162179" y="1697748"/>
                    <a:pt x="5161227" y="1698700"/>
                  </a:cubicBezTo>
                  <a:cubicBezTo>
                    <a:pt x="5159322" y="1699653"/>
                    <a:pt x="5152654" y="1704415"/>
                    <a:pt x="5149797" y="1705368"/>
                  </a:cubicBezTo>
                  <a:cubicBezTo>
                    <a:pt x="5147891" y="1706320"/>
                    <a:pt x="5145986" y="1712035"/>
                    <a:pt x="5145034" y="1713940"/>
                  </a:cubicBezTo>
                  <a:cubicBezTo>
                    <a:pt x="5144082" y="1715845"/>
                    <a:pt x="5139319" y="1720608"/>
                    <a:pt x="5139319" y="1720608"/>
                  </a:cubicBezTo>
                  <a:cubicBezTo>
                    <a:pt x="5139319" y="1720608"/>
                    <a:pt x="5131699" y="1723465"/>
                    <a:pt x="5127889" y="1727275"/>
                  </a:cubicBezTo>
                  <a:cubicBezTo>
                    <a:pt x="5125032" y="1731085"/>
                    <a:pt x="5119316" y="1732990"/>
                    <a:pt x="5119316" y="1736800"/>
                  </a:cubicBezTo>
                  <a:cubicBezTo>
                    <a:pt x="5118364" y="1740610"/>
                    <a:pt x="5118364" y="1746325"/>
                    <a:pt x="5113602" y="1749183"/>
                  </a:cubicBezTo>
                  <a:cubicBezTo>
                    <a:pt x="5108839" y="1752040"/>
                    <a:pt x="5103124" y="1764423"/>
                    <a:pt x="5098361" y="1766328"/>
                  </a:cubicBezTo>
                  <a:cubicBezTo>
                    <a:pt x="5094552" y="1769185"/>
                    <a:pt x="5087884" y="1774900"/>
                    <a:pt x="5087884" y="1778710"/>
                  </a:cubicBezTo>
                  <a:cubicBezTo>
                    <a:pt x="5085027" y="1782520"/>
                    <a:pt x="5077407" y="1796808"/>
                    <a:pt x="5074549" y="1804428"/>
                  </a:cubicBezTo>
                  <a:cubicBezTo>
                    <a:pt x="5070739" y="1815858"/>
                    <a:pt x="5052641" y="1819668"/>
                    <a:pt x="5038354" y="1821573"/>
                  </a:cubicBezTo>
                  <a:cubicBezTo>
                    <a:pt x="5024066" y="1822525"/>
                    <a:pt x="5002159" y="1830145"/>
                    <a:pt x="4985966" y="1838718"/>
                  </a:cubicBezTo>
                  <a:cubicBezTo>
                    <a:pt x="4968822" y="1847290"/>
                    <a:pt x="4948819" y="1858720"/>
                    <a:pt x="4936436" y="1873960"/>
                  </a:cubicBezTo>
                  <a:cubicBezTo>
                    <a:pt x="4925007" y="1888248"/>
                    <a:pt x="4917386" y="1891105"/>
                    <a:pt x="4904052" y="1898725"/>
                  </a:cubicBezTo>
                  <a:cubicBezTo>
                    <a:pt x="4891669" y="1906345"/>
                    <a:pt x="4881191" y="1927300"/>
                    <a:pt x="4873572" y="1944445"/>
                  </a:cubicBezTo>
                  <a:cubicBezTo>
                    <a:pt x="4865952" y="1961590"/>
                    <a:pt x="4860237" y="1972068"/>
                    <a:pt x="4847854" y="1964448"/>
                  </a:cubicBezTo>
                  <a:cubicBezTo>
                    <a:pt x="4836424" y="1957780"/>
                    <a:pt x="4827852" y="1967305"/>
                    <a:pt x="4826899" y="1974925"/>
                  </a:cubicBezTo>
                  <a:cubicBezTo>
                    <a:pt x="4826899" y="1983498"/>
                    <a:pt x="4826899" y="1987308"/>
                    <a:pt x="4814516" y="1992070"/>
                  </a:cubicBezTo>
                  <a:cubicBezTo>
                    <a:pt x="4802134" y="1996833"/>
                    <a:pt x="4797372" y="1995880"/>
                    <a:pt x="4788799" y="2003500"/>
                  </a:cubicBezTo>
                  <a:cubicBezTo>
                    <a:pt x="4780227" y="2012073"/>
                    <a:pt x="4780227" y="2003500"/>
                    <a:pt x="4779274" y="1992070"/>
                  </a:cubicBezTo>
                  <a:cubicBezTo>
                    <a:pt x="4778322" y="1979688"/>
                    <a:pt x="4784989" y="1978735"/>
                    <a:pt x="4802134" y="1972068"/>
                  </a:cubicBezTo>
                  <a:cubicBezTo>
                    <a:pt x="4819279" y="1964448"/>
                    <a:pt x="4819279" y="1961590"/>
                    <a:pt x="4826899" y="1950160"/>
                  </a:cubicBezTo>
                  <a:cubicBezTo>
                    <a:pt x="4834519" y="1938730"/>
                    <a:pt x="4829756" y="1928253"/>
                    <a:pt x="4831662" y="1918728"/>
                  </a:cubicBezTo>
                  <a:cubicBezTo>
                    <a:pt x="4833566" y="1909203"/>
                    <a:pt x="4822137" y="1913013"/>
                    <a:pt x="4802134" y="1917775"/>
                  </a:cubicBezTo>
                  <a:cubicBezTo>
                    <a:pt x="4782131" y="1921585"/>
                    <a:pt x="4783084" y="1906345"/>
                    <a:pt x="4783084" y="1897773"/>
                  </a:cubicBezTo>
                  <a:cubicBezTo>
                    <a:pt x="4783084" y="1888248"/>
                    <a:pt x="4785941" y="1888248"/>
                    <a:pt x="4798324" y="1882533"/>
                  </a:cubicBezTo>
                  <a:cubicBezTo>
                    <a:pt x="4810706" y="1877770"/>
                    <a:pt x="4804991" y="1871103"/>
                    <a:pt x="4802134" y="1860625"/>
                  </a:cubicBezTo>
                  <a:cubicBezTo>
                    <a:pt x="4799277" y="1850148"/>
                    <a:pt x="4804991" y="1852053"/>
                    <a:pt x="4817374" y="1842528"/>
                  </a:cubicBezTo>
                  <a:cubicBezTo>
                    <a:pt x="4829756" y="1833003"/>
                    <a:pt x="4829756" y="1835860"/>
                    <a:pt x="4838329" y="1822525"/>
                  </a:cubicBezTo>
                  <a:cubicBezTo>
                    <a:pt x="4846902" y="1809190"/>
                    <a:pt x="4861189" y="1780615"/>
                    <a:pt x="4866904" y="1764423"/>
                  </a:cubicBezTo>
                  <a:cubicBezTo>
                    <a:pt x="4873572" y="1748230"/>
                    <a:pt x="4860237" y="1745373"/>
                    <a:pt x="4846902" y="1728228"/>
                  </a:cubicBezTo>
                  <a:cubicBezTo>
                    <a:pt x="4833566" y="1711083"/>
                    <a:pt x="4836424" y="1718703"/>
                    <a:pt x="4832614" y="1705368"/>
                  </a:cubicBezTo>
                  <a:cubicBezTo>
                    <a:pt x="4828804" y="1692033"/>
                    <a:pt x="4825947" y="1688223"/>
                    <a:pt x="4817374" y="1686318"/>
                  </a:cubicBezTo>
                  <a:cubicBezTo>
                    <a:pt x="4808802" y="1684413"/>
                    <a:pt x="4807849" y="1691080"/>
                    <a:pt x="4806897" y="1702510"/>
                  </a:cubicBezTo>
                  <a:cubicBezTo>
                    <a:pt x="4806897" y="1713940"/>
                    <a:pt x="4787847" y="1712035"/>
                    <a:pt x="4770702" y="1708225"/>
                  </a:cubicBezTo>
                  <a:cubicBezTo>
                    <a:pt x="4753556" y="1705368"/>
                    <a:pt x="4730697" y="1731085"/>
                    <a:pt x="4726887" y="1737753"/>
                  </a:cubicBezTo>
                  <a:cubicBezTo>
                    <a:pt x="4723077" y="1744420"/>
                    <a:pt x="4723077" y="1752040"/>
                    <a:pt x="4713552" y="1765375"/>
                  </a:cubicBezTo>
                  <a:cubicBezTo>
                    <a:pt x="4704027" y="1778710"/>
                    <a:pt x="4702122" y="1782520"/>
                    <a:pt x="4695454" y="1797760"/>
                  </a:cubicBezTo>
                  <a:cubicBezTo>
                    <a:pt x="4688787" y="1813953"/>
                    <a:pt x="4684024" y="1816810"/>
                    <a:pt x="4666879" y="1827288"/>
                  </a:cubicBezTo>
                  <a:cubicBezTo>
                    <a:pt x="4648781" y="1837765"/>
                    <a:pt x="4627827" y="1855863"/>
                    <a:pt x="4611634" y="1864435"/>
                  </a:cubicBezTo>
                  <a:cubicBezTo>
                    <a:pt x="4596394" y="1873960"/>
                    <a:pt x="4584012" y="1901583"/>
                    <a:pt x="4581154" y="1921585"/>
                  </a:cubicBezTo>
                  <a:cubicBezTo>
                    <a:pt x="4577344" y="1941588"/>
                    <a:pt x="4572581" y="1951113"/>
                    <a:pt x="4566866" y="1962543"/>
                  </a:cubicBezTo>
                  <a:cubicBezTo>
                    <a:pt x="4561152" y="1973020"/>
                    <a:pt x="4546864" y="1977783"/>
                    <a:pt x="4531624" y="1976830"/>
                  </a:cubicBezTo>
                  <a:cubicBezTo>
                    <a:pt x="4516384" y="1975878"/>
                    <a:pt x="4512574" y="1977783"/>
                    <a:pt x="4503049" y="1987308"/>
                  </a:cubicBezTo>
                  <a:cubicBezTo>
                    <a:pt x="4492572" y="1996833"/>
                    <a:pt x="4483047" y="1990165"/>
                    <a:pt x="4476379" y="1979688"/>
                  </a:cubicBezTo>
                  <a:cubicBezTo>
                    <a:pt x="4469712" y="1969210"/>
                    <a:pt x="4457329" y="1971115"/>
                    <a:pt x="4448756" y="1974925"/>
                  </a:cubicBezTo>
                  <a:cubicBezTo>
                    <a:pt x="4440184" y="1978735"/>
                    <a:pt x="4430659" y="1986355"/>
                    <a:pt x="4430659" y="2001595"/>
                  </a:cubicBezTo>
                  <a:cubicBezTo>
                    <a:pt x="4430659" y="2015883"/>
                    <a:pt x="4426849" y="2021598"/>
                    <a:pt x="4420181" y="2032075"/>
                  </a:cubicBezTo>
                  <a:cubicBezTo>
                    <a:pt x="4413514" y="2041600"/>
                    <a:pt x="4411609" y="2061603"/>
                    <a:pt x="4422087" y="2069223"/>
                  </a:cubicBezTo>
                  <a:cubicBezTo>
                    <a:pt x="4432564" y="2077795"/>
                    <a:pt x="4434469" y="2090178"/>
                    <a:pt x="4446852" y="2104465"/>
                  </a:cubicBezTo>
                  <a:cubicBezTo>
                    <a:pt x="4459234" y="2117801"/>
                    <a:pt x="4469712" y="2128278"/>
                    <a:pt x="4474474" y="2138756"/>
                  </a:cubicBezTo>
                  <a:cubicBezTo>
                    <a:pt x="4479237" y="2149233"/>
                    <a:pt x="4485904" y="2139708"/>
                    <a:pt x="4489714" y="2130183"/>
                  </a:cubicBezTo>
                  <a:cubicBezTo>
                    <a:pt x="4493524" y="2120658"/>
                    <a:pt x="4501144" y="2127326"/>
                    <a:pt x="4514479" y="2132088"/>
                  </a:cubicBezTo>
                  <a:cubicBezTo>
                    <a:pt x="4527814" y="2136851"/>
                    <a:pt x="4536387" y="2122563"/>
                    <a:pt x="4541149" y="2114943"/>
                  </a:cubicBezTo>
                  <a:cubicBezTo>
                    <a:pt x="4545912" y="2106371"/>
                    <a:pt x="4556389" y="2111133"/>
                    <a:pt x="4565914" y="2120658"/>
                  </a:cubicBezTo>
                  <a:cubicBezTo>
                    <a:pt x="4575439" y="2130183"/>
                    <a:pt x="4578297" y="2137803"/>
                    <a:pt x="4584012" y="2148281"/>
                  </a:cubicBezTo>
                  <a:cubicBezTo>
                    <a:pt x="4589727" y="2158758"/>
                    <a:pt x="4590679" y="2167331"/>
                    <a:pt x="4579249" y="2176856"/>
                  </a:cubicBezTo>
                  <a:cubicBezTo>
                    <a:pt x="4568772" y="2187333"/>
                    <a:pt x="4572581" y="2197810"/>
                    <a:pt x="4573534" y="2213051"/>
                  </a:cubicBezTo>
                  <a:cubicBezTo>
                    <a:pt x="4574487" y="2228290"/>
                    <a:pt x="4578297" y="2234006"/>
                    <a:pt x="4594489" y="2240673"/>
                  </a:cubicBezTo>
                  <a:cubicBezTo>
                    <a:pt x="4610681" y="2247340"/>
                    <a:pt x="4621159" y="2247340"/>
                    <a:pt x="4630684" y="2245435"/>
                  </a:cubicBezTo>
                  <a:cubicBezTo>
                    <a:pt x="4640209" y="2243531"/>
                    <a:pt x="4640209" y="2241626"/>
                    <a:pt x="4653544" y="2241626"/>
                  </a:cubicBezTo>
                  <a:cubicBezTo>
                    <a:pt x="4666879" y="2241626"/>
                    <a:pt x="4662116" y="2243531"/>
                    <a:pt x="4667831" y="2237815"/>
                  </a:cubicBezTo>
                  <a:cubicBezTo>
                    <a:pt x="4673547" y="2232101"/>
                    <a:pt x="4676404" y="2221623"/>
                    <a:pt x="4674499" y="2213051"/>
                  </a:cubicBezTo>
                  <a:cubicBezTo>
                    <a:pt x="4672594" y="2204478"/>
                    <a:pt x="4675452" y="2204478"/>
                    <a:pt x="4684977" y="2201621"/>
                  </a:cubicBezTo>
                  <a:cubicBezTo>
                    <a:pt x="4694502" y="2197810"/>
                    <a:pt x="4694502" y="2196858"/>
                    <a:pt x="4703074" y="2189238"/>
                  </a:cubicBezTo>
                  <a:cubicBezTo>
                    <a:pt x="4711647" y="2181618"/>
                    <a:pt x="4720219" y="2167331"/>
                    <a:pt x="4729744" y="2153996"/>
                  </a:cubicBezTo>
                  <a:cubicBezTo>
                    <a:pt x="4739269" y="2140660"/>
                    <a:pt x="4750699" y="2138756"/>
                    <a:pt x="4764034" y="2135898"/>
                  </a:cubicBezTo>
                  <a:cubicBezTo>
                    <a:pt x="4777369" y="2133040"/>
                    <a:pt x="4781179" y="2138756"/>
                    <a:pt x="4790704" y="2150185"/>
                  </a:cubicBezTo>
                  <a:cubicBezTo>
                    <a:pt x="4800229" y="2161615"/>
                    <a:pt x="4814516" y="2166378"/>
                    <a:pt x="4824041" y="2160663"/>
                  </a:cubicBezTo>
                  <a:cubicBezTo>
                    <a:pt x="4833566" y="2154948"/>
                    <a:pt x="4833566" y="2161615"/>
                    <a:pt x="4836424" y="2170188"/>
                  </a:cubicBezTo>
                  <a:cubicBezTo>
                    <a:pt x="4840234" y="2179713"/>
                    <a:pt x="4845949" y="2178760"/>
                    <a:pt x="4860237" y="2176856"/>
                  </a:cubicBezTo>
                  <a:cubicBezTo>
                    <a:pt x="4874524" y="2174951"/>
                    <a:pt x="4885954" y="2170188"/>
                    <a:pt x="4891669" y="2161615"/>
                  </a:cubicBezTo>
                  <a:cubicBezTo>
                    <a:pt x="4898336" y="2152090"/>
                    <a:pt x="4905957" y="2155901"/>
                    <a:pt x="4914529" y="2165426"/>
                  </a:cubicBezTo>
                  <a:cubicBezTo>
                    <a:pt x="4923102" y="2174951"/>
                    <a:pt x="4924054" y="2173998"/>
                    <a:pt x="4932627" y="2174951"/>
                  </a:cubicBezTo>
                  <a:cubicBezTo>
                    <a:pt x="4941199" y="2175903"/>
                    <a:pt x="4951677" y="2171140"/>
                    <a:pt x="4961202" y="2167331"/>
                  </a:cubicBezTo>
                  <a:cubicBezTo>
                    <a:pt x="4970727" y="2163521"/>
                    <a:pt x="4970727" y="2173998"/>
                    <a:pt x="4965011" y="2176856"/>
                  </a:cubicBezTo>
                  <a:cubicBezTo>
                    <a:pt x="4960249" y="2179713"/>
                    <a:pt x="4954534" y="2184476"/>
                    <a:pt x="4956439" y="2190190"/>
                  </a:cubicBezTo>
                  <a:cubicBezTo>
                    <a:pt x="4959297" y="2195906"/>
                    <a:pt x="4962154" y="2202573"/>
                    <a:pt x="4951677" y="2210193"/>
                  </a:cubicBezTo>
                  <a:cubicBezTo>
                    <a:pt x="4941199" y="2217813"/>
                    <a:pt x="4947866" y="2228290"/>
                    <a:pt x="4955486" y="2233053"/>
                  </a:cubicBezTo>
                  <a:cubicBezTo>
                    <a:pt x="4964059" y="2238768"/>
                    <a:pt x="4959297" y="2242578"/>
                    <a:pt x="4950724" y="2248293"/>
                  </a:cubicBezTo>
                  <a:cubicBezTo>
                    <a:pt x="4941199" y="2254008"/>
                    <a:pt x="4932627" y="2254960"/>
                    <a:pt x="4925959" y="2252103"/>
                  </a:cubicBezTo>
                  <a:cubicBezTo>
                    <a:pt x="4919291" y="2249246"/>
                    <a:pt x="4912624" y="2243531"/>
                    <a:pt x="4900241" y="2243531"/>
                  </a:cubicBezTo>
                  <a:cubicBezTo>
                    <a:pt x="4887859" y="2243531"/>
                    <a:pt x="4881191" y="2252103"/>
                    <a:pt x="4872619" y="2262581"/>
                  </a:cubicBezTo>
                  <a:cubicBezTo>
                    <a:pt x="4863094" y="2273058"/>
                    <a:pt x="4838329" y="2280678"/>
                    <a:pt x="4824994" y="2286393"/>
                  </a:cubicBezTo>
                  <a:cubicBezTo>
                    <a:pt x="4811659" y="2292108"/>
                    <a:pt x="4803087" y="2305443"/>
                    <a:pt x="4799277" y="2319731"/>
                  </a:cubicBezTo>
                  <a:cubicBezTo>
                    <a:pt x="4796419" y="2334018"/>
                    <a:pt x="4792609" y="2331160"/>
                    <a:pt x="4787847" y="2324493"/>
                  </a:cubicBezTo>
                  <a:cubicBezTo>
                    <a:pt x="4782131" y="2316873"/>
                    <a:pt x="4773559" y="2322588"/>
                    <a:pt x="4774512" y="2332113"/>
                  </a:cubicBezTo>
                  <a:cubicBezTo>
                    <a:pt x="4775464" y="2341638"/>
                    <a:pt x="4775464" y="2345448"/>
                    <a:pt x="4779274" y="2357831"/>
                  </a:cubicBezTo>
                  <a:cubicBezTo>
                    <a:pt x="4783084" y="2369260"/>
                    <a:pt x="4784989" y="2372118"/>
                    <a:pt x="4770702" y="2372118"/>
                  </a:cubicBezTo>
                  <a:cubicBezTo>
                    <a:pt x="4757366" y="2372118"/>
                    <a:pt x="4757366" y="2374976"/>
                    <a:pt x="4744031" y="2381643"/>
                  </a:cubicBezTo>
                  <a:cubicBezTo>
                    <a:pt x="4730697" y="2388310"/>
                    <a:pt x="4733554" y="2378785"/>
                    <a:pt x="4738316" y="2365451"/>
                  </a:cubicBezTo>
                  <a:cubicBezTo>
                    <a:pt x="4743079" y="2352115"/>
                    <a:pt x="4724029" y="2352115"/>
                    <a:pt x="4716409" y="2360688"/>
                  </a:cubicBezTo>
                  <a:cubicBezTo>
                    <a:pt x="4708789" y="2370213"/>
                    <a:pt x="4708789" y="2374023"/>
                    <a:pt x="4718314" y="2383548"/>
                  </a:cubicBezTo>
                  <a:cubicBezTo>
                    <a:pt x="4727839" y="2393073"/>
                    <a:pt x="4726887" y="2399740"/>
                    <a:pt x="4719266" y="2406408"/>
                  </a:cubicBezTo>
                  <a:cubicBezTo>
                    <a:pt x="4712599" y="2413076"/>
                    <a:pt x="4711647" y="2415933"/>
                    <a:pt x="4703074" y="2434031"/>
                  </a:cubicBezTo>
                  <a:cubicBezTo>
                    <a:pt x="4694502" y="2452128"/>
                    <a:pt x="4691644" y="2449271"/>
                    <a:pt x="4677356" y="2464511"/>
                  </a:cubicBezTo>
                  <a:cubicBezTo>
                    <a:pt x="4663069" y="2479750"/>
                    <a:pt x="4653544" y="2502611"/>
                    <a:pt x="4649734" y="2515946"/>
                  </a:cubicBezTo>
                  <a:cubicBezTo>
                    <a:pt x="4645924" y="2529281"/>
                    <a:pt x="4645924" y="2524518"/>
                    <a:pt x="4638304" y="2531186"/>
                  </a:cubicBezTo>
                  <a:cubicBezTo>
                    <a:pt x="4630684" y="2537853"/>
                    <a:pt x="4628779" y="2556903"/>
                    <a:pt x="4641162" y="2567381"/>
                  </a:cubicBezTo>
                  <a:cubicBezTo>
                    <a:pt x="4653544" y="2577858"/>
                    <a:pt x="4664022" y="2580715"/>
                    <a:pt x="4682119" y="2588336"/>
                  </a:cubicBezTo>
                  <a:cubicBezTo>
                    <a:pt x="4699264" y="2595956"/>
                    <a:pt x="4711647" y="2600718"/>
                    <a:pt x="4732602" y="2607386"/>
                  </a:cubicBezTo>
                  <a:cubicBezTo>
                    <a:pt x="4753556" y="2614053"/>
                    <a:pt x="4763081" y="2623578"/>
                    <a:pt x="4766891" y="2635008"/>
                  </a:cubicBezTo>
                  <a:cubicBezTo>
                    <a:pt x="4770702" y="2646438"/>
                    <a:pt x="4768797" y="2647390"/>
                    <a:pt x="4782131" y="2669298"/>
                  </a:cubicBezTo>
                  <a:cubicBezTo>
                    <a:pt x="4795466" y="2691206"/>
                    <a:pt x="4805944" y="2723590"/>
                    <a:pt x="4811659" y="2743593"/>
                  </a:cubicBezTo>
                  <a:cubicBezTo>
                    <a:pt x="4817374" y="2762643"/>
                    <a:pt x="4830709" y="2774073"/>
                    <a:pt x="4840234" y="2785503"/>
                  </a:cubicBezTo>
                  <a:cubicBezTo>
                    <a:pt x="4849759" y="2797886"/>
                    <a:pt x="4848806" y="2811221"/>
                    <a:pt x="4848806" y="2822650"/>
                  </a:cubicBezTo>
                  <a:cubicBezTo>
                    <a:pt x="4848806" y="2834081"/>
                    <a:pt x="4848806" y="2842653"/>
                    <a:pt x="4858331" y="2848368"/>
                  </a:cubicBezTo>
                  <a:cubicBezTo>
                    <a:pt x="4867856" y="2854083"/>
                    <a:pt x="4870714" y="2854083"/>
                    <a:pt x="4888811" y="2859798"/>
                  </a:cubicBezTo>
                  <a:cubicBezTo>
                    <a:pt x="4907861" y="2864561"/>
                    <a:pt x="4909766" y="2873133"/>
                    <a:pt x="4911672" y="2879800"/>
                  </a:cubicBezTo>
                  <a:cubicBezTo>
                    <a:pt x="4912624" y="2886468"/>
                    <a:pt x="4910719" y="2892183"/>
                    <a:pt x="4918339" y="2898850"/>
                  </a:cubicBezTo>
                  <a:cubicBezTo>
                    <a:pt x="4926911" y="2905518"/>
                    <a:pt x="4932627" y="2904565"/>
                    <a:pt x="4951677" y="2912186"/>
                  </a:cubicBezTo>
                  <a:cubicBezTo>
                    <a:pt x="4970727" y="2919806"/>
                    <a:pt x="4978347" y="2943618"/>
                    <a:pt x="4978347" y="2954096"/>
                  </a:cubicBezTo>
                  <a:cubicBezTo>
                    <a:pt x="4978347" y="2964573"/>
                    <a:pt x="4972632" y="2961715"/>
                    <a:pt x="4960249" y="2957906"/>
                  </a:cubicBezTo>
                  <a:lnTo>
                    <a:pt x="4949368" y="2953442"/>
                  </a:lnTo>
                  <a:lnTo>
                    <a:pt x="4962153" y="2961715"/>
                  </a:lnTo>
                  <a:cubicBezTo>
                    <a:pt x="4971678" y="2967430"/>
                    <a:pt x="4990728" y="2973145"/>
                    <a:pt x="4998348" y="2976002"/>
                  </a:cubicBezTo>
                  <a:cubicBezTo>
                    <a:pt x="5005969" y="2978860"/>
                    <a:pt x="5002158" y="2985527"/>
                    <a:pt x="4996444" y="2988385"/>
                  </a:cubicBezTo>
                  <a:cubicBezTo>
                    <a:pt x="4991681" y="2990290"/>
                    <a:pt x="4982156" y="2988385"/>
                    <a:pt x="4972631" y="2983622"/>
                  </a:cubicBezTo>
                  <a:cubicBezTo>
                    <a:pt x="4962153" y="2978860"/>
                    <a:pt x="4962153" y="2976955"/>
                    <a:pt x="4950723" y="2974097"/>
                  </a:cubicBezTo>
                  <a:cubicBezTo>
                    <a:pt x="4939294" y="2972192"/>
                    <a:pt x="4934531" y="2967430"/>
                    <a:pt x="4934531" y="2967430"/>
                  </a:cubicBezTo>
                  <a:cubicBezTo>
                    <a:pt x="4934531" y="2967430"/>
                    <a:pt x="4926911" y="2963620"/>
                    <a:pt x="4923101" y="2958857"/>
                  </a:cubicBezTo>
                  <a:cubicBezTo>
                    <a:pt x="4919291" y="2955047"/>
                    <a:pt x="4922148" y="2952190"/>
                    <a:pt x="4930721" y="2949332"/>
                  </a:cubicBezTo>
                  <a:lnTo>
                    <a:pt x="4943133" y="2950884"/>
                  </a:lnTo>
                  <a:lnTo>
                    <a:pt x="4923102" y="2942665"/>
                  </a:lnTo>
                  <a:cubicBezTo>
                    <a:pt x="4913577" y="2937903"/>
                    <a:pt x="4901194" y="2940761"/>
                    <a:pt x="4895479" y="2944571"/>
                  </a:cubicBezTo>
                  <a:cubicBezTo>
                    <a:pt x="4889764" y="2949333"/>
                    <a:pt x="4881191" y="2951238"/>
                    <a:pt x="4875477" y="2947428"/>
                  </a:cubicBezTo>
                  <a:cubicBezTo>
                    <a:pt x="4869762" y="2943618"/>
                    <a:pt x="4867856" y="2939808"/>
                    <a:pt x="4855474" y="2930283"/>
                  </a:cubicBezTo>
                  <a:cubicBezTo>
                    <a:pt x="4844044" y="2919806"/>
                    <a:pt x="4822137" y="2916948"/>
                    <a:pt x="4813564" y="2922663"/>
                  </a:cubicBezTo>
                  <a:cubicBezTo>
                    <a:pt x="4804991" y="2928378"/>
                    <a:pt x="4799277" y="2932188"/>
                    <a:pt x="4799277" y="2938856"/>
                  </a:cubicBezTo>
                  <a:cubicBezTo>
                    <a:pt x="4799277" y="2945523"/>
                    <a:pt x="4806897" y="2943618"/>
                    <a:pt x="4814516" y="2937903"/>
                  </a:cubicBezTo>
                  <a:cubicBezTo>
                    <a:pt x="4822137" y="2933140"/>
                    <a:pt x="4833566" y="2930283"/>
                    <a:pt x="4841187" y="2933140"/>
                  </a:cubicBezTo>
                  <a:cubicBezTo>
                    <a:pt x="4849759" y="2935998"/>
                    <a:pt x="4852616" y="2948381"/>
                    <a:pt x="4855474" y="2954096"/>
                  </a:cubicBezTo>
                  <a:cubicBezTo>
                    <a:pt x="4858331" y="2960763"/>
                    <a:pt x="4861189" y="2958858"/>
                    <a:pt x="4878334" y="2960763"/>
                  </a:cubicBezTo>
                  <a:cubicBezTo>
                    <a:pt x="4895479" y="2962668"/>
                    <a:pt x="4908814" y="2980765"/>
                    <a:pt x="4914529" y="2989338"/>
                  </a:cubicBezTo>
                  <a:cubicBezTo>
                    <a:pt x="4920244" y="2997911"/>
                    <a:pt x="4928816" y="2999815"/>
                    <a:pt x="4941199" y="3003625"/>
                  </a:cubicBezTo>
                  <a:cubicBezTo>
                    <a:pt x="4953582" y="3008388"/>
                    <a:pt x="4959297" y="3013150"/>
                    <a:pt x="4970727" y="3023628"/>
                  </a:cubicBezTo>
                  <a:cubicBezTo>
                    <a:pt x="4982157" y="3034106"/>
                    <a:pt x="4991682" y="3051250"/>
                    <a:pt x="4991682" y="3060775"/>
                  </a:cubicBezTo>
                  <a:cubicBezTo>
                    <a:pt x="4991682" y="3069348"/>
                    <a:pt x="4979299" y="3073158"/>
                    <a:pt x="4965011" y="3074111"/>
                  </a:cubicBezTo>
                  <a:cubicBezTo>
                    <a:pt x="4950724" y="3074111"/>
                    <a:pt x="4947866" y="3079825"/>
                    <a:pt x="4937389" y="3092208"/>
                  </a:cubicBezTo>
                  <a:cubicBezTo>
                    <a:pt x="4926911" y="3104590"/>
                    <a:pt x="4926911" y="3099828"/>
                    <a:pt x="4910719" y="3110306"/>
                  </a:cubicBezTo>
                  <a:cubicBezTo>
                    <a:pt x="4895479" y="3120783"/>
                    <a:pt x="4892622" y="3123640"/>
                    <a:pt x="4890716" y="3136023"/>
                  </a:cubicBezTo>
                  <a:cubicBezTo>
                    <a:pt x="4888811" y="3147453"/>
                    <a:pt x="4888811" y="3145548"/>
                    <a:pt x="4882144" y="3149358"/>
                  </a:cubicBezTo>
                  <a:cubicBezTo>
                    <a:pt x="4875477" y="3153168"/>
                    <a:pt x="4871666" y="3156025"/>
                    <a:pt x="4864047" y="3151263"/>
                  </a:cubicBezTo>
                  <a:cubicBezTo>
                    <a:pt x="4856427" y="3146500"/>
                    <a:pt x="4844997" y="3146500"/>
                    <a:pt x="4833566" y="3154121"/>
                  </a:cubicBezTo>
                  <a:cubicBezTo>
                    <a:pt x="4821184" y="3161740"/>
                    <a:pt x="4817374" y="3165550"/>
                    <a:pt x="4819279" y="3170313"/>
                  </a:cubicBezTo>
                  <a:cubicBezTo>
                    <a:pt x="4821184" y="3176028"/>
                    <a:pt x="4825947" y="3171265"/>
                    <a:pt x="4834519" y="3163646"/>
                  </a:cubicBezTo>
                  <a:cubicBezTo>
                    <a:pt x="4843091" y="3156025"/>
                    <a:pt x="4844044" y="3157931"/>
                    <a:pt x="4849759" y="3158883"/>
                  </a:cubicBezTo>
                  <a:cubicBezTo>
                    <a:pt x="4855474" y="3159836"/>
                    <a:pt x="4856427" y="3172218"/>
                    <a:pt x="4861189" y="3180790"/>
                  </a:cubicBezTo>
                  <a:cubicBezTo>
                    <a:pt x="4865952" y="3188411"/>
                    <a:pt x="4871666" y="3185553"/>
                    <a:pt x="4880239" y="3182696"/>
                  </a:cubicBezTo>
                  <a:cubicBezTo>
                    <a:pt x="4888811" y="3180790"/>
                    <a:pt x="4895479" y="3172218"/>
                    <a:pt x="4903099" y="3163646"/>
                  </a:cubicBezTo>
                  <a:cubicBezTo>
                    <a:pt x="4910719" y="3155073"/>
                    <a:pt x="4921197" y="3149358"/>
                    <a:pt x="4935484" y="3152215"/>
                  </a:cubicBezTo>
                  <a:cubicBezTo>
                    <a:pt x="4949772" y="3154121"/>
                    <a:pt x="4955486" y="3163646"/>
                    <a:pt x="4967869" y="3179838"/>
                  </a:cubicBezTo>
                  <a:cubicBezTo>
                    <a:pt x="4980252" y="3196031"/>
                    <a:pt x="5004064" y="3196031"/>
                    <a:pt x="5007874" y="3196031"/>
                  </a:cubicBezTo>
                  <a:cubicBezTo>
                    <a:pt x="5012636" y="3196031"/>
                    <a:pt x="5027877" y="3195078"/>
                    <a:pt x="5032639" y="3196983"/>
                  </a:cubicBezTo>
                  <a:cubicBezTo>
                    <a:pt x="5037402" y="3197936"/>
                    <a:pt x="5029782" y="3207461"/>
                    <a:pt x="5018352" y="3212223"/>
                  </a:cubicBezTo>
                  <a:cubicBezTo>
                    <a:pt x="5007874" y="3216986"/>
                    <a:pt x="5005016" y="3222700"/>
                    <a:pt x="4996444" y="3237940"/>
                  </a:cubicBezTo>
                  <a:cubicBezTo>
                    <a:pt x="4987872" y="3253181"/>
                    <a:pt x="4981204" y="3248418"/>
                    <a:pt x="4970727" y="3252228"/>
                  </a:cubicBezTo>
                  <a:cubicBezTo>
                    <a:pt x="4960249" y="3256038"/>
                    <a:pt x="4962154" y="3258896"/>
                    <a:pt x="4961202" y="3264611"/>
                  </a:cubicBezTo>
                  <a:cubicBezTo>
                    <a:pt x="4960249" y="3270325"/>
                    <a:pt x="4964059" y="3269373"/>
                    <a:pt x="4980252" y="3261753"/>
                  </a:cubicBezTo>
                  <a:cubicBezTo>
                    <a:pt x="4996444" y="3254133"/>
                    <a:pt x="5002159" y="3248418"/>
                    <a:pt x="5005016" y="3243656"/>
                  </a:cubicBezTo>
                  <a:cubicBezTo>
                    <a:pt x="5007874" y="3238893"/>
                    <a:pt x="5014541" y="3236036"/>
                    <a:pt x="5019304" y="3237940"/>
                  </a:cubicBezTo>
                  <a:cubicBezTo>
                    <a:pt x="5024066" y="3239846"/>
                    <a:pt x="5024066" y="3245561"/>
                    <a:pt x="5024066" y="3257943"/>
                  </a:cubicBezTo>
                  <a:cubicBezTo>
                    <a:pt x="5024066" y="3270325"/>
                    <a:pt x="5026924" y="3278898"/>
                    <a:pt x="5026924" y="3286518"/>
                  </a:cubicBezTo>
                  <a:cubicBezTo>
                    <a:pt x="5026924" y="3294138"/>
                    <a:pt x="5012636" y="3294138"/>
                    <a:pt x="5005016" y="3296996"/>
                  </a:cubicBezTo>
                  <a:cubicBezTo>
                    <a:pt x="4997397" y="3299853"/>
                    <a:pt x="4988824" y="3298900"/>
                    <a:pt x="4985966" y="3293186"/>
                  </a:cubicBezTo>
                  <a:cubicBezTo>
                    <a:pt x="4984061" y="3287471"/>
                    <a:pt x="4983109" y="3281756"/>
                    <a:pt x="4978347" y="3287471"/>
                  </a:cubicBezTo>
                  <a:cubicBezTo>
                    <a:pt x="4973584" y="3293186"/>
                    <a:pt x="4972632" y="3295090"/>
                    <a:pt x="4970727" y="3302711"/>
                  </a:cubicBezTo>
                  <a:cubicBezTo>
                    <a:pt x="4968822" y="3309378"/>
                    <a:pt x="4973584" y="3311283"/>
                    <a:pt x="4981204" y="3311283"/>
                  </a:cubicBezTo>
                  <a:cubicBezTo>
                    <a:pt x="4988824" y="3311283"/>
                    <a:pt x="4994539" y="3316046"/>
                    <a:pt x="4996444" y="3321761"/>
                  </a:cubicBezTo>
                  <a:cubicBezTo>
                    <a:pt x="4998349" y="3327475"/>
                    <a:pt x="5001207" y="3333190"/>
                    <a:pt x="4998349" y="3344621"/>
                  </a:cubicBezTo>
                  <a:cubicBezTo>
                    <a:pt x="4996444" y="3357003"/>
                    <a:pt x="4996444" y="3358908"/>
                    <a:pt x="4984061" y="3366528"/>
                  </a:cubicBezTo>
                  <a:cubicBezTo>
                    <a:pt x="4971679" y="3374148"/>
                    <a:pt x="4978347" y="3376053"/>
                    <a:pt x="4983109" y="3384625"/>
                  </a:cubicBezTo>
                  <a:cubicBezTo>
                    <a:pt x="4987872" y="3393198"/>
                    <a:pt x="4990729" y="3398913"/>
                    <a:pt x="4992634" y="3406533"/>
                  </a:cubicBezTo>
                  <a:cubicBezTo>
                    <a:pt x="4994539" y="3414153"/>
                    <a:pt x="4993586" y="3419868"/>
                    <a:pt x="4986919" y="3420821"/>
                  </a:cubicBezTo>
                  <a:cubicBezTo>
                    <a:pt x="4980252" y="3421773"/>
                    <a:pt x="4977394" y="3424631"/>
                    <a:pt x="4974536" y="3434156"/>
                  </a:cubicBezTo>
                  <a:cubicBezTo>
                    <a:pt x="4971679" y="3444633"/>
                    <a:pt x="4969774" y="3449396"/>
                    <a:pt x="4963107" y="3456063"/>
                  </a:cubicBezTo>
                  <a:cubicBezTo>
                    <a:pt x="4956439" y="3462731"/>
                    <a:pt x="4947866" y="3461778"/>
                    <a:pt x="4947866" y="3457015"/>
                  </a:cubicBezTo>
                  <a:cubicBezTo>
                    <a:pt x="4947866" y="3452253"/>
                    <a:pt x="4947866" y="3447490"/>
                    <a:pt x="4953582" y="3438918"/>
                  </a:cubicBezTo>
                  <a:cubicBezTo>
                    <a:pt x="4959297" y="3431298"/>
                    <a:pt x="4961202" y="3430346"/>
                    <a:pt x="4957391" y="3422725"/>
                  </a:cubicBezTo>
                  <a:cubicBezTo>
                    <a:pt x="4954534" y="3415106"/>
                    <a:pt x="4947866" y="3417963"/>
                    <a:pt x="4943104" y="3425583"/>
                  </a:cubicBezTo>
                  <a:cubicBezTo>
                    <a:pt x="4938341" y="3433203"/>
                    <a:pt x="4937389" y="3445586"/>
                    <a:pt x="4930722" y="3463683"/>
                  </a:cubicBezTo>
                  <a:cubicBezTo>
                    <a:pt x="4924054" y="3481781"/>
                    <a:pt x="4916434" y="3471303"/>
                    <a:pt x="4904052" y="3470350"/>
                  </a:cubicBezTo>
                  <a:cubicBezTo>
                    <a:pt x="4891669" y="3469398"/>
                    <a:pt x="4897384" y="3478923"/>
                    <a:pt x="4906909" y="3482733"/>
                  </a:cubicBezTo>
                  <a:cubicBezTo>
                    <a:pt x="4916434" y="3486543"/>
                    <a:pt x="4916434" y="3491306"/>
                    <a:pt x="4912624" y="3496068"/>
                  </a:cubicBezTo>
                  <a:cubicBezTo>
                    <a:pt x="4908814" y="3500831"/>
                    <a:pt x="4906909" y="3503688"/>
                    <a:pt x="4899289" y="3514165"/>
                  </a:cubicBezTo>
                  <a:cubicBezTo>
                    <a:pt x="4891669" y="3524643"/>
                    <a:pt x="4891669" y="3538931"/>
                    <a:pt x="4899289" y="3545598"/>
                  </a:cubicBezTo>
                  <a:cubicBezTo>
                    <a:pt x="4906909" y="3551313"/>
                    <a:pt x="4903099" y="3554171"/>
                    <a:pt x="4899289" y="3562743"/>
                  </a:cubicBezTo>
                  <a:cubicBezTo>
                    <a:pt x="4895479" y="3571315"/>
                    <a:pt x="4891669" y="3577031"/>
                    <a:pt x="4887859" y="3581793"/>
                  </a:cubicBezTo>
                  <a:cubicBezTo>
                    <a:pt x="4884049" y="3586556"/>
                    <a:pt x="4877382" y="3585603"/>
                    <a:pt x="4865952" y="3578936"/>
                  </a:cubicBezTo>
                  <a:cubicBezTo>
                    <a:pt x="4853569" y="3572268"/>
                    <a:pt x="4847854" y="3577983"/>
                    <a:pt x="4849759" y="3585603"/>
                  </a:cubicBezTo>
                  <a:cubicBezTo>
                    <a:pt x="4851664" y="3593223"/>
                    <a:pt x="4855474" y="3589413"/>
                    <a:pt x="4869762" y="3592271"/>
                  </a:cubicBezTo>
                  <a:cubicBezTo>
                    <a:pt x="4883097" y="3596081"/>
                    <a:pt x="4873572" y="3603700"/>
                    <a:pt x="4868809" y="3604653"/>
                  </a:cubicBezTo>
                  <a:cubicBezTo>
                    <a:pt x="4864047" y="3605606"/>
                    <a:pt x="4861189" y="3608463"/>
                    <a:pt x="4862141" y="3617988"/>
                  </a:cubicBezTo>
                  <a:cubicBezTo>
                    <a:pt x="4862141" y="3627513"/>
                    <a:pt x="4859284" y="3625608"/>
                    <a:pt x="4847854" y="3628465"/>
                  </a:cubicBezTo>
                  <a:cubicBezTo>
                    <a:pt x="4836424" y="3631323"/>
                    <a:pt x="4839281" y="3638943"/>
                    <a:pt x="4846902" y="3646563"/>
                  </a:cubicBezTo>
                  <a:cubicBezTo>
                    <a:pt x="4854522" y="3654183"/>
                    <a:pt x="4854522" y="3662756"/>
                    <a:pt x="4848806" y="3669423"/>
                  </a:cubicBezTo>
                  <a:cubicBezTo>
                    <a:pt x="4842139" y="3676090"/>
                    <a:pt x="4837377" y="3677996"/>
                    <a:pt x="4827852" y="3681806"/>
                  </a:cubicBezTo>
                  <a:cubicBezTo>
                    <a:pt x="4818327" y="3685615"/>
                    <a:pt x="4824994" y="3673233"/>
                    <a:pt x="4829756" y="3669423"/>
                  </a:cubicBezTo>
                  <a:cubicBezTo>
                    <a:pt x="4834519" y="3665613"/>
                    <a:pt x="4835472" y="3662756"/>
                    <a:pt x="4836424" y="3654183"/>
                  </a:cubicBezTo>
                  <a:cubicBezTo>
                    <a:pt x="4836424" y="3646563"/>
                    <a:pt x="4828804" y="3647515"/>
                    <a:pt x="4824994" y="3655136"/>
                  </a:cubicBezTo>
                  <a:cubicBezTo>
                    <a:pt x="4821184" y="3662756"/>
                    <a:pt x="4813564" y="3654183"/>
                    <a:pt x="4812612" y="3645611"/>
                  </a:cubicBezTo>
                  <a:cubicBezTo>
                    <a:pt x="4811659" y="3637038"/>
                    <a:pt x="4790704" y="3646563"/>
                    <a:pt x="4787847" y="3653231"/>
                  </a:cubicBezTo>
                  <a:cubicBezTo>
                    <a:pt x="4784037" y="3659898"/>
                    <a:pt x="4787847" y="3666565"/>
                    <a:pt x="4804039" y="3674186"/>
                  </a:cubicBezTo>
                  <a:cubicBezTo>
                    <a:pt x="4819279" y="3681806"/>
                    <a:pt x="4817374" y="3695140"/>
                    <a:pt x="4802134" y="3693236"/>
                  </a:cubicBezTo>
                  <a:cubicBezTo>
                    <a:pt x="4786894" y="3690378"/>
                    <a:pt x="4789752" y="3700856"/>
                    <a:pt x="4797372" y="3704665"/>
                  </a:cubicBezTo>
                  <a:cubicBezTo>
                    <a:pt x="4804991" y="3708475"/>
                    <a:pt x="4808802" y="3705618"/>
                    <a:pt x="4819279" y="3705618"/>
                  </a:cubicBezTo>
                  <a:cubicBezTo>
                    <a:pt x="4829756" y="3705618"/>
                    <a:pt x="4837377" y="3706571"/>
                    <a:pt x="4832614" y="3710381"/>
                  </a:cubicBezTo>
                  <a:cubicBezTo>
                    <a:pt x="4827852" y="3714190"/>
                    <a:pt x="4821184" y="3718000"/>
                    <a:pt x="4817374" y="3718000"/>
                  </a:cubicBezTo>
                  <a:cubicBezTo>
                    <a:pt x="4813564" y="3718000"/>
                    <a:pt x="4810706" y="3719906"/>
                    <a:pt x="4807849" y="3724668"/>
                  </a:cubicBezTo>
                  <a:cubicBezTo>
                    <a:pt x="4804039" y="3730383"/>
                    <a:pt x="4804991" y="3730383"/>
                    <a:pt x="4798324" y="3738956"/>
                  </a:cubicBezTo>
                  <a:cubicBezTo>
                    <a:pt x="4790704" y="3747528"/>
                    <a:pt x="4799277" y="3751338"/>
                    <a:pt x="4811659" y="3753243"/>
                  </a:cubicBezTo>
                  <a:cubicBezTo>
                    <a:pt x="4824041" y="3755148"/>
                    <a:pt x="4818327" y="3763721"/>
                    <a:pt x="4811659" y="3768483"/>
                  </a:cubicBezTo>
                  <a:cubicBezTo>
                    <a:pt x="4804991" y="3774198"/>
                    <a:pt x="4799277" y="3777056"/>
                    <a:pt x="4804991" y="3780865"/>
                  </a:cubicBezTo>
                  <a:cubicBezTo>
                    <a:pt x="4810706" y="3784675"/>
                    <a:pt x="4810706" y="3784675"/>
                    <a:pt x="4808802" y="3794200"/>
                  </a:cubicBezTo>
                  <a:cubicBezTo>
                    <a:pt x="4806897" y="3803725"/>
                    <a:pt x="4802134" y="3800868"/>
                    <a:pt x="4793562" y="3801821"/>
                  </a:cubicBezTo>
                  <a:cubicBezTo>
                    <a:pt x="4784037" y="3802773"/>
                    <a:pt x="4792609" y="3810393"/>
                    <a:pt x="4802134" y="3818965"/>
                  </a:cubicBezTo>
                  <a:cubicBezTo>
                    <a:pt x="4811659" y="3826586"/>
                    <a:pt x="4815469" y="3833253"/>
                    <a:pt x="4815469" y="3838015"/>
                  </a:cubicBezTo>
                  <a:cubicBezTo>
                    <a:pt x="4815469" y="3842778"/>
                    <a:pt x="4809754" y="3843731"/>
                    <a:pt x="4801181" y="3838968"/>
                  </a:cubicBezTo>
                  <a:cubicBezTo>
                    <a:pt x="4792609" y="3834206"/>
                    <a:pt x="4786894" y="3826586"/>
                    <a:pt x="4781179" y="3819918"/>
                  </a:cubicBezTo>
                  <a:cubicBezTo>
                    <a:pt x="4775464" y="3813250"/>
                    <a:pt x="4773559" y="3818013"/>
                    <a:pt x="4773559" y="3829443"/>
                  </a:cubicBezTo>
                  <a:cubicBezTo>
                    <a:pt x="4774512" y="3840873"/>
                    <a:pt x="4769749" y="3835158"/>
                    <a:pt x="4758319" y="3837063"/>
                  </a:cubicBezTo>
                  <a:cubicBezTo>
                    <a:pt x="4746889" y="3839921"/>
                    <a:pt x="4752604" y="3847540"/>
                    <a:pt x="4767844" y="3853256"/>
                  </a:cubicBezTo>
                  <a:cubicBezTo>
                    <a:pt x="4783084" y="3858971"/>
                    <a:pt x="4782131" y="3864686"/>
                    <a:pt x="4775464" y="3868496"/>
                  </a:cubicBezTo>
                  <a:cubicBezTo>
                    <a:pt x="4768797" y="3872306"/>
                    <a:pt x="4767844" y="3874211"/>
                    <a:pt x="4759272" y="3878973"/>
                  </a:cubicBezTo>
                  <a:cubicBezTo>
                    <a:pt x="4751652" y="3884688"/>
                    <a:pt x="4744984" y="3882783"/>
                    <a:pt x="4743079" y="3874211"/>
                  </a:cubicBezTo>
                  <a:cubicBezTo>
                    <a:pt x="4740222" y="3866590"/>
                    <a:pt x="4734506" y="3860875"/>
                    <a:pt x="4730697" y="3864686"/>
                  </a:cubicBezTo>
                  <a:cubicBezTo>
                    <a:pt x="4726887" y="3868496"/>
                    <a:pt x="4730697" y="3874211"/>
                    <a:pt x="4735459" y="3885640"/>
                  </a:cubicBezTo>
                  <a:cubicBezTo>
                    <a:pt x="4740222" y="3897071"/>
                    <a:pt x="4742127" y="3905643"/>
                    <a:pt x="4739269" y="3914215"/>
                  </a:cubicBezTo>
                  <a:cubicBezTo>
                    <a:pt x="4736412" y="3922788"/>
                    <a:pt x="4718314" y="3919931"/>
                    <a:pt x="4709741" y="3919931"/>
                  </a:cubicBezTo>
                  <a:cubicBezTo>
                    <a:pt x="4700216" y="3919931"/>
                    <a:pt x="4702122" y="3929456"/>
                    <a:pt x="4713552" y="3932313"/>
                  </a:cubicBezTo>
                  <a:cubicBezTo>
                    <a:pt x="4724029" y="3935171"/>
                    <a:pt x="4718314" y="3937075"/>
                    <a:pt x="4716409" y="3943743"/>
                  </a:cubicBezTo>
                  <a:cubicBezTo>
                    <a:pt x="4714504" y="3949458"/>
                    <a:pt x="4713552" y="3950411"/>
                    <a:pt x="4708789" y="3958983"/>
                  </a:cubicBezTo>
                  <a:cubicBezTo>
                    <a:pt x="4704027" y="3967556"/>
                    <a:pt x="4697359" y="3968508"/>
                    <a:pt x="4694502" y="3960888"/>
                  </a:cubicBezTo>
                  <a:cubicBezTo>
                    <a:pt x="4691644" y="3954221"/>
                    <a:pt x="4675452" y="3952315"/>
                    <a:pt x="4667831" y="3958983"/>
                  </a:cubicBezTo>
                  <a:cubicBezTo>
                    <a:pt x="4661164" y="3965650"/>
                    <a:pt x="4653544" y="3962793"/>
                    <a:pt x="4652591" y="3955173"/>
                  </a:cubicBezTo>
                  <a:cubicBezTo>
                    <a:pt x="4651639" y="3948506"/>
                    <a:pt x="4646877" y="3944696"/>
                    <a:pt x="4643066" y="3951363"/>
                  </a:cubicBezTo>
                  <a:cubicBezTo>
                    <a:pt x="4639256" y="3958031"/>
                    <a:pt x="4643066" y="3962793"/>
                    <a:pt x="4646877" y="3971365"/>
                  </a:cubicBezTo>
                  <a:cubicBezTo>
                    <a:pt x="4650687" y="3979938"/>
                    <a:pt x="4642114" y="3981843"/>
                    <a:pt x="4636399" y="3979938"/>
                  </a:cubicBezTo>
                  <a:cubicBezTo>
                    <a:pt x="4629731" y="3978033"/>
                    <a:pt x="4624969" y="3978986"/>
                    <a:pt x="4617349" y="3979938"/>
                  </a:cubicBezTo>
                  <a:cubicBezTo>
                    <a:pt x="4609729" y="3980890"/>
                    <a:pt x="4616397" y="3987558"/>
                    <a:pt x="4624969" y="3988511"/>
                  </a:cubicBezTo>
                  <a:cubicBezTo>
                    <a:pt x="4633541" y="3989463"/>
                    <a:pt x="4636399" y="3986606"/>
                    <a:pt x="4641162" y="3992321"/>
                  </a:cubicBezTo>
                  <a:cubicBezTo>
                    <a:pt x="4646877" y="3998036"/>
                    <a:pt x="4641162" y="4009465"/>
                    <a:pt x="4631637" y="4014228"/>
                  </a:cubicBezTo>
                  <a:cubicBezTo>
                    <a:pt x="4621159" y="4019943"/>
                    <a:pt x="4622112" y="4023753"/>
                    <a:pt x="4619254" y="4031373"/>
                  </a:cubicBezTo>
                  <a:cubicBezTo>
                    <a:pt x="4616397" y="4038993"/>
                    <a:pt x="4615444" y="4040898"/>
                    <a:pt x="4606872" y="4040898"/>
                  </a:cubicBezTo>
                  <a:cubicBezTo>
                    <a:pt x="4598299" y="4040898"/>
                    <a:pt x="4596394" y="4042803"/>
                    <a:pt x="4594489" y="4056138"/>
                  </a:cubicBezTo>
                  <a:cubicBezTo>
                    <a:pt x="4592584" y="4070425"/>
                    <a:pt x="4585916" y="4064711"/>
                    <a:pt x="4583059" y="4058996"/>
                  </a:cubicBezTo>
                  <a:cubicBezTo>
                    <a:pt x="4580202" y="4053281"/>
                    <a:pt x="4574487" y="4058043"/>
                    <a:pt x="4572581" y="4063758"/>
                  </a:cubicBezTo>
                  <a:cubicBezTo>
                    <a:pt x="4570677" y="4069473"/>
                    <a:pt x="4567819" y="4071378"/>
                    <a:pt x="4559247" y="4075188"/>
                  </a:cubicBezTo>
                  <a:cubicBezTo>
                    <a:pt x="4550674" y="4078998"/>
                    <a:pt x="4546864" y="4077093"/>
                    <a:pt x="4544959" y="4086618"/>
                  </a:cubicBezTo>
                  <a:cubicBezTo>
                    <a:pt x="4543054" y="4096143"/>
                    <a:pt x="4538291" y="4098048"/>
                    <a:pt x="4531624" y="4099000"/>
                  </a:cubicBezTo>
                  <a:cubicBezTo>
                    <a:pt x="4524956" y="4099953"/>
                    <a:pt x="4522099" y="4099000"/>
                    <a:pt x="4513527" y="4097096"/>
                  </a:cubicBezTo>
                  <a:cubicBezTo>
                    <a:pt x="4505906" y="4096143"/>
                    <a:pt x="4502097" y="4100906"/>
                    <a:pt x="4501144" y="4109478"/>
                  </a:cubicBezTo>
                  <a:cubicBezTo>
                    <a:pt x="4500191" y="4119003"/>
                    <a:pt x="4499239" y="4119003"/>
                    <a:pt x="4496381" y="4123765"/>
                  </a:cubicBezTo>
                  <a:cubicBezTo>
                    <a:pt x="4494477" y="4128528"/>
                    <a:pt x="4492572" y="4128528"/>
                    <a:pt x="4488762" y="4141863"/>
                  </a:cubicBezTo>
                  <a:cubicBezTo>
                    <a:pt x="4484952" y="4155198"/>
                    <a:pt x="4482094" y="4154246"/>
                    <a:pt x="4471616" y="4160913"/>
                  </a:cubicBezTo>
                  <a:cubicBezTo>
                    <a:pt x="4462091" y="4166628"/>
                    <a:pt x="4462091" y="4169486"/>
                    <a:pt x="4462091" y="4176153"/>
                  </a:cubicBezTo>
                  <a:cubicBezTo>
                    <a:pt x="4462091" y="4182821"/>
                    <a:pt x="4460187" y="4189488"/>
                    <a:pt x="4455424" y="4191393"/>
                  </a:cubicBezTo>
                  <a:cubicBezTo>
                    <a:pt x="4450662" y="4193298"/>
                    <a:pt x="4443994" y="4196156"/>
                    <a:pt x="4434469" y="4194251"/>
                  </a:cubicBezTo>
                  <a:cubicBezTo>
                    <a:pt x="4423991" y="4193298"/>
                    <a:pt x="4422087" y="4197108"/>
                    <a:pt x="4415419" y="4205681"/>
                  </a:cubicBezTo>
                  <a:cubicBezTo>
                    <a:pt x="4408752" y="4214253"/>
                    <a:pt x="4407799" y="4211396"/>
                    <a:pt x="4399227" y="4213301"/>
                  </a:cubicBezTo>
                  <a:cubicBezTo>
                    <a:pt x="4390654" y="4215206"/>
                    <a:pt x="4387797" y="4215206"/>
                    <a:pt x="4380177" y="4221873"/>
                  </a:cubicBezTo>
                  <a:cubicBezTo>
                    <a:pt x="4372556" y="4228541"/>
                    <a:pt x="4369699" y="4225683"/>
                    <a:pt x="4368747" y="4217111"/>
                  </a:cubicBezTo>
                  <a:cubicBezTo>
                    <a:pt x="4367794" y="4209491"/>
                    <a:pt x="4360174" y="4211396"/>
                    <a:pt x="4351602" y="4211396"/>
                  </a:cubicBezTo>
                  <a:cubicBezTo>
                    <a:pt x="4343029" y="4211396"/>
                    <a:pt x="4341124" y="4213301"/>
                    <a:pt x="4340172" y="4225683"/>
                  </a:cubicBezTo>
                  <a:cubicBezTo>
                    <a:pt x="4339219" y="4238066"/>
                    <a:pt x="4338266" y="4241876"/>
                    <a:pt x="4327789" y="4239018"/>
                  </a:cubicBezTo>
                  <a:cubicBezTo>
                    <a:pt x="4318264" y="4236161"/>
                    <a:pt x="4316359" y="4235208"/>
                    <a:pt x="4309691" y="4226636"/>
                  </a:cubicBezTo>
                  <a:cubicBezTo>
                    <a:pt x="4303024" y="4218063"/>
                    <a:pt x="4295404" y="4219968"/>
                    <a:pt x="4284927" y="4224731"/>
                  </a:cubicBezTo>
                  <a:cubicBezTo>
                    <a:pt x="4274449" y="4229493"/>
                    <a:pt x="4268734" y="4241876"/>
                    <a:pt x="4264924" y="4250448"/>
                  </a:cubicBezTo>
                  <a:cubicBezTo>
                    <a:pt x="4261114" y="4259021"/>
                    <a:pt x="4259209" y="4260926"/>
                    <a:pt x="4249684" y="4259021"/>
                  </a:cubicBezTo>
                  <a:cubicBezTo>
                    <a:pt x="4240159" y="4258068"/>
                    <a:pt x="4243016" y="4250448"/>
                    <a:pt x="4241112" y="4239018"/>
                  </a:cubicBezTo>
                  <a:cubicBezTo>
                    <a:pt x="4239206" y="4227588"/>
                    <a:pt x="4234444" y="4230446"/>
                    <a:pt x="4223966" y="4235208"/>
                  </a:cubicBezTo>
                  <a:cubicBezTo>
                    <a:pt x="4214441" y="4239971"/>
                    <a:pt x="4217299" y="4248543"/>
                    <a:pt x="4222062" y="4258068"/>
                  </a:cubicBezTo>
                  <a:cubicBezTo>
                    <a:pt x="4225872" y="4267593"/>
                    <a:pt x="4224919" y="4270451"/>
                    <a:pt x="4216347" y="4272356"/>
                  </a:cubicBezTo>
                  <a:cubicBezTo>
                    <a:pt x="4208727" y="4274261"/>
                    <a:pt x="4208727" y="4267593"/>
                    <a:pt x="4204916" y="4259973"/>
                  </a:cubicBezTo>
                  <a:cubicBezTo>
                    <a:pt x="4201106" y="4252353"/>
                    <a:pt x="4192534" y="4253306"/>
                    <a:pt x="4187771" y="4257116"/>
                  </a:cubicBezTo>
                  <a:cubicBezTo>
                    <a:pt x="4183009" y="4260926"/>
                    <a:pt x="4183009" y="4267593"/>
                    <a:pt x="4189676" y="4272356"/>
                  </a:cubicBezTo>
                  <a:cubicBezTo>
                    <a:pt x="4196344" y="4277118"/>
                    <a:pt x="4197297" y="4284738"/>
                    <a:pt x="4194439" y="4290453"/>
                  </a:cubicBezTo>
                  <a:cubicBezTo>
                    <a:pt x="4190629" y="4296168"/>
                    <a:pt x="4172531" y="4296168"/>
                    <a:pt x="4169674" y="4292358"/>
                  </a:cubicBezTo>
                  <a:cubicBezTo>
                    <a:pt x="4166816" y="4287596"/>
                    <a:pt x="4163006" y="4288548"/>
                    <a:pt x="4156339" y="4289501"/>
                  </a:cubicBezTo>
                  <a:cubicBezTo>
                    <a:pt x="4149671" y="4290453"/>
                    <a:pt x="4144909" y="4287596"/>
                    <a:pt x="4140146" y="4280928"/>
                  </a:cubicBezTo>
                  <a:cubicBezTo>
                    <a:pt x="4135384" y="4274261"/>
                    <a:pt x="4127764" y="4258068"/>
                    <a:pt x="4123954" y="4248543"/>
                  </a:cubicBezTo>
                  <a:cubicBezTo>
                    <a:pt x="4119191" y="4239018"/>
                    <a:pt x="4117286" y="4239971"/>
                    <a:pt x="4109666" y="4236161"/>
                  </a:cubicBezTo>
                  <a:cubicBezTo>
                    <a:pt x="4102999" y="4232351"/>
                    <a:pt x="4104904" y="4231398"/>
                    <a:pt x="4100141" y="4219016"/>
                  </a:cubicBezTo>
                  <a:cubicBezTo>
                    <a:pt x="4095379" y="4206633"/>
                    <a:pt x="4090616" y="4211396"/>
                    <a:pt x="4088711" y="4218063"/>
                  </a:cubicBezTo>
                  <a:cubicBezTo>
                    <a:pt x="4086806" y="4224731"/>
                    <a:pt x="4088711" y="4226636"/>
                    <a:pt x="4094426" y="4238066"/>
                  </a:cubicBezTo>
                  <a:cubicBezTo>
                    <a:pt x="4100141" y="4249496"/>
                    <a:pt x="4101094" y="4256163"/>
                    <a:pt x="4099189" y="4267593"/>
                  </a:cubicBezTo>
                  <a:cubicBezTo>
                    <a:pt x="4097284" y="4279023"/>
                    <a:pt x="4101094" y="4283786"/>
                    <a:pt x="4102046" y="4292358"/>
                  </a:cubicBezTo>
                  <a:cubicBezTo>
                    <a:pt x="4102999" y="4300931"/>
                    <a:pt x="4104904" y="4305693"/>
                    <a:pt x="4101094" y="4313313"/>
                  </a:cubicBezTo>
                  <a:cubicBezTo>
                    <a:pt x="4097284" y="4321886"/>
                    <a:pt x="4085854" y="4318076"/>
                    <a:pt x="4082044" y="4314266"/>
                  </a:cubicBezTo>
                  <a:cubicBezTo>
                    <a:pt x="4078234" y="4310456"/>
                    <a:pt x="4075376" y="4314266"/>
                    <a:pt x="4074424" y="4319028"/>
                  </a:cubicBezTo>
                  <a:cubicBezTo>
                    <a:pt x="4073471" y="4323791"/>
                    <a:pt x="4073471" y="4322838"/>
                    <a:pt x="4067756" y="4333316"/>
                  </a:cubicBezTo>
                  <a:cubicBezTo>
                    <a:pt x="4062041" y="4343793"/>
                    <a:pt x="4053469" y="4343793"/>
                    <a:pt x="4048706" y="4335221"/>
                  </a:cubicBezTo>
                  <a:cubicBezTo>
                    <a:pt x="4043944" y="4327601"/>
                    <a:pt x="4043944" y="4321886"/>
                    <a:pt x="4043944" y="4306646"/>
                  </a:cubicBezTo>
                  <a:cubicBezTo>
                    <a:pt x="4043944" y="4291406"/>
                    <a:pt x="4036324" y="4300931"/>
                    <a:pt x="4036324" y="4308551"/>
                  </a:cubicBezTo>
                  <a:cubicBezTo>
                    <a:pt x="4036324" y="4316171"/>
                    <a:pt x="4037276" y="4319028"/>
                    <a:pt x="4033466" y="4325696"/>
                  </a:cubicBezTo>
                  <a:cubicBezTo>
                    <a:pt x="4029656" y="4332363"/>
                    <a:pt x="4029656" y="4334268"/>
                    <a:pt x="4031561" y="4340936"/>
                  </a:cubicBezTo>
                  <a:cubicBezTo>
                    <a:pt x="4032514" y="4346651"/>
                    <a:pt x="4034419" y="4347603"/>
                    <a:pt x="4030609" y="4354271"/>
                  </a:cubicBezTo>
                  <a:cubicBezTo>
                    <a:pt x="4027751" y="4361891"/>
                    <a:pt x="4018226" y="4362843"/>
                    <a:pt x="4016321" y="4357128"/>
                  </a:cubicBezTo>
                  <a:cubicBezTo>
                    <a:pt x="4015369" y="4351413"/>
                    <a:pt x="4007749" y="4351413"/>
                    <a:pt x="3999176" y="4356176"/>
                  </a:cubicBezTo>
                  <a:cubicBezTo>
                    <a:pt x="3991556" y="4360938"/>
                    <a:pt x="3990604" y="4360938"/>
                    <a:pt x="3986794" y="4370463"/>
                  </a:cubicBezTo>
                  <a:cubicBezTo>
                    <a:pt x="3982984" y="4379988"/>
                    <a:pt x="3978221" y="4377131"/>
                    <a:pt x="3969649" y="4370463"/>
                  </a:cubicBezTo>
                  <a:cubicBezTo>
                    <a:pt x="3961076" y="4363796"/>
                    <a:pt x="3956314" y="4369511"/>
                    <a:pt x="3956314" y="4377131"/>
                  </a:cubicBezTo>
                  <a:cubicBezTo>
                    <a:pt x="3956314" y="4384751"/>
                    <a:pt x="3949646" y="4383798"/>
                    <a:pt x="3942026" y="4385703"/>
                  </a:cubicBezTo>
                  <a:cubicBezTo>
                    <a:pt x="3934406" y="4387608"/>
                    <a:pt x="3934406" y="4384751"/>
                    <a:pt x="3931549" y="4378083"/>
                  </a:cubicBezTo>
                  <a:cubicBezTo>
                    <a:pt x="3929644" y="4370463"/>
                    <a:pt x="3928691" y="4370463"/>
                    <a:pt x="3918214" y="4371416"/>
                  </a:cubicBezTo>
                  <a:cubicBezTo>
                    <a:pt x="3907736" y="4372368"/>
                    <a:pt x="3903926" y="4370463"/>
                    <a:pt x="3899164" y="4376178"/>
                  </a:cubicBezTo>
                  <a:cubicBezTo>
                    <a:pt x="3894401" y="4380941"/>
                    <a:pt x="3896306" y="4388561"/>
                    <a:pt x="3900116" y="4396181"/>
                  </a:cubicBezTo>
                  <a:cubicBezTo>
                    <a:pt x="3904879" y="4403801"/>
                    <a:pt x="3895354" y="4403801"/>
                    <a:pt x="3887734" y="4406658"/>
                  </a:cubicBezTo>
                  <a:cubicBezTo>
                    <a:pt x="3880114" y="4409516"/>
                    <a:pt x="3882019" y="4399991"/>
                    <a:pt x="3882019" y="4387608"/>
                  </a:cubicBezTo>
                  <a:cubicBezTo>
                    <a:pt x="3882019" y="4374273"/>
                    <a:pt x="3873446" y="4375226"/>
                    <a:pt x="3868684" y="4377131"/>
                  </a:cubicBezTo>
                  <a:cubicBezTo>
                    <a:pt x="3863921" y="4379036"/>
                    <a:pt x="3863921" y="4382846"/>
                    <a:pt x="3872494" y="4387608"/>
                  </a:cubicBezTo>
                  <a:cubicBezTo>
                    <a:pt x="3880114" y="4393323"/>
                    <a:pt x="3871541" y="4400943"/>
                    <a:pt x="3863921" y="4405706"/>
                  </a:cubicBezTo>
                  <a:cubicBezTo>
                    <a:pt x="3856301" y="4411421"/>
                    <a:pt x="3847729" y="4412373"/>
                    <a:pt x="3839156" y="4411421"/>
                  </a:cubicBezTo>
                  <a:cubicBezTo>
                    <a:pt x="3830584" y="4410468"/>
                    <a:pt x="3823916" y="4407611"/>
                    <a:pt x="3806771" y="4416183"/>
                  </a:cubicBezTo>
                  <a:cubicBezTo>
                    <a:pt x="3790579" y="4423803"/>
                    <a:pt x="3768671" y="4427613"/>
                    <a:pt x="3753431" y="4430471"/>
                  </a:cubicBezTo>
                  <a:cubicBezTo>
                    <a:pt x="3737239" y="4434281"/>
                    <a:pt x="3733429" y="4448568"/>
                    <a:pt x="3730571" y="4461903"/>
                  </a:cubicBezTo>
                  <a:cubicBezTo>
                    <a:pt x="3726761" y="4475238"/>
                    <a:pt x="3720094" y="4469523"/>
                    <a:pt x="3717236" y="4465713"/>
                  </a:cubicBezTo>
                  <a:cubicBezTo>
                    <a:pt x="3715331" y="4460951"/>
                    <a:pt x="3714379" y="4459998"/>
                    <a:pt x="3711521" y="4447616"/>
                  </a:cubicBezTo>
                  <a:cubicBezTo>
                    <a:pt x="3708664" y="4436186"/>
                    <a:pt x="3704854" y="4428566"/>
                    <a:pt x="3700091" y="4430471"/>
                  </a:cubicBezTo>
                  <a:cubicBezTo>
                    <a:pt x="3695329" y="4431423"/>
                    <a:pt x="3697234" y="4437138"/>
                    <a:pt x="3701044" y="4451426"/>
                  </a:cubicBezTo>
                  <a:cubicBezTo>
                    <a:pt x="3704854" y="4465713"/>
                    <a:pt x="3697234" y="4464761"/>
                    <a:pt x="3689614" y="4468571"/>
                  </a:cubicBezTo>
                  <a:cubicBezTo>
                    <a:pt x="3681994" y="4472381"/>
                    <a:pt x="3679136" y="4475238"/>
                    <a:pt x="3674374" y="4480953"/>
                  </a:cubicBezTo>
                  <a:cubicBezTo>
                    <a:pt x="3668659" y="4486668"/>
                    <a:pt x="3671516" y="4492383"/>
                    <a:pt x="3673421" y="4500956"/>
                  </a:cubicBezTo>
                  <a:cubicBezTo>
                    <a:pt x="3675326" y="4509528"/>
                    <a:pt x="3679136" y="4504766"/>
                    <a:pt x="3691519" y="4507623"/>
                  </a:cubicBezTo>
                  <a:cubicBezTo>
                    <a:pt x="3703901" y="4510481"/>
                    <a:pt x="3701044" y="4513338"/>
                    <a:pt x="3701044" y="4523816"/>
                  </a:cubicBezTo>
                  <a:cubicBezTo>
                    <a:pt x="3701044" y="4535246"/>
                    <a:pt x="3702949" y="4537151"/>
                    <a:pt x="3712474" y="4541913"/>
                  </a:cubicBezTo>
                  <a:cubicBezTo>
                    <a:pt x="3721999" y="4547628"/>
                    <a:pt x="3720094" y="4554296"/>
                    <a:pt x="3712474" y="4566678"/>
                  </a:cubicBezTo>
                  <a:cubicBezTo>
                    <a:pt x="3704854" y="4578108"/>
                    <a:pt x="3699139" y="4578108"/>
                    <a:pt x="3689614" y="4581918"/>
                  </a:cubicBezTo>
                  <a:cubicBezTo>
                    <a:pt x="3680089" y="4585728"/>
                    <a:pt x="3670564" y="4585728"/>
                    <a:pt x="3663896" y="4580966"/>
                  </a:cubicBezTo>
                  <a:cubicBezTo>
                    <a:pt x="3657229" y="4576203"/>
                    <a:pt x="3652466" y="4579061"/>
                    <a:pt x="3643894" y="4581918"/>
                  </a:cubicBezTo>
                  <a:cubicBezTo>
                    <a:pt x="3635321" y="4584776"/>
                    <a:pt x="3640084" y="4573346"/>
                    <a:pt x="3643894" y="4571441"/>
                  </a:cubicBezTo>
                  <a:cubicBezTo>
                    <a:pt x="3647704" y="4569536"/>
                    <a:pt x="3650561" y="4566678"/>
                    <a:pt x="3650561" y="4560963"/>
                  </a:cubicBezTo>
                  <a:cubicBezTo>
                    <a:pt x="3650561" y="4555248"/>
                    <a:pt x="3644846" y="4555248"/>
                    <a:pt x="3637226" y="4551438"/>
                  </a:cubicBezTo>
                  <a:cubicBezTo>
                    <a:pt x="3628654" y="4547628"/>
                    <a:pt x="3629606" y="4547628"/>
                    <a:pt x="3621034" y="4534293"/>
                  </a:cubicBezTo>
                  <a:cubicBezTo>
                    <a:pt x="3612461" y="4520958"/>
                    <a:pt x="3613414" y="4513338"/>
                    <a:pt x="3608651" y="4501908"/>
                  </a:cubicBezTo>
                  <a:cubicBezTo>
                    <a:pt x="3604841" y="4489526"/>
                    <a:pt x="3611509" y="4484763"/>
                    <a:pt x="3617224" y="4467618"/>
                  </a:cubicBezTo>
                  <a:cubicBezTo>
                    <a:pt x="3622939" y="4450473"/>
                    <a:pt x="3620081" y="4447616"/>
                    <a:pt x="3619129" y="4440948"/>
                  </a:cubicBezTo>
                  <a:cubicBezTo>
                    <a:pt x="3618176" y="4434281"/>
                    <a:pt x="3623891" y="4437138"/>
                    <a:pt x="3633416" y="4436186"/>
                  </a:cubicBezTo>
                  <a:cubicBezTo>
                    <a:pt x="3643894" y="4435233"/>
                    <a:pt x="3641036" y="4432376"/>
                    <a:pt x="3641036" y="4426661"/>
                  </a:cubicBezTo>
                  <a:cubicBezTo>
                    <a:pt x="3641036" y="4420946"/>
                    <a:pt x="3635321" y="4420946"/>
                    <a:pt x="3626749" y="4421898"/>
                  </a:cubicBezTo>
                  <a:cubicBezTo>
                    <a:pt x="3618176" y="4423803"/>
                    <a:pt x="3616271" y="4420946"/>
                    <a:pt x="3607699" y="4414278"/>
                  </a:cubicBezTo>
                  <a:cubicBezTo>
                    <a:pt x="3600079" y="4407611"/>
                    <a:pt x="3600079" y="4401896"/>
                    <a:pt x="3599126" y="4391418"/>
                  </a:cubicBezTo>
                  <a:cubicBezTo>
                    <a:pt x="3597221" y="4380941"/>
                    <a:pt x="3595316" y="4380941"/>
                    <a:pt x="3589601" y="4385703"/>
                  </a:cubicBezTo>
                  <a:cubicBezTo>
                    <a:pt x="3583886" y="4389513"/>
                    <a:pt x="3585791" y="4396181"/>
                    <a:pt x="3590554" y="4401896"/>
                  </a:cubicBezTo>
                  <a:cubicBezTo>
                    <a:pt x="3595316" y="4408563"/>
                    <a:pt x="3595316" y="4415231"/>
                    <a:pt x="3587696" y="4419041"/>
                  </a:cubicBezTo>
                  <a:cubicBezTo>
                    <a:pt x="3581029" y="4422851"/>
                    <a:pt x="3581981" y="4422851"/>
                    <a:pt x="3568646" y="4425708"/>
                  </a:cubicBezTo>
                  <a:cubicBezTo>
                    <a:pt x="3554359" y="4429518"/>
                    <a:pt x="3544834" y="4431423"/>
                    <a:pt x="3537214" y="4426661"/>
                  </a:cubicBezTo>
                  <a:cubicBezTo>
                    <a:pt x="3530546" y="4421898"/>
                    <a:pt x="3532451" y="4419993"/>
                    <a:pt x="3539119" y="4412373"/>
                  </a:cubicBezTo>
                  <a:cubicBezTo>
                    <a:pt x="3545786" y="4404753"/>
                    <a:pt x="3533404" y="4402848"/>
                    <a:pt x="3521021" y="4401896"/>
                  </a:cubicBezTo>
                  <a:cubicBezTo>
                    <a:pt x="3509591" y="4400943"/>
                    <a:pt x="3510544" y="4394276"/>
                    <a:pt x="3509591" y="4384751"/>
                  </a:cubicBezTo>
                  <a:cubicBezTo>
                    <a:pt x="3509591" y="4376178"/>
                    <a:pt x="3507686" y="4374273"/>
                    <a:pt x="3503876" y="4374273"/>
                  </a:cubicBezTo>
                  <a:cubicBezTo>
                    <a:pt x="3500066" y="4374273"/>
                    <a:pt x="3499114" y="4377131"/>
                    <a:pt x="3498161" y="4389513"/>
                  </a:cubicBezTo>
                  <a:cubicBezTo>
                    <a:pt x="3497209" y="4401896"/>
                    <a:pt x="3492446" y="4401896"/>
                    <a:pt x="3483874" y="4393323"/>
                  </a:cubicBezTo>
                  <a:cubicBezTo>
                    <a:pt x="3476254" y="4384751"/>
                    <a:pt x="3473396" y="4379036"/>
                    <a:pt x="3472444" y="4370463"/>
                  </a:cubicBezTo>
                  <a:cubicBezTo>
                    <a:pt x="3471491" y="4361891"/>
                    <a:pt x="3466729" y="4359986"/>
                    <a:pt x="3461014" y="4362843"/>
                  </a:cubicBezTo>
                  <a:cubicBezTo>
                    <a:pt x="3455299" y="4364748"/>
                    <a:pt x="3456251" y="4369511"/>
                    <a:pt x="3462919" y="4380941"/>
                  </a:cubicBezTo>
                  <a:cubicBezTo>
                    <a:pt x="3469586" y="4392371"/>
                    <a:pt x="3466729" y="4399991"/>
                    <a:pt x="3460061" y="4405706"/>
                  </a:cubicBezTo>
                  <a:cubicBezTo>
                    <a:pt x="3453394" y="4410468"/>
                    <a:pt x="3449584" y="4405706"/>
                    <a:pt x="3453394" y="4399038"/>
                  </a:cubicBezTo>
                  <a:cubicBezTo>
                    <a:pt x="3457204" y="4392371"/>
                    <a:pt x="3455299" y="4388561"/>
                    <a:pt x="3447679" y="4389513"/>
                  </a:cubicBezTo>
                  <a:cubicBezTo>
                    <a:pt x="3441011" y="4390466"/>
                    <a:pt x="3440059" y="4394276"/>
                    <a:pt x="3435296" y="4404753"/>
                  </a:cubicBezTo>
                  <a:cubicBezTo>
                    <a:pt x="3430534" y="4416183"/>
                    <a:pt x="3427676" y="4406658"/>
                    <a:pt x="3428629" y="4400943"/>
                  </a:cubicBezTo>
                  <a:cubicBezTo>
                    <a:pt x="3429581" y="4394276"/>
                    <a:pt x="3422914" y="4394276"/>
                    <a:pt x="3420056" y="4400943"/>
                  </a:cubicBezTo>
                  <a:cubicBezTo>
                    <a:pt x="3416246" y="4407611"/>
                    <a:pt x="3414341" y="4409516"/>
                    <a:pt x="3407674" y="4407611"/>
                  </a:cubicBezTo>
                  <a:cubicBezTo>
                    <a:pt x="3404816" y="4406658"/>
                    <a:pt x="3402911" y="4406658"/>
                    <a:pt x="3401006" y="4405706"/>
                  </a:cubicBezTo>
                  <a:cubicBezTo>
                    <a:pt x="3399101" y="4404753"/>
                    <a:pt x="3396244" y="4404753"/>
                    <a:pt x="3394339" y="4403801"/>
                  </a:cubicBezTo>
                  <a:cubicBezTo>
                    <a:pt x="3392434" y="4402848"/>
                    <a:pt x="3391481" y="4402848"/>
                    <a:pt x="3388624" y="4399991"/>
                  </a:cubicBezTo>
                  <a:cubicBezTo>
                    <a:pt x="3385766" y="4397133"/>
                    <a:pt x="3381004" y="4393323"/>
                    <a:pt x="3379099" y="4391418"/>
                  </a:cubicBezTo>
                  <a:cubicBezTo>
                    <a:pt x="3376241" y="4389513"/>
                    <a:pt x="3365764" y="4388561"/>
                    <a:pt x="3362906" y="4390466"/>
                  </a:cubicBezTo>
                  <a:cubicBezTo>
                    <a:pt x="3362906" y="4390466"/>
                    <a:pt x="3357191" y="4394276"/>
                    <a:pt x="3354334" y="4395228"/>
                  </a:cubicBezTo>
                  <a:cubicBezTo>
                    <a:pt x="3351476" y="4396181"/>
                    <a:pt x="3348619" y="4397133"/>
                    <a:pt x="3344809" y="4397133"/>
                  </a:cubicBezTo>
                  <a:lnTo>
                    <a:pt x="3338141" y="4397133"/>
                  </a:lnTo>
                  <a:cubicBezTo>
                    <a:pt x="3332426" y="4396181"/>
                    <a:pt x="3335284" y="4396181"/>
                    <a:pt x="3331474" y="4393323"/>
                  </a:cubicBezTo>
                  <a:cubicBezTo>
                    <a:pt x="3322901" y="4388561"/>
                    <a:pt x="3324806" y="4392371"/>
                    <a:pt x="3320044" y="4392371"/>
                  </a:cubicBezTo>
                  <a:cubicBezTo>
                    <a:pt x="3316234" y="4392371"/>
                    <a:pt x="3314329" y="4387608"/>
                    <a:pt x="3312424" y="4384751"/>
                  </a:cubicBezTo>
                  <a:cubicBezTo>
                    <a:pt x="3311471" y="4382846"/>
                    <a:pt x="3309566" y="4378083"/>
                    <a:pt x="3307661" y="4378083"/>
                  </a:cubicBezTo>
                  <a:cubicBezTo>
                    <a:pt x="3306709" y="4378083"/>
                    <a:pt x="3304804" y="4379036"/>
                    <a:pt x="3302899" y="4379988"/>
                  </a:cubicBezTo>
                  <a:cubicBezTo>
                    <a:pt x="3300994" y="4381893"/>
                    <a:pt x="3297184" y="4383798"/>
                    <a:pt x="3295279" y="4381893"/>
                  </a:cubicBezTo>
                  <a:cubicBezTo>
                    <a:pt x="3294326" y="4380941"/>
                    <a:pt x="3293374" y="4379988"/>
                    <a:pt x="3290516" y="4377131"/>
                  </a:cubicBezTo>
                  <a:cubicBezTo>
                    <a:pt x="3287659" y="4374273"/>
                    <a:pt x="3284801" y="4372368"/>
                    <a:pt x="3284801" y="4372368"/>
                  </a:cubicBezTo>
                  <a:lnTo>
                    <a:pt x="3282896" y="4370463"/>
                  </a:lnTo>
                  <a:lnTo>
                    <a:pt x="3280991" y="4369511"/>
                  </a:lnTo>
                  <a:lnTo>
                    <a:pt x="3278134" y="4368558"/>
                  </a:lnTo>
                  <a:cubicBezTo>
                    <a:pt x="3274324" y="4368558"/>
                    <a:pt x="3273371" y="4366653"/>
                    <a:pt x="3273371" y="4365701"/>
                  </a:cubicBezTo>
                  <a:cubicBezTo>
                    <a:pt x="3273371" y="4363796"/>
                    <a:pt x="3272419" y="4362843"/>
                    <a:pt x="3275276" y="4360938"/>
                  </a:cubicBezTo>
                  <a:cubicBezTo>
                    <a:pt x="3278134" y="4359033"/>
                    <a:pt x="3277181" y="4358081"/>
                    <a:pt x="3277181" y="4358081"/>
                  </a:cubicBezTo>
                  <a:cubicBezTo>
                    <a:pt x="3277181" y="4355223"/>
                    <a:pt x="3276229" y="4355223"/>
                    <a:pt x="3273371" y="4353318"/>
                  </a:cubicBezTo>
                  <a:cubicBezTo>
                    <a:pt x="3272419" y="4352366"/>
                    <a:pt x="3269561" y="4352366"/>
                    <a:pt x="3267656" y="4353318"/>
                  </a:cubicBezTo>
                  <a:cubicBezTo>
                    <a:pt x="3264799" y="4354271"/>
                    <a:pt x="3262894" y="4354271"/>
                    <a:pt x="3261941" y="4352366"/>
                  </a:cubicBezTo>
                  <a:cubicBezTo>
                    <a:pt x="3260989" y="4350461"/>
                    <a:pt x="3259084" y="4348556"/>
                    <a:pt x="3259084" y="4348556"/>
                  </a:cubicBezTo>
                  <a:cubicBezTo>
                    <a:pt x="3256226" y="4345698"/>
                    <a:pt x="3255274" y="4345698"/>
                    <a:pt x="3251464" y="4346651"/>
                  </a:cubicBezTo>
                  <a:cubicBezTo>
                    <a:pt x="3251464" y="4346651"/>
                    <a:pt x="3249559" y="4348556"/>
                    <a:pt x="3246701" y="4346651"/>
                  </a:cubicBezTo>
                  <a:cubicBezTo>
                    <a:pt x="3244796" y="4344746"/>
                    <a:pt x="3242891" y="4343793"/>
                    <a:pt x="3240986" y="4346651"/>
                  </a:cubicBezTo>
                  <a:cubicBezTo>
                    <a:pt x="3240034" y="4349508"/>
                    <a:pt x="3238129" y="4350461"/>
                    <a:pt x="3237176" y="4348556"/>
                  </a:cubicBezTo>
                  <a:cubicBezTo>
                    <a:pt x="3235271" y="4346651"/>
                    <a:pt x="3237176" y="4344746"/>
                    <a:pt x="3236224" y="4341888"/>
                  </a:cubicBezTo>
                  <a:cubicBezTo>
                    <a:pt x="3235271" y="4338078"/>
                    <a:pt x="3236224" y="4315218"/>
                    <a:pt x="3236224" y="4315218"/>
                  </a:cubicBezTo>
                  <a:cubicBezTo>
                    <a:pt x="3236224" y="4312361"/>
                    <a:pt x="3237176" y="4306646"/>
                    <a:pt x="3236224" y="4303788"/>
                  </a:cubicBezTo>
                  <a:cubicBezTo>
                    <a:pt x="3235271" y="4299978"/>
                    <a:pt x="3232414" y="4299026"/>
                    <a:pt x="3227651" y="4299026"/>
                  </a:cubicBezTo>
                  <a:cubicBezTo>
                    <a:pt x="3222889" y="4299026"/>
                    <a:pt x="3220984" y="4297121"/>
                    <a:pt x="3222889" y="4295216"/>
                  </a:cubicBezTo>
                  <a:cubicBezTo>
                    <a:pt x="3224794" y="4293311"/>
                    <a:pt x="3224794" y="4291406"/>
                    <a:pt x="3220984" y="4290453"/>
                  </a:cubicBezTo>
                  <a:cubicBezTo>
                    <a:pt x="3218126" y="4289501"/>
                    <a:pt x="3221936" y="4282833"/>
                    <a:pt x="3221936" y="4282833"/>
                  </a:cubicBezTo>
                  <a:cubicBezTo>
                    <a:pt x="3223841" y="4279976"/>
                    <a:pt x="3222889" y="4279976"/>
                    <a:pt x="3223841" y="4276166"/>
                  </a:cubicBezTo>
                  <a:cubicBezTo>
                    <a:pt x="3223841" y="4275213"/>
                    <a:pt x="3224794" y="4273308"/>
                    <a:pt x="3225746" y="4272356"/>
                  </a:cubicBezTo>
                  <a:cubicBezTo>
                    <a:pt x="3227651" y="4270451"/>
                    <a:pt x="3226699" y="4267593"/>
                    <a:pt x="3229556" y="4265688"/>
                  </a:cubicBezTo>
                  <a:cubicBezTo>
                    <a:pt x="3230509" y="4264736"/>
                    <a:pt x="3232414" y="4263783"/>
                    <a:pt x="3235271" y="4265688"/>
                  </a:cubicBezTo>
                  <a:cubicBezTo>
                    <a:pt x="3239081" y="4268546"/>
                    <a:pt x="3242891" y="4255211"/>
                    <a:pt x="3244796" y="4252353"/>
                  </a:cubicBezTo>
                  <a:cubicBezTo>
                    <a:pt x="3246701" y="4249496"/>
                    <a:pt x="3250511" y="4245686"/>
                    <a:pt x="3251464" y="4242828"/>
                  </a:cubicBezTo>
                  <a:cubicBezTo>
                    <a:pt x="3253369" y="4239971"/>
                    <a:pt x="3252416" y="4237113"/>
                    <a:pt x="3250511" y="4237113"/>
                  </a:cubicBezTo>
                  <a:cubicBezTo>
                    <a:pt x="3248606" y="4237113"/>
                    <a:pt x="3236224" y="4233303"/>
                    <a:pt x="3233366" y="4228541"/>
                  </a:cubicBezTo>
                  <a:cubicBezTo>
                    <a:pt x="3227651" y="4218063"/>
                    <a:pt x="3226699" y="4219016"/>
                    <a:pt x="3222889" y="4218063"/>
                  </a:cubicBezTo>
                  <a:cubicBezTo>
                    <a:pt x="3219079" y="4217111"/>
                    <a:pt x="3216221" y="4220921"/>
                    <a:pt x="3216221" y="4220921"/>
                  </a:cubicBezTo>
                  <a:cubicBezTo>
                    <a:pt x="3214316" y="4223778"/>
                    <a:pt x="3204791" y="4226636"/>
                    <a:pt x="3200029" y="4227588"/>
                  </a:cubicBezTo>
                  <a:cubicBezTo>
                    <a:pt x="3195266" y="4228541"/>
                    <a:pt x="3188599" y="4226636"/>
                    <a:pt x="3187646" y="4222826"/>
                  </a:cubicBezTo>
                  <a:cubicBezTo>
                    <a:pt x="3186694" y="4219016"/>
                    <a:pt x="3187646" y="4219016"/>
                    <a:pt x="3181931" y="4213301"/>
                  </a:cubicBezTo>
                  <a:cubicBezTo>
                    <a:pt x="3176216" y="4207586"/>
                    <a:pt x="3171454" y="4211396"/>
                    <a:pt x="3163834" y="4209491"/>
                  </a:cubicBezTo>
                  <a:cubicBezTo>
                    <a:pt x="3156214" y="4207586"/>
                    <a:pt x="3156214" y="4208538"/>
                    <a:pt x="3156214" y="4213301"/>
                  </a:cubicBezTo>
                  <a:cubicBezTo>
                    <a:pt x="3156214" y="4218063"/>
                    <a:pt x="3151451" y="4216158"/>
                    <a:pt x="3146689" y="4216158"/>
                  </a:cubicBezTo>
                  <a:cubicBezTo>
                    <a:pt x="3141926" y="4216158"/>
                    <a:pt x="3140974" y="4217111"/>
                    <a:pt x="3140021" y="4215206"/>
                  </a:cubicBezTo>
                  <a:cubicBezTo>
                    <a:pt x="3139069" y="4212348"/>
                    <a:pt x="3135259" y="4209491"/>
                    <a:pt x="3132401" y="4208538"/>
                  </a:cubicBezTo>
                  <a:cubicBezTo>
                    <a:pt x="3129544" y="4207586"/>
                    <a:pt x="3126686" y="4205681"/>
                    <a:pt x="3124781" y="4201871"/>
                  </a:cubicBezTo>
                  <a:cubicBezTo>
                    <a:pt x="3122876" y="4198061"/>
                    <a:pt x="3112399" y="4196156"/>
                    <a:pt x="3108589" y="4197108"/>
                  </a:cubicBezTo>
                  <a:cubicBezTo>
                    <a:pt x="3100969" y="4200918"/>
                    <a:pt x="3104779" y="4195203"/>
                    <a:pt x="3103826" y="4187583"/>
                  </a:cubicBezTo>
                  <a:cubicBezTo>
                    <a:pt x="3103826" y="4184725"/>
                    <a:pt x="3099064" y="4179963"/>
                    <a:pt x="3097159" y="4179011"/>
                  </a:cubicBezTo>
                  <a:lnTo>
                    <a:pt x="3095254" y="4177106"/>
                  </a:lnTo>
                  <a:cubicBezTo>
                    <a:pt x="3095254" y="4177106"/>
                    <a:pt x="3091444" y="4174248"/>
                    <a:pt x="3090491" y="4172343"/>
                  </a:cubicBezTo>
                  <a:cubicBezTo>
                    <a:pt x="3090491" y="4170438"/>
                    <a:pt x="3090491" y="4162818"/>
                    <a:pt x="3087634" y="4165675"/>
                  </a:cubicBezTo>
                  <a:cubicBezTo>
                    <a:pt x="3085729" y="4167581"/>
                    <a:pt x="3083824" y="4168533"/>
                    <a:pt x="3081919" y="4164723"/>
                  </a:cubicBezTo>
                  <a:cubicBezTo>
                    <a:pt x="3080014" y="4159008"/>
                    <a:pt x="3078109" y="4162818"/>
                    <a:pt x="3076204" y="4158056"/>
                  </a:cubicBezTo>
                  <a:cubicBezTo>
                    <a:pt x="3075251" y="4154246"/>
                    <a:pt x="3073346" y="4153293"/>
                    <a:pt x="3069536" y="4156150"/>
                  </a:cubicBezTo>
                  <a:cubicBezTo>
                    <a:pt x="3067631" y="4158056"/>
                    <a:pt x="3064774" y="4160913"/>
                    <a:pt x="3064774" y="4162818"/>
                  </a:cubicBezTo>
                  <a:cubicBezTo>
                    <a:pt x="3063821" y="4165675"/>
                    <a:pt x="3062869" y="4168533"/>
                    <a:pt x="3060011" y="4167581"/>
                  </a:cubicBezTo>
                  <a:cubicBezTo>
                    <a:pt x="3057154" y="4167581"/>
                    <a:pt x="3056201" y="4165675"/>
                    <a:pt x="3053344" y="4165675"/>
                  </a:cubicBezTo>
                  <a:cubicBezTo>
                    <a:pt x="3049534" y="4165675"/>
                    <a:pt x="3049534" y="4164723"/>
                    <a:pt x="3046676" y="4166628"/>
                  </a:cubicBezTo>
                  <a:cubicBezTo>
                    <a:pt x="3045724" y="4167581"/>
                    <a:pt x="3044771" y="4167581"/>
                    <a:pt x="3043819" y="4167581"/>
                  </a:cubicBezTo>
                  <a:cubicBezTo>
                    <a:pt x="3040961" y="4167581"/>
                    <a:pt x="3036199" y="4170438"/>
                    <a:pt x="3034294" y="4172343"/>
                  </a:cubicBezTo>
                  <a:lnTo>
                    <a:pt x="3032389" y="4174248"/>
                  </a:lnTo>
                  <a:cubicBezTo>
                    <a:pt x="3032389" y="4174248"/>
                    <a:pt x="3025721" y="4181868"/>
                    <a:pt x="3023816" y="4179963"/>
                  </a:cubicBezTo>
                  <a:cubicBezTo>
                    <a:pt x="3020959" y="4176153"/>
                    <a:pt x="3019054" y="4179011"/>
                    <a:pt x="3016196" y="4181868"/>
                  </a:cubicBezTo>
                  <a:cubicBezTo>
                    <a:pt x="3014291" y="4183773"/>
                    <a:pt x="3008576" y="4186631"/>
                    <a:pt x="3008576" y="4188536"/>
                  </a:cubicBezTo>
                  <a:cubicBezTo>
                    <a:pt x="3009529" y="4192346"/>
                    <a:pt x="3008576" y="4196156"/>
                    <a:pt x="3010481" y="4198061"/>
                  </a:cubicBezTo>
                  <a:lnTo>
                    <a:pt x="3012386" y="4200918"/>
                  </a:lnTo>
                  <a:cubicBezTo>
                    <a:pt x="3012386" y="4200918"/>
                    <a:pt x="3017149" y="4211396"/>
                    <a:pt x="3011434" y="4209491"/>
                  </a:cubicBezTo>
                  <a:cubicBezTo>
                    <a:pt x="3005719" y="4208538"/>
                    <a:pt x="3001909" y="4211396"/>
                    <a:pt x="3000004" y="4215206"/>
                  </a:cubicBezTo>
                  <a:lnTo>
                    <a:pt x="2998099" y="4217111"/>
                  </a:lnTo>
                  <a:cubicBezTo>
                    <a:pt x="2998099" y="4217111"/>
                    <a:pt x="2993336" y="4221873"/>
                    <a:pt x="2991431" y="4220921"/>
                  </a:cubicBezTo>
                  <a:cubicBezTo>
                    <a:pt x="2988574" y="4219968"/>
                    <a:pt x="2986669" y="4218063"/>
                    <a:pt x="2984764" y="4219968"/>
                  </a:cubicBezTo>
                  <a:cubicBezTo>
                    <a:pt x="2982859" y="4221873"/>
                    <a:pt x="2981906" y="4221873"/>
                    <a:pt x="2980954" y="4219016"/>
                  </a:cubicBezTo>
                  <a:cubicBezTo>
                    <a:pt x="2979049" y="4214253"/>
                    <a:pt x="2974286" y="4219968"/>
                    <a:pt x="2971429" y="4221873"/>
                  </a:cubicBezTo>
                  <a:cubicBezTo>
                    <a:pt x="2971429" y="4221873"/>
                    <a:pt x="2966666" y="4226636"/>
                    <a:pt x="2961904" y="4227588"/>
                  </a:cubicBezTo>
                  <a:cubicBezTo>
                    <a:pt x="2958094" y="4228541"/>
                    <a:pt x="2957141" y="4232351"/>
                    <a:pt x="2952379" y="4235208"/>
                  </a:cubicBezTo>
                  <a:cubicBezTo>
                    <a:pt x="2949521" y="4238066"/>
                    <a:pt x="2948569" y="4237113"/>
                    <a:pt x="2945711" y="4234256"/>
                  </a:cubicBezTo>
                  <a:cubicBezTo>
                    <a:pt x="2939996" y="4229493"/>
                    <a:pt x="2938091" y="4238066"/>
                    <a:pt x="2938091" y="4228541"/>
                  </a:cubicBezTo>
                  <a:cubicBezTo>
                    <a:pt x="2938091" y="4226636"/>
                    <a:pt x="2938091" y="4224731"/>
                    <a:pt x="2938091" y="4222826"/>
                  </a:cubicBezTo>
                  <a:cubicBezTo>
                    <a:pt x="2938091" y="4216158"/>
                    <a:pt x="2944759" y="4215206"/>
                    <a:pt x="2939996" y="4215206"/>
                  </a:cubicBezTo>
                  <a:cubicBezTo>
                    <a:pt x="2939996" y="4215206"/>
                    <a:pt x="2932376" y="4217111"/>
                    <a:pt x="2929519" y="4218063"/>
                  </a:cubicBezTo>
                  <a:cubicBezTo>
                    <a:pt x="2925709" y="4219016"/>
                    <a:pt x="2920946" y="4219968"/>
                    <a:pt x="2919041" y="4220921"/>
                  </a:cubicBezTo>
                  <a:lnTo>
                    <a:pt x="2916184" y="4222826"/>
                  </a:lnTo>
                  <a:cubicBezTo>
                    <a:pt x="2916184" y="4222826"/>
                    <a:pt x="2907611" y="4231398"/>
                    <a:pt x="2907611" y="4242828"/>
                  </a:cubicBezTo>
                  <a:cubicBezTo>
                    <a:pt x="2906659" y="4248543"/>
                    <a:pt x="2903801" y="4247591"/>
                    <a:pt x="2905706" y="4255211"/>
                  </a:cubicBezTo>
                  <a:cubicBezTo>
                    <a:pt x="2906659" y="4257116"/>
                    <a:pt x="2905706" y="4259021"/>
                    <a:pt x="2905706" y="4259973"/>
                  </a:cubicBezTo>
                  <a:cubicBezTo>
                    <a:pt x="2904754" y="4261878"/>
                    <a:pt x="2903801" y="4261878"/>
                    <a:pt x="2902849" y="4261878"/>
                  </a:cubicBezTo>
                  <a:lnTo>
                    <a:pt x="2901896" y="4261878"/>
                  </a:lnTo>
                  <a:cubicBezTo>
                    <a:pt x="2899991" y="4260926"/>
                    <a:pt x="2898086" y="4258068"/>
                    <a:pt x="2894276" y="4253306"/>
                  </a:cubicBezTo>
                  <a:cubicBezTo>
                    <a:pt x="2889514" y="4247591"/>
                    <a:pt x="2882846" y="4241876"/>
                    <a:pt x="2875226" y="4234256"/>
                  </a:cubicBezTo>
                  <a:cubicBezTo>
                    <a:pt x="2866654" y="4227588"/>
                    <a:pt x="2870464" y="4229493"/>
                    <a:pt x="2866654" y="4224731"/>
                  </a:cubicBezTo>
                  <a:cubicBezTo>
                    <a:pt x="2863796" y="4219968"/>
                    <a:pt x="2864749" y="4216158"/>
                    <a:pt x="2859034" y="4219016"/>
                  </a:cubicBezTo>
                  <a:cubicBezTo>
                    <a:pt x="2853319" y="4221873"/>
                    <a:pt x="2851414" y="4236161"/>
                    <a:pt x="2845699" y="4242828"/>
                  </a:cubicBezTo>
                  <a:cubicBezTo>
                    <a:pt x="2840936" y="4250448"/>
                    <a:pt x="2836174" y="4239971"/>
                    <a:pt x="2834269" y="4230446"/>
                  </a:cubicBezTo>
                  <a:cubicBezTo>
                    <a:pt x="2832364" y="4220921"/>
                    <a:pt x="2829506" y="4219968"/>
                    <a:pt x="2824744" y="4216158"/>
                  </a:cubicBezTo>
                  <a:cubicBezTo>
                    <a:pt x="2819981" y="4212348"/>
                    <a:pt x="2818076" y="4218063"/>
                    <a:pt x="2816171" y="4222826"/>
                  </a:cubicBezTo>
                  <a:cubicBezTo>
                    <a:pt x="2815219" y="4224731"/>
                    <a:pt x="2816171" y="4222826"/>
                    <a:pt x="2815219" y="4224731"/>
                  </a:cubicBezTo>
                  <a:lnTo>
                    <a:pt x="2813314" y="4228541"/>
                  </a:lnTo>
                  <a:cubicBezTo>
                    <a:pt x="2811409" y="4231398"/>
                    <a:pt x="2808551" y="4233303"/>
                    <a:pt x="2805694" y="4235208"/>
                  </a:cubicBezTo>
                  <a:cubicBezTo>
                    <a:pt x="2801884" y="4237113"/>
                    <a:pt x="2799026" y="4240923"/>
                    <a:pt x="2799026" y="4244733"/>
                  </a:cubicBezTo>
                  <a:cubicBezTo>
                    <a:pt x="2799026" y="4248543"/>
                    <a:pt x="2797121" y="4251401"/>
                    <a:pt x="2793311" y="4251401"/>
                  </a:cubicBezTo>
                  <a:cubicBezTo>
                    <a:pt x="2789501" y="4252353"/>
                    <a:pt x="2786644" y="4252353"/>
                    <a:pt x="2786644" y="4256163"/>
                  </a:cubicBezTo>
                  <a:cubicBezTo>
                    <a:pt x="2786644" y="4259973"/>
                    <a:pt x="2784739" y="4259973"/>
                    <a:pt x="2779024" y="4259021"/>
                  </a:cubicBezTo>
                  <a:cubicBezTo>
                    <a:pt x="2772356" y="4258068"/>
                    <a:pt x="2777119" y="4256163"/>
                    <a:pt x="2771404" y="4253306"/>
                  </a:cubicBezTo>
                  <a:cubicBezTo>
                    <a:pt x="2765689" y="4250448"/>
                    <a:pt x="2764736" y="4248543"/>
                    <a:pt x="2763784" y="4244733"/>
                  </a:cubicBezTo>
                  <a:cubicBezTo>
                    <a:pt x="2762831" y="4240923"/>
                    <a:pt x="2760926" y="4237113"/>
                    <a:pt x="2758069" y="4236161"/>
                  </a:cubicBezTo>
                  <a:cubicBezTo>
                    <a:pt x="2755211" y="4235208"/>
                    <a:pt x="2746639" y="4227588"/>
                    <a:pt x="2742829" y="4224731"/>
                  </a:cubicBezTo>
                  <a:cubicBezTo>
                    <a:pt x="2739019" y="4221873"/>
                    <a:pt x="2734256" y="4219968"/>
                    <a:pt x="2730446" y="4219968"/>
                  </a:cubicBezTo>
                  <a:cubicBezTo>
                    <a:pt x="2726636" y="4219968"/>
                    <a:pt x="2725684" y="4219968"/>
                    <a:pt x="2722826" y="4216158"/>
                  </a:cubicBezTo>
                  <a:cubicBezTo>
                    <a:pt x="2719969" y="4212348"/>
                    <a:pt x="2720921" y="4213301"/>
                    <a:pt x="2718064" y="4212348"/>
                  </a:cubicBezTo>
                  <a:cubicBezTo>
                    <a:pt x="2715206" y="4211396"/>
                    <a:pt x="2714254" y="4213301"/>
                    <a:pt x="2713301" y="4217111"/>
                  </a:cubicBezTo>
                  <a:cubicBezTo>
                    <a:pt x="2712349" y="4220921"/>
                    <a:pt x="2711396" y="4221873"/>
                    <a:pt x="2707586" y="4221873"/>
                  </a:cubicBezTo>
                  <a:cubicBezTo>
                    <a:pt x="2703776" y="4220921"/>
                    <a:pt x="2702824" y="4223778"/>
                    <a:pt x="2703776" y="4226636"/>
                  </a:cubicBezTo>
                  <a:cubicBezTo>
                    <a:pt x="2704729" y="4229493"/>
                    <a:pt x="2702824" y="4231398"/>
                    <a:pt x="2702824" y="4231398"/>
                  </a:cubicBezTo>
                  <a:lnTo>
                    <a:pt x="2690441" y="4240923"/>
                  </a:lnTo>
                  <a:cubicBezTo>
                    <a:pt x="2688536" y="4242828"/>
                    <a:pt x="2687584" y="4243781"/>
                    <a:pt x="2685679" y="4249496"/>
                  </a:cubicBezTo>
                  <a:cubicBezTo>
                    <a:pt x="2683774" y="4255211"/>
                    <a:pt x="2681869" y="4252353"/>
                    <a:pt x="2677106" y="4253306"/>
                  </a:cubicBezTo>
                  <a:cubicBezTo>
                    <a:pt x="2672344" y="4254258"/>
                    <a:pt x="2670439" y="4255211"/>
                    <a:pt x="2667581" y="4252353"/>
                  </a:cubicBezTo>
                  <a:cubicBezTo>
                    <a:pt x="2664724" y="4249496"/>
                    <a:pt x="2660914" y="4249496"/>
                    <a:pt x="2657104" y="4249496"/>
                  </a:cubicBezTo>
                  <a:cubicBezTo>
                    <a:pt x="2650436" y="4248543"/>
                    <a:pt x="2644721" y="4248543"/>
                    <a:pt x="2640911" y="4253306"/>
                  </a:cubicBezTo>
                  <a:cubicBezTo>
                    <a:pt x="2639006" y="4255211"/>
                    <a:pt x="2636149" y="4255211"/>
                    <a:pt x="2633291" y="4254258"/>
                  </a:cubicBezTo>
                  <a:cubicBezTo>
                    <a:pt x="2629481" y="4253306"/>
                    <a:pt x="2630434" y="4250448"/>
                    <a:pt x="2628529" y="4244733"/>
                  </a:cubicBezTo>
                  <a:cubicBezTo>
                    <a:pt x="2626624" y="4239018"/>
                    <a:pt x="2622814" y="4239018"/>
                    <a:pt x="2617099" y="4240923"/>
                  </a:cubicBezTo>
                  <a:cubicBezTo>
                    <a:pt x="2614241" y="4241876"/>
                    <a:pt x="2613289" y="4242828"/>
                    <a:pt x="2612336" y="4244733"/>
                  </a:cubicBezTo>
                  <a:cubicBezTo>
                    <a:pt x="2610431" y="4246638"/>
                    <a:pt x="2610431" y="4249496"/>
                    <a:pt x="2610431" y="4251401"/>
                  </a:cubicBezTo>
                  <a:cubicBezTo>
                    <a:pt x="2610431" y="4255211"/>
                    <a:pt x="2609479" y="4258068"/>
                    <a:pt x="2607574" y="4262831"/>
                  </a:cubicBezTo>
                  <a:cubicBezTo>
                    <a:pt x="2605669" y="4267593"/>
                    <a:pt x="2603764" y="4268546"/>
                    <a:pt x="2599001" y="4267593"/>
                  </a:cubicBezTo>
                  <a:cubicBezTo>
                    <a:pt x="2594239" y="4267593"/>
                    <a:pt x="2595191" y="4271403"/>
                    <a:pt x="2597096" y="4275213"/>
                  </a:cubicBezTo>
                  <a:cubicBezTo>
                    <a:pt x="2599001" y="4279023"/>
                    <a:pt x="2600906" y="4283786"/>
                    <a:pt x="2599001" y="4286643"/>
                  </a:cubicBezTo>
                  <a:cubicBezTo>
                    <a:pt x="2597096" y="4289501"/>
                    <a:pt x="2598049" y="4291406"/>
                    <a:pt x="2599954" y="4294263"/>
                  </a:cubicBezTo>
                  <a:cubicBezTo>
                    <a:pt x="2601859" y="4297121"/>
                    <a:pt x="2601859" y="4300931"/>
                    <a:pt x="2601859" y="4304741"/>
                  </a:cubicBezTo>
                  <a:cubicBezTo>
                    <a:pt x="2600906" y="4307598"/>
                    <a:pt x="2602811" y="4310456"/>
                    <a:pt x="2604716" y="4312361"/>
                  </a:cubicBezTo>
                  <a:cubicBezTo>
                    <a:pt x="2605669" y="4313313"/>
                    <a:pt x="2605669" y="4314266"/>
                    <a:pt x="2606621" y="4314266"/>
                  </a:cubicBezTo>
                  <a:cubicBezTo>
                    <a:pt x="2608526" y="4317123"/>
                    <a:pt x="2613289" y="4321886"/>
                    <a:pt x="2615194" y="4325696"/>
                  </a:cubicBezTo>
                  <a:cubicBezTo>
                    <a:pt x="2619004" y="4332363"/>
                    <a:pt x="2614241" y="4337126"/>
                    <a:pt x="2616146" y="4345698"/>
                  </a:cubicBezTo>
                  <a:cubicBezTo>
                    <a:pt x="2617099" y="4348556"/>
                    <a:pt x="2615194" y="4349508"/>
                    <a:pt x="2620909" y="4355223"/>
                  </a:cubicBezTo>
                  <a:cubicBezTo>
                    <a:pt x="2626624" y="4360938"/>
                    <a:pt x="2619004" y="4360938"/>
                    <a:pt x="2615194" y="4360938"/>
                  </a:cubicBezTo>
                  <a:cubicBezTo>
                    <a:pt x="2611384" y="4360938"/>
                    <a:pt x="2612336" y="4363796"/>
                    <a:pt x="2612336" y="4366653"/>
                  </a:cubicBezTo>
                  <a:cubicBezTo>
                    <a:pt x="2613289" y="4369511"/>
                    <a:pt x="2612336" y="4370463"/>
                    <a:pt x="2612336" y="4372368"/>
                  </a:cubicBezTo>
                  <a:cubicBezTo>
                    <a:pt x="2611384" y="4375226"/>
                    <a:pt x="2611384" y="4378083"/>
                    <a:pt x="2610431" y="4381893"/>
                  </a:cubicBezTo>
                  <a:cubicBezTo>
                    <a:pt x="2609479" y="4384751"/>
                    <a:pt x="2607574" y="4392371"/>
                    <a:pt x="2609479" y="4396181"/>
                  </a:cubicBezTo>
                  <a:cubicBezTo>
                    <a:pt x="2611384" y="4399991"/>
                    <a:pt x="2617099" y="4399038"/>
                    <a:pt x="2619004" y="4401896"/>
                  </a:cubicBezTo>
                  <a:cubicBezTo>
                    <a:pt x="2620909" y="4404753"/>
                    <a:pt x="2621861" y="4409516"/>
                    <a:pt x="2619004" y="4410468"/>
                  </a:cubicBezTo>
                  <a:cubicBezTo>
                    <a:pt x="2615194" y="4410468"/>
                    <a:pt x="2615194" y="4412373"/>
                    <a:pt x="2614241" y="4415231"/>
                  </a:cubicBezTo>
                  <a:cubicBezTo>
                    <a:pt x="2614241" y="4419041"/>
                    <a:pt x="2612336" y="4419041"/>
                    <a:pt x="2608526" y="4419041"/>
                  </a:cubicBezTo>
                  <a:cubicBezTo>
                    <a:pt x="2604716" y="4419041"/>
                    <a:pt x="2590429" y="4409516"/>
                    <a:pt x="2588524" y="4408563"/>
                  </a:cubicBezTo>
                  <a:cubicBezTo>
                    <a:pt x="2584714" y="4406658"/>
                    <a:pt x="2579951" y="4401896"/>
                    <a:pt x="2574236" y="4404753"/>
                  </a:cubicBezTo>
                  <a:cubicBezTo>
                    <a:pt x="2570426" y="4406658"/>
                    <a:pt x="2568521" y="4404753"/>
                    <a:pt x="2564711" y="4405706"/>
                  </a:cubicBezTo>
                  <a:cubicBezTo>
                    <a:pt x="2560901" y="4406658"/>
                    <a:pt x="2557091" y="4409516"/>
                    <a:pt x="2552329" y="4408563"/>
                  </a:cubicBezTo>
                  <a:cubicBezTo>
                    <a:pt x="2547566" y="4407611"/>
                    <a:pt x="2543756" y="4399991"/>
                    <a:pt x="2545661" y="4397133"/>
                  </a:cubicBezTo>
                  <a:cubicBezTo>
                    <a:pt x="2547566" y="4395228"/>
                    <a:pt x="2549471" y="4391418"/>
                    <a:pt x="2547566" y="4390466"/>
                  </a:cubicBezTo>
                  <a:cubicBezTo>
                    <a:pt x="2545661" y="4389513"/>
                    <a:pt x="2540899" y="4388561"/>
                    <a:pt x="2538994" y="4384751"/>
                  </a:cubicBezTo>
                  <a:cubicBezTo>
                    <a:pt x="2537089" y="4380941"/>
                    <a:pt x="2536136" y="4377131"/>
                    <a:pt x="2538994" y="4376178"/>
                  </a:cubicBezTo>
                  <a:cubicBezTo>
                    <a:pt x="2541851" y="4375226"/>
                    <a:pt x="2543756" y="4374273"/>
                    <a:pt x="2543756" y="4371416"/>
                  </a:cubicBezTo>
                  <a:cubicBezTo>
                    <a:pt x="2543756" y="4368558"/>
                    <a:pt x="2540899" y="4367606"/>
                    <a:pt x="2543756" y="4363796"/>
                  </a:cubicBezTo>
                  <a:cubicBezTo>
                    <a:pt x="2546614" y="4359986"/>
                    <a:pt x="2546614" y="4359033"/>
                    <a:pt x="2542804" y="4357128"/>
                  </a:cubicBezTo>
                  <a:cubicBezTo>
                    <a:pt x="2538994" y="4355223"/>
                    <a:pt x="2538041" y="4359033"/>
                    <a:pt x="2539946" y="4352366"/>
                  </a:cubicBezTo>
                  <a:cubicBezTo>
                    <a:pt x="2541851" y="4345698"/>
                    <a:pt x="2544709" y="4341888"/>
                    <a:pt x="2538041" y="4332363"/>
                  </a:cubicBezTo>
                  <a:cubicBezTo>
                    <a:pt x="2537089" y="4331411"/>
                    <a:pt x="2534231" y="4330458"/>
                    <a:pt x="2531374" y="4331411"/>
                  </a:cubicBezTo>
                  <a:cubicBezTo>
                    <a:pt x="2530421" y="4331411"/>
                    <a:pt x="2530421" y="4331411"/>
                    <a:pt x="2529469" y="4332363"/>
                  </a:cubicBezTo>
                  <a:cubicBezTo>
                    <a:pt x="2524706" y="4333316"/>
                    <a:pt x="2519944" y="4335221"/>
                    <a:pt x="2518039" y="4336173"/>
                  </a:cubicBezTo>
                  <a:cubicBezTo>
                    <a:pt x="2516134" y="4337126"/>
                    <a:pt x="2512324" y="4338078"/>
                    <a:pt x="2508514" y="4338078"/>
                  </a:cubicBezTo>
                  <a:cubicBezTo>
                    <a:pt x="2501846" y="4337126"/>
                    <a:pt x="2502799" y="4338078"/>
                    <a:pt x="2498989" y="4342841"/>
                  </a:cubicBezTo>
                  <a:cubicBezTo>
                    <a:pt x="2495179" y="4346651"/>
                    <a:pt x="2490416" y="4352366"/>
                    <a:pt x="2488511" y="4354271"/>
                  </a:cubicBezTo>
                  <a:lnTo>
                    <a:pt x="2484701" y="4356176"/>
                  </a:lnTo>
                  <a:cubicBezTo>
                    <a:pt x="2484701" y="4356176"/>
                    <a:pt x="2475176" y="4362843"/>
                    <a:pt x="2472319" y="4363796"/>
                  </a:cubicBezTo>
                  <a:cubicBezTo>
                    <a:pt x="2469461" y="4364748"/>
                    <a:pt x="2465651" y="4365701"/>
                    <a:pt x="2462794" y="4364748"/>
                  </a:cubicBezTo>
                  <a:cubicBezTo>
                    <a:pt x="2458984" y="4363796"/>
                    <a:pt x="2452316" y="4362843"/>
                    <a:pt x="2451364" y="4359033"/>
                  </a:cubicBezTo>
                  <a:cubicBezTo>
                    <a:pt x="2449459" y="4353318"/>
                    <a:pt x="2448506" y="4349508"/>
                    <a:pt x="2441839" y="4350461"/>
                  </a:cubicBezTo>
                  <a:cubicBezTo>
                    <a:pt x="2438029" y="4350461"/>
                    <a:pt x="2432314" y="4350461"/>
                    <a:pt x="2429456" y="4354271"/>
                  </a:cubicBezTo>
                  <a:cubicBezTo>
                    <a:pt x="2427551" y="4357128"/>
                    <a:pt x="2425646" y="4360938"/>
                    <a:pt x="2423741" y="4357128"/>
                  </a:cubicBezTo>
                  <a:cubicBezTo>
                    <a:pt x="2421836" y="4353318"/>
                    <a:pt x="2417074" y="4353318"/>
                    <a:pt x="2415169" y="4354271"/>
                  </a:cubicBezTo>
                  <a:cubicBezTo>
                    <a:pt x="2405644" y="4353318"/>
                    <a:pt x="2405644" y="4344746"/>
                    <a:pt x="2412311" y="4338078"/>
                  </a:cubicBezTo>
                  <a:cubicBezTo>
                    <a:pt x="2415169" y="4335221"/>
                    <a:pt x="2416121" y="4333316"/>
                    <a:pt x="2414216" y="4330458"/>
                  </a:cubicBezTo>
                  <a:cubicBezTo>
                    <a:pt x="2413264" y="4328553"/>
                    <a:pt x="2412311" y="4328553"/>
                    <a:pt x="2411359" y="4327601"/>
                  </a:cubicBezTo>
                  <a:cubicBezTo>
                    <a:pt x="2404691" y="4325696"/>
                    <a:pt x="2405644" y="4338078"/>
                    <a:pt x="2397071" y="4332363"/>
                  </a:cubicBezTo>
                  <a:cubicBezTo>
                    <a:pt x="2393261" y="4329506"/>
                    <a:pt x="2398024" y="4324743"/>
                    <a:pt x="2391356" y="4319981"/>
                  </a:cubicBezTo>
                  <a:cubicBezTo>
                    <a:pt x="2386594" y="4315218"/>
                    <a:pt x="2387546" y="4303788"/>
                    <a:pt x="2389451" y="4300931"/>
                  </a:cubicBezTo>
                  <a:cubicBezTo>
                    <a:pt x="2391356" y="4299026"/>
                    <a:pt x="2393261" y="4295216"/>
                    <a:pt x="2394214" y="4292358"/>
                  </a:cubicBezTo>
                  <a:cubicBezTo>
                    <a:pt x="2397071" y="4285691"/>
                    <a:pt x="2395166" y="4279976"/>
                    <a:pt x="2389451" y="4278071"/>
                  </a:cubicBezTo>
                  <a:cubicBezTo>
                    <a:pt x="2387546" y="4277118"/>
                    <a:pt x="2384689" y="4276166"/>
                    <a:pt x="2383736" y="4279023"/>
                  </a:cubicBezTo>
                  <a:cubicBezTo>
                    <a:pt x="2382784" y="4281881"/>
                    <a:pt x="2378974" y="4279023"/>
                    <a:pt x="2375164" y="4276166"/>
                  </a:cubicBezTo>
                  <a:cubicBezTo>
                    <a:pt x="2371354" y="4273308"/>
                    <a:pt x="2370401" y="4272356"/>
                    <a:pt x="2368496" y="4273308"/>
                  </a:cubicBezTo>
                  <a:cubicBezTo>
                    <a:pt x="2366591" y="4274261"/>
                    <a:pt x="2365639" y="4276166"/>
                    <a:pt x="2363734" y="4276166"/>
                  </a:cubicBezTo>
                  <a:cubicBezTo>
                    <a:pt x="2362781" y="4276166"/>
                    <a:pt x="2358019" y="4270451"/>
                    <a:pt x="2355161" y="4268546"/>
                  </a:cubicBezTo>
                  <a:cubicBezTo>
                    <a:pt x="2353256" y="4267593"/>
                    <a:pt x="2344684" y="4264736"/>
                    <a:pt x="2341826" y="4263783"/>
                  </a:cubicBezTo>
                  <a:cubicBezTo>
                    <a:pt x="2338969" y="4262831"/>
                    <a:pt x="2328491" y="4263783"/>
                    <a:pt x="2328491" y="4263783"/>
                  </a:cubicBezTo>
                  <a:lnTo>
                    <a:pt x="2323729" y="4263783"/>
                  </a:lnTo>
                  <a:cubicBezTo>
                    <a:pt x="2309441" y="4264736"/>
                    <a:pt x="2297059" y="4258068"/>
                    <a:pt x="2297059" y="4258068"/>
                  </a:cubicBezTo>
                  <a:cubicBezTo>
                    <a:pt x="2292296" y="4255211"/>
                    <a:pt x="2294201" y="4253306"/>
                    <a:pt x="2297059" y="4249496"/>
                  </a:cubicBezTo>
                  <a:cubicBezTo>
                    <a:pt x="2298964" y="4246638"/>
                    <a:pt x="2302774" y="4244733"/>
                    <a:pt x="2305631" y="4242828"/>
                  </a:cubicBezTo>
                  <a:cubicBezTo>
                    <a:pt x="2310394" y="4239971"/>
                    <a:pt x="2312299" y="4233303"/>
                    <a:pt x="2313251" y="4224731"/>
                  </a:cubicBezTo>
                  <a:cubicBezTo>
                    <a:pt x="2314204" y="4217111"/>
                    <a:pt x="2319919" y="4215206"/>
                    <a:pt x="2324681" y="4212348"/>
                  </a:cubicBezTo>
                  <a:cubicBezTo>
                    <a:pt x="2329444" y="4209491"/>
                    <a:pt x="2328491" y="4202823"/>
                    <a:pt x="2329444" y="4198061"/>
                  </a:cubicBezTo>
                  <a:cubicBezTo>
                    <a:pt x="2327539" y="4188536"/>
                    <a:pt x="2323729" y="4189488"/>
                    <a:pt x="2323729" y="4182821"/>
                  </a:cubicBezTo>
                  <a:cubicBezTo>
                    <a:pt x="2322776" y="4177106"/>
                    <a:pt x="2333254" y="4173296"/>
                    <a:pt x="2337064" y="4168533"/>
                  </a:cubicBezTo>
                  <a:cubicBezTo>
                    <a:pt x="2338969" y="4166628"/>
                    <a:pt x="2342779" y="4160913"/>
                    <a:pt x="2342779" y="4156150"/>
                  </a:cubicBezTo>
                  <a:cubicBezTo>
                    <a:pt x="2341826" y="4152340"/>
                    <a:pt x="2345636" y="4154246"/>
                    <a:pt x="2347541" y="4156150"/>
                  </a:cubicBezTo>
                  <a:cubicBezTo>
                    <a:pt x="2358971" y="4164723"/>
                    <a:pt x="2354209" y="4150436"/>
                    <a:pt x="2353256" y="4147578"/>
                  </a:cubicBezTo>
                  <a:cubicBezTo>
                    <a:pt x="2352304" y="4143768"/>
                    <a:pt x="2354209" y="4139958"/>
                    <a:pt x="2353256" y="4137100"/>
                  </a:cubicBezTo>
                  <a:cubicBezTo>
                    <a:pt x="2353256" y="4132338"/>
                    <a:pt x="2347541" y="4132338"/>
                    <a:pt x="2347541" y="4132338"/>
                  </a:cubicBezTo>
                  <a:lnTo>
                    <a:pt x="2343731" y="4131386"/>
                  </a:lnTo>
                  <a:cubicBezTo>
                    <a:pt x="2341826" y="4131386"/>
                    <a:pt x="2338016" y="4132338"/>
                    <a:pt x="2335159" y="4128528"/>
                  </a:cubicBezTo>
                  <a:cubicBezTo>
                    <a:pt x="2333254" y="4124718"/>
                    <a:pt x="2330396" y="4126623"/>
                    <a:pt x="2327539" y="4128528"/>
                  </a:cubicBezTo>
                  <a:cubicBezTo>
                    <a:pt x="2324681" y="4130433"/>
                    <a:pt x="2319919" y="4129481"/>
                    <a:pt x="2319919" y="4129481"/>
                  </a:cubicBezTo>
                  <a:lnTo>
                    <a:pt x="2317061" y="4127575"/>
                  </a:lnTo>
                  <a:cubicBezTo>
                    <a:pt x="2314204" y="4125671"/>
                    <a:pt x="2312299" y="4125671"/>
                    <a:pt x="2307536" y="4125671"/>
                  </a:cubicBezTo>
                  <a:cubicBezTo>
                    <a:pt x="2304679" y="4125671"/>
                    <a:pt x="2302774" y="4126623"/>
                    <a:pt x="2300869" y="4125671"/>
                  </a:cubicBezTo>
                  <a:cubicBezTo>
                    <a:pt x="2297059" y="4123765"/>
                    <a:pt x="2296106" y="4121861"/>
                    <a:pt x="2296106" y="4117098"/>
                  </a:cubicBezTo>
                  <a:cubicBezTo>
                    <a:pt x="2297059" y="4113288"/>
                    <a:pt x="2292296" y="4114240"/>
                    <a:pt x="2289439" y="4114240"/>
                  </a:cubicBezTo>
                  <a:cubicBezTo>
                    <a:pt x="2283724" y="4116146"/>
                    <a:pt x="2280866" y="4115193"/>
                    <a:pt x="2277056" y="4110431"/>
                  </a:cubicBezTo>
                  <a:cubicBezTo>
                    <a:pt x="2276104" y="4107573"/>
                    <a:pt x="2278961" y="4105668"/>
                    <a:pt x="2280866" y="4102811"/>
                  </a:cubicBezTo>
                  <a:cubicBezTo>
                    <a:pt x="2284676" y="4099000"/>
                    <a:pt x="2286581" y="4094238"/>
                    <a:pt x="2281819" y="4092333"/>
                  </a:cubicBezTo>
                  <a:cubicBezTo>
                    <a:pt x="2277056" y="4092333"/>
                    <a:pt x="2278961" y="4088523"/>
                    <a:pt x="2280866" y="4085665"/>
                  </a:cubicBezTo>
                  <a:cubicBezTo>
                    <a:pt x="2284676" y="4079950"/>
                    <a:pt x="2279914" y="4073283"/>
                    <a:pt x="2275151" y="4069473"/>
                  </a:cubicBezTo>
                  <a:cubicBezTo>
                    <a:pt x="2269436" y="4064711"/>
                    <a:pt x="2270389" y="4064711"/>
                    <a:pt x="2276104" y="4059948"/>
                  </a:cubicBezTo>
                  <a:cubicBezTo>
                    <a:pt x="2278961" y="4058043"/>
                    <a:pt x="2276104" y="4054233"/>
                    <a:pt x="2275151" y="4052328"/>
                  </a:cubicBezTo>
                  <a:cubicBezTo>
                    <a:pt x="2273246" y="4050423"/>
                    <a:pt x="2273246" y="4038993"/>
                    <a:pt x="2273246" y="4038993"/>
                  </a:cubicBezTo>
                  <a:lnTo>
                    <a:pt x="2273246" y="4043756"/>
                  </a:lnTo>
                  <a:cubicBezTo>
                    <a:pt x="2273246" y="4038993"/>
                    <a:pt x="2269436" y="4038040"/>
                    <a:pt x="2264674" y="4038993"/>
                  </a:cubicBezTo>
                  <a:cubicBezTo>
                    <a:pt x="2256101" y="4039946"/>
                    <a:pt x="2256101" y="4036136"/>
                    <a:pt x="2258959" y="4031373"/>
                  </a:cubicBezTo>
                  <a:cubicBezTo>
                    <a:pt x="2260864" y="4024706"/>
                    <a:pt x="2259911" y="4020896"/>
                    <a:pt x="2258959" y="4018038"/>
                  </a:cubicBezTo>
                  <a:cubicBezTo>
                    <a:pt x="2258006" y="4014228"/>
                    <a:pt x="2258959" y="4012323"/>
                    <a:pt x="2269436" y="4011371"/>
                  </a:cubicBezTo>
                  <a:cubicBezTo>
                    <a:pt x="2273246" y="4010418"/>
                    <a:pt x="2273246" y="4010418"/>
                    <a:pt x="2276104" y="4008513"/>
                  </a:cubicBezTo>
                  <a:cubicBezTo>
                    <a:pt x="2276104" y="4008513"/>
                    <a:pt x="2280866" y="4005656"/>
                    <a:pt x="2284676" y="4004703"/>
                  </a:cubicBezTo>
                  <a:cubicBezTo>
                    <a:pt x="2288486" y="4003750"/>
                    <a:pt x="2288486" y="4000893"/>
                    <a:pt x="2287534" y="3997083"/>
                  </a:cubicBezTo>
                  <a:cubicBezTo>
                    <a:pt x="2286581" y="3993273"/>
                    <a:pt x="2287534" y="3991368"/>
                    <a:pt x="2283724" y="3994225"/>
                  </a:cubicBezTo>
                  <a:cubicBezTo>
                    <a:pt x="2279914" y="3997083"/>
                    <a:pt x="2280866" y="3998036"/>
                    <a:pt x="2278009" y="3998036"/>
                  </a:cubicBezTo>
                  <a:cubicBezTo>
                    <a:pt x="2274199" y="3998036"/>
                    <a:pt x="2274199" y="3998036"/>
                    <a:pt x="2267531" y="3999940"/>
                  </a:cubicBezTo>
                  <a:cubicBezTo>
                    <a:pt x="2260864" y="4001846"/>
                    <a:pt x="2255149" y="4000893"/>
                    <a:pt x="2252291" y="3998036"/>
                  </a:cubicBezTo>
                  <a:cubicBezTo>
                    <a:pt x="2251339" y="3997083"/>
                    <a:pt x="2250386" y="3997083"/>
                    <a:pt x="2249434" y="3996131"/>
                  </a:cubicBezTo>
                  <a:cubicBezTo>
                    <a:pt x="2249434" y="3996131"/>
                    <a:pt x="2243719" y="3991368"/>
                    <a:pt x="2239909" y="3991368"/>
                  </a:cubicBezTo>
                  <a:cubicBezTo>
                    <a:pt x="2235146" y="3992321"/>
                    <a:pt x="2231336" y="3993273"/>
                    <a:pt x="2227526" y="3993273"/>
                  </a:cubicBezTo>
                  <a:cubicBezTo>
                    <a:pt x="2223716" y="3993273"/>
                    <a:pt x="2219906" y="3993273"/>
                    <a:pt x="2215144" y="3991368"/>
                  </a:cubicBezTo>
                  <a:cubicBezTo>
                    <a:pt x="2215144" y="3991368"/>
                    <a:pt x="2210381" y="3989463"/>
                    <a:pt x="2207524" y="3989463"/>
                  </a:cubicBezTo>
                  <a:cubicBezTo>
                    <a:pt x="2201809" y="3989463"/>
                    <a:pt x="2198951" y="3988511"/>
                    <a:pt x="2195141" y="3992321"/>
                  </a:cubicBezTo>
                  <a:cubicBezTo>
                    <a:pt x="2195141" y="3992321"/>
                    <a:pt x="2189426" y="3995178"/>
                    <a:pt x="2186569" y="3994225"/>
                  </a:cubicBezTo>
                  <a:cubicBezTo>
                    <a:pt x="2182759" y="3994225"/>
                    <a:pt x="2175139" y="3995178"/>
                    <a:pt x="2175139" y="3995178"/>
                  </a:cubicBezTo>
                  <a:cubicBezTo>
                    <a:pt x="2167519" y="3996131"/>
                    <a:pt x="2157994" y="4000893"/>
                    <a:pt x="2153231" y="4003750"/>
                  </a:cubicBezTo>
                  <a:cubicBezTo>
                    <a:pt x="2149421" y="4005656"/>
                    <a:pt x="2145611" y="4007561"/>
                    <a:pt x="2142754" y="4009465"/>
                  </a:cubicBezTo>
                  <a:cubicBezTo>
                    <a:pt x="2129419" y="4016133"/>
                    <a:pt x="2129419" y="4011371"/>
                    <a:pt x="2124656" y="4005656"/>
                  </a:cubicBezTo>
                  <a:cubicBezTo>
                    <a:pt x="2120846" y="4001846"/>
                    <a:pt x="2127514" y="3997083"/>
                    <a:pt x="2129419" y="3996131"/>
                  </a:cubicBezTo>
                  <a:cubicBezTo>
                    <a:pt x="2131324" y="3995178"/>
                    <a:pt x="2134181" y="3993273"/>
                    <a:pt x="2135134" y="3990415"/>
                  </a:cubicBezTo>
                  <a:cubicBezTo>
                    <a:pt x="2136086" y="3987558"/>
                    <a:pt x="2142754" y="3983748"/>
                    <a:pt x="2145611" y="3981843"/>
                  </a:cubicBezTo>
                  <a:cubicBezTo>
                    <a:pt x="2147516" y="3980890"/>
                    <a:pt x="2150374" y="3977081"/>
                    <a:pt x="2151326" y="3974223"/>
                  </a:cubicBezTo>
                  <a:cubicBezTo>
                    <a:pt x="2152279" y="3971365"/>
                    <a:pt x="2150374" y="3967556"/>
                    <a:pt x="2151326" y="3962793"/>
                  </a:cubicBezTo>
                  <a:cubicBezTo>
                    <a:pt x="2152279" y="3958983"/>
                    <a:pt x="2146564" y="3958031"/>
                    <a:pt x="2146564" y="3958031"/>
                  </a:cubicBezTo>
                  <a:lnTo>
                    <a:pt x="2143706" y="3957078"/>
                  </a:lnTo>
                  <a:cubicBezTo>
                    <a:pt x="2137991" y="3948506"/>
                    <a:pt x="2151326" y="3953268"/>
                    <a:pt x="2148469" y="3945648"/>
                  </a:cubicBezTo>
                  <a:cubicBezTo>
                    <a:pt x="2147516" y="3942790"/>
                    <a:pt x="2144659" y="3938028"/>
                    <a:pt x="2144659" y="3938028"/>
                  </a:cubicBezTo>
                  <a:cubicBezTo>
                    <a:pt x="2141801" y="3933265"/>
                    <a:pt x="2140849" y="3938981"/>
                    <a:pt x="2136086" y="3936123"/>
                  </a:cubicBezTo>
                  <a:cubicBezTo>
                    <a:pt x="2129419" y="3932313"/>
                    <a:pt x="2128466" y="3935171"/>
                    <a:pt x="2131324" y="3924693"/>
                  </a:cubicBezTo>
                  <a:cubicBezTo>
                    <a:pt x="2132276" y="3921836"/>
                    <a:pt x="2133229" y="3918025"/>
                    <a:pt x="2134181" y="3916121"/>
                  </a:cubicBezTo>
                  <a:cubicBezTo>
                    <a:pt x="2135134" y="3913263"/>
                    <a:pt x="2137039" y="3899928"/>
                    <a:pt x="2137039" y="3899928"/>
                  </a:cubicBezTo>
                  <a:cubicBezTo>
                    <a:pt x="2138944" y="3888498"/>
                    <a:pt x="2145611" y="3892308"/>
                    <a:pt x="2150374" y="3884688"/>
                  </a:cubicBezTo>
                  <a:cubicBezTo>
                    <a:pt x="2154184" y="3878973"/>
                    <a:pt x="2166566" y="3889450"/>
                    <a:pt x="2164661" y="3880878"/>
                  </a:cubicBezTo>
                  <a:cubicBezTo>
                    <a:pt x="2164661" y="3880878"/>
                    <a:pt x="2164661" y="3877068"/>
                    <a:pt x="2162756" y="3875163"/>
                  </a:cubicBezTo>
                  <a:cubicBezTo>
                    <a:pt x="2160851" y="3874211"/>
                    <a:pt x="2159899" y="3868496"/>
                    <a:pt x="2159899" y="3868496"/>
                  </a:cubicBezTo>
                  <a:cubicBezTo>
                    <a:pt x="2158946" y="3866590"/>
                    <a:pt x="2160851" y="3862781"/>
                    <a:pt x="2162756" y="3858971"/>
                  </a:cubicBezTo>
                  <a:cubicBezTo>
                    <a:pt x="2165614" y="3852303"/>
                    <a:pt x="2159899" y="3850398"/>
                    <a:pt x="2167519" y="3847540"/>
                  </a:cubicBezTo>
                  <a:cubicBezTo>
                    <a:pt x="2171329" y="3845636"/>
                    <a:pt x="2172281" y="3839921"/>
                    <a:pt x="2174186" y="3837063"/>
                  </a:cubicBezTo>
                  <a:cubicBezTo>
                    <a:pt x="2177996" y="3832300"/>
                    <a:pt x="2177044" y="3826586"/>
                    <a:pt x="2184664" y="3831348"/>
                  </a:cubicBezTo>
                  <a:cubicBezTo>
                    <a:pt x="2186569" y="3832300"/>
                    <a:pt x="2189426" y="3834206"/>
                    <a:pt x="2191331" y="3834206"/>
                  </a:cubicBezTo>
                  <a:cubicBezTo>
                    <a:pt x="2194189" y="3834206"/>
                    <a:pt x="2197999" y="3826586"/>
                    <a:pt x="2197999" y="3826586"/>
                  </a:cubicBezTo>
                  <a:cubicBezTo>
                    <a:pt x="2200856" y="3824681"/>
                    <a:pt x="2201809" y="3821823"/>
                    <a:pt x="2205619" y="3820871"/>
                  </a:cubicBezTo>
                  <a:cubicBezTo>
                    <a:pt x="2210381" y="3819918"/>
                    <a:pt x="2209429" y="3812298"/>
                    <a:pt x="2215144" y="3809440"/>
                  </a:cubicBezTo>
                  <a:cubicBezTo>
                    <a:pt x="2218954" y="3807536"/>
                    <a:pt x="2219906" y="3804678"/>
                    <a:pt x="2218954" y="3801821"/>
                  </a:cubicBezTo>
                  <a:cubicBezTo>
                    <a:pt x="2218001" y="3797058"/>
                    <a:pt x="2218001" y="3798963"/>
                    <a:pt x="2219906" y="3794200"/>
                  </a:cubicBezTo>
                  <a:cubicBezTo>
                    <a:pt x="2221811" y="3790390"/>
                    <a:pt x="2223716" y="3786581"/>
                    <a:pt x="2223716" y="3784675"/>
                  </a:cubicBezTo>
                  <a:cubicBezTo>
                    <a:pt x="2222764" y="3776103"/>
                    <a:pt x="2236099" y="3789438"/>
                    <a:pt x="2238004" y="3789438"/>
                  </a:cubicBezTo>
                  <a:cubicBezTo>
                    <a:pt x="2243719" y="3795153"/>
                    <a:pt x="2247529" y="3794200"/>
                    <a:pt x="2250386" y="3785628"/>
                  </a:cubicBezTo>
                  <a:cubicBezTo>
                    <a:pt x="2253244" y="3778961"/>
                    <a:pt x="2257054" y="3778008"/>
                    <a:pt x="2260864" y="3773246"/>
                  </a:cubicBezTo>
                  <a:cubicBezTo>
                    <a:pt x="2262769" y="3770388"/>
                    <a:pt x="2262769" y="3769436"/>
                    <a:pt x="2263721" y="3765625"/>
                  </a:cubicBezTo>
                  <a:cubicBezTo>
                    <a:pt x="2265626" y="3761815"/>
                    <a:pt x="2268484" y="3757053"/>
                    <a:pt x="2273246" y="3758958"/>
                  </a:cubicBezTo>
                  <a:cubicBezTo>
                    <a:pt x="2278009" y="3759911"/>
                    <a:pt x="2277056" y="3762768"/>
                    <a:pt x="2278961" y="3763721"/>
                  </a:cubicBezTo>
                  <a:cubicBezTo>
                    <a:pt x="2283724" y="3766578"/>
                    <a:pt x="2287534" y="3763721"/>
                    <a:pt x="2290391" y="3758958"/>
                  </a:cubicBezTo>
                  <a:cubicBezTo>
                    <a:pt x="2292296" y="3756100"/>
                    <a:pt x="2292296" y="3754196"/>
                    <a:pt x="2290391" y="3751338"/>
                  </a:cubicBezTo>
                  <a:cubicBezTo>
                    <a:pt x="2288486" y="3747528"/>
                    <a:pt x="2283724" y="3746575"/>
                    <a:pt x="2282771" y="3742765"/>
                  </a:cubicBezTo>
                  <a:cubicBezTo>
                    <a:pt x="2280866" y="3738003"/>
                    <a:pt x="2280866" y="3735146"/>
                    <a:pt x="2279914" y="3730383"/>
                  </a:cubicBezTo>
                  <a:cubicBezTo>
                    <a:pt x="2279914" y="3728478"/>
                    <a:pt x="2279914" y="3726573"/>
                    <a:pt x="2278961" y="3724668"/>
                  </a:cubicBezTo>
                  <a:cubicBezTo>
                    <a:pt x="2275151" y="3716096"/>
                    <a:pt x="2280866" y="3717048"/>
                    <a:pt x="2285629" y="3718000"/>
                  </a:cubicBezTo>
                  <a:cubicBezTo>
                    <a:pt x="2288486" y="3718953"/>
                    <a:pt x="2289439" y="3718953"/>
                    <a:pt x="2290391" y="3721811"/>
                  </a:cubicBezTo>
                  <a:cubicBezTo>
                    <a:pt x="2291344" y="3725621"/>
                    <a:pt x="2292296" y="3726573"/>
                    <a:pt x="2295154" y="3724668"/>
                  </a:cubicBezTo>
                  <a:cubicBezTo>
                    <a:pt x="2298964" y="3721811"/>
                    <a:pt x="2299916" y="3718000"/>
                    <a:pt x="2298964" y="3713238"/>
                  </a:cubicBezTo>
                  <a:cubicBezTo>
                    <a:pt x="2297059" y="3706571"/>
                    <a:pt x="2290391" y="3706571"/>
                    <a:pt x="2298011" y="3697998"/>
                  </a:cubicBezTo>
                  <a:cubicBezTo>
                    <a:pt x="2299916" y="3696093"/>
                    <a:pt x="2303726" y="3688473"/>
                    <a:pt x="2305631" y="3685615"/>
                  </a:cubicBezTo>
                  <a:cubicBezTo>
                    <a:pt x="2307536" y="3681806"/>
                    <a:pt x="2308489" y="3675138"/>
                    <a:pt x="2308489" y="3672281"/>
                  </a:cubicBezTo>
                  <a:cubicBezTo>
                    <a:pt x="2308489" y="3670375"/>
                    <a:pt x="2308489" y="3666565"/>
                    <a:pt x="2309441" y="3664661"/>
                  </a:cubicBezTo>
                  <a:cubicBezTo>
                    <a:pt x="2311346" y="3659898"/>
                    <a:pt x="2311346" y="3655136"/>
                    <a:pt x="2311346" y="3649421"/>
                  </a:cubicBezTo>
                  <a:cubicBezTo>
                    <a:pt x="2310394" y="3647515"/>
                    <a:pt x="2310394" y="3643706"/>
                    <a:pt x="2311346" y="3640848"/>
                  </a:cubicBezTo>
                  <a:cubicBezTo>
                    <a:pt x="2312299" y="3637990"/>
                    <a:pt x="2312299" y="3631323"/>
                    <a:pt x="2311346" y="3627513"/>
                  </a:cubicBezTo>
                  <a:cubicBezTo>
                    <a:pt x="2310394" y="3624656"/>
                    <a:pt x="2313251" y="3616083"/>
                    <a:pt x="2313251" y="3612273"/>
                  </a:cubicBezTo>
                  <a:cubicBezTo>
                    <a:pt x="2313251" y="3611321"/>
                    <a:pt x="2314204" y="3609415"/>
                    <a:pt x="2315156" y="3606558"/>
                  </a:cubicBezTo>
                  <a:cubicBezTo>
                    <a:pt x="2317061" y="3603700"/>
                    <a:pt x="2317061" y="3600843"/>
                    <a:pt x="2312299" y="3597033"/>
                  </a:cubicBezTo>
                  <a:cubicBezTo>
                    <a:pt x="2308489" y="3593223"/>
                    <a:pt x="2309441" y="3586556"/>
                    <a:pt x="2309441" y="3586556"/>
                  </a:cubicBezTo>
                  <a:cubicBezTo>
                    <a:pt x="2310394" y="3578936"/>
                    <a:pt x="2314204" y="3574173"/>
                    <a:pt x="2315156" y="3568458"/>
                  </a:cubicBezTo>
                  <a:cubicBezTo>
                    <a:pt x="2316109" y="3564648"/>
                    <a:pt x="2313251" y="3550361"/>
                    <a:pt x="2313251" y="3550361"/>
                  </a:cubicBezTo>
                  <a:cubicBezTo>
                    <a:pt x="2313251" y="3544646"/>
                    <a:pt x="2312299" y="3538931"/>
                    <a:pt x="2313251" y="3533215"/>
                  </a:cubicBezTo>
                  <a:cubicBezTo>
                    <a:pt x="2314204" y="3528453"/>
                    <a:pt x="2315156" y="3528453"/>
                    <a:pt x="2312299" y="3525596"/>
                  </a:cubicBezTo>
                  <a:cubicBezTo>
                    <a:pt x="2307536" y="3520833"/>
                    <a:pt x="2306584" y="3530358"/>
                    <a:pt x="2301821" y="3521786"/>
                  </a:cubicBezTo>
                  <a:cubicBezTo>
                    <a:pt x="2300869" y="3518928"/>
                    <a:pt x="2298964" y="3517023"/>
                    <a:pt x="2297059" y="3517023"/>
                  </a:cubicBezTo>
                  <a:cubicBezTo>
                    <a:pt x="2295154" y="3516071"/>
                    <a:pt x="2292296" y="3516071"/>
                    <a:pt x="2290391" y="3515118"/>
                  </a:cubicBezTo>
                  <a:cubicBezTo>
                    <a:pt x="2285629" y="3513213"/>
                    <a:pt x="2285629" y="3517023"/>
                    <a:pt x="2285629" y="3523690"/>
                  </a:cubicBezTo>
                  <a:cubicBezTo>
                    <a:pt x="2285629" y="3526548"/>
                    <a:pt x="2283724" y="3529406"/>
                    <a:pt x="2282771" y="3530358"/>
                  </a:cubicBezTo>
                  <a:cubicBezTo>
                    <a:pt x="2280866" y="3532263"/>
                    <a:pt x="2277056" y="3532263"/>
                    <a:pt x="2274199" y="3531311"/>
                  </a:cubicBezTo>
                  <a:cubicBezTo>
                    <a:pt x="2271341" y="3531311"/>
                    <a:pt x="2269436" y="3529406"/>
                    <a:pt x="2268484" y="3526548"/>
                  </a:cubicBezTo>
                  <a:cubicBezTo>
                    <a:pt x="2267531" y="3524643"/>
                    <a:pt x="2267531" y="3522738"/>
                    <a:pt x="2267531" y="3519881"/>
                  </a:cubicBezTo>
                  <a:cubicBezTo>
                    <a:pt x="2267531" y="3513213"/>
                    <a:pt x="2263721" y="3505593"/>
                    <a:pt x="2263721" y="3505593"/>
                  </a:cubicBezTo>
                  <a:cubicBezTo>
                    <a:pt x="2262769" y="3502736"/>
                    <a:pt x="2262769" y="3499878"/>
                    <a:pt x="2262769" y="3496068"/>
                  </a:cubicBezTo>
                  <a:cubicBezTo>
                    <a:pt x="2262769" y="3492258"/>
                    <a:pt x="2262769" y="3488448"/>
                    <a:pt x="2260864" y="3486543"/>
                  </a:cubicBezTo>
                  <a:cubicBezTo>
                    <a:pt x="2259911" y="3484638"/>
                    <a:pt x="2260864" y="3478923"/>
                    <a:pt x="2259911" y="3476065"/>
                  </a:cubicBezTo>
                  <a:cubicBezTo>
                    <a:pt x="2259911" y="3473208"/>
                    <a:pt x="2257054" y="3470350"/>
                    <a:pt x="2255149" y="3467493"/>
                  </a:cubicBezTo>
                  <a:cubicBezTo>
                    <a:pt x="2253244" y="3464636"/>
                    <a:pt x="2256101" y="3457968"/>
                    <a:pt x="2256101" y="3457968"/>
                  </a:cubicBezTo>
                  <a:lnTo>
                    <a:pt x="2257054" y="3456063"/>
                  </a:lnTo>
                  <a:cubicBezTo>
                    <a:pt x="2257054" y="3454158"/>
                    <a:pt x="2258959" y="3451300"/>
                    <a:pt x="2259911" y="3447490"/>
                  </a:cubicBezTo>
                  <a:cubicBezTo>
                    <a:pt x="2259911" y="3443681"/>
                    <a:pt x="2254196" y="3441775"/>
                    <a:pt x="2254196" y="3441775"/>
                  </a:cubicBezTo>
                  <a:cubicBezTo>
                    <a:pt x="2250386" y="3441775"/>
                    <a:pt x="2242766" y="3443681"/>
                    <a:pt x="2243719" y="3437013"/>
                  </a:cubicBezTo>
                  <a:cubicBezTo>
                    <a:pt x="2243719" y="3433203"/>
                    <a:pt x="2240861" y="3430346"/>
                    <a:pt x="2238956" y="3427488"/>
                  </a:cubicBezTo>
                  <a:cubicBezTo>
                    <a:pt x="2238004" y="3426536"/>
                    <a:pt x="2236099" y="3419868"/>
                    <a:pt x="2235146" y="3417011"/>
                  </a:cubicBezTo>
                  <a:cubicBezTo>
                    <a:pt x="2232289" y="3411296"/>
                    <a:pt x="2231336" y="3409390"/>
                    <a:pt x="2228479" y="3414153"/>
                  </a:cubicBezTo>
                  <a:cubicBezTo>
                    <a:pt x="2226574" y="3418915"/>
                    <a:pt x="2223716" y="3418915"/>
                    <a:pt x="2221811" y="3417963"/>
                  </a:cubicBezTo>
                  <a:cubicBezTo>
                    <a:pt x="2218954" y="3416058"/>
                    <a:pt x="2217049" y="3409390"/>
                    <a:pt x="2216096" y="3406533"/>
                  </a:cubicBezTo>
                  <a:cubicBezTo>
                    <a:pt x="2216096" y="3404628"/>
                    <a:pt x="2215144" y="3404628"/>
                    <a:pt x="2216096" y="3399865"/>
                  </a:cubicBezTo>
                  <a:cubicBezTo>
                    <a:pt x="2217049" y="3396056"/>
                    <a:pt x="2209429" y="3392246"/>
                    <a:pt x="2209429" y="3392246"/>
                  </a:cubicBezTo>
                  <a:cubicBezTo>
                    <a:pt x="2203714" y="3390340"/>
                    <a:pt x="2204666" y="3390340"/>
                    <a:pt x="2199904" y="3391293"/>
                  </a:cubicBezTo>
                  <a:cubicBezTo>
                    <a:pt x="2196094" y="3392246"/>
                    <a:pt x="2194189" y="3387483"/>
                    <a:pt x="2191331" y="3393198"/>
                  </a:cubicBezTo>
                  <a:lnTo>
                    <a:pt x="2191331" y="3399865"/>
                  </a:lnTo>
                  <a:cubicBezTo>
                    <a:pt x="2191331" y="3402723"/>
                    <a:pt x="2189426" y="3410343"/>
                    <a:pt x="2189426" y="3410343"/>
                  </a:cubicBezTo>
                  <a:cubicBezTo>
                    <a:pt x="2189426" y="3411296"/>
                    <a:pt x="2172281" y="3421773"/>
                    <a:pt x="2171329" y="3421773"/>
                  </a:cubicBezTo>
                  <a:cubicBezTo>
                    <a:pt x="2169424" y="3421773"/>
                    <a:pt x="2167519" y="3424631"/>
                    <a:pt x="2169424" y="3426536"/>
                  </a:cubicBezTo>
                  <a:cubicBezTo>
                    <a:pt x="2171329" y="3428440"/>
                    <a:pt x="2167519" y="3432250"/>
                    <a:pt x="2167519" y="3432250"/>
                  </a:cubicBezTo>
                  <a:lnTo>
                    <a:pt x="2163709" y="3437013"/>
                  </a:lnTo>
                  <a:cubicBezTo>
                    <a:pt x="2163709" y="3437013"/>
                    <a:pt x="2162756" y="3438918"/>
                    <a:pt x="2163709" y="3441775"/>
                  </a:cubicBezTo>
                  <a:cubicBezTo>
                    <a:pt x="2167519" y="3450348"/>
                    <a:pt x="2171329" y="3444633"/>
                    <a:pt x="2169424" y="3454158"/>
                  </a:cubicBezTo>
                  <a:cubicBezTo>
                    <a:pt x="2168471" y="3457015"/>
                    <a:pt x="2168471" y="3460825"/>
                    <a:pt x="2167519" y="3461778"/>
                  </a:cubicBezTo>
                  <a:cubicBezTo>
                    <a:pt x="2165614" y="3468446"/>
                    <a:pt x="2169424" y="3469398"/>
                    <a:pt x="2162756" y="3469398"/>
                  </a:cubicBezTo>
                  <a:cubicBezTo>
                    <a:pt x="2160851" y="3469398"/>
                    <a:pt x="2158946" y="3468446"/>
                    <a:pt x="2157041" y="3466540"/>
                  </a:cubicBezTo>
                  <a:cubicBezTo>
                    <a:pt x="2155136" y="3464636"/>
                    <a:pt x="2154184" y="3465588"/>
                    <a:pt x="2151326" y="3467493"/>
                  </a:cubicBezTo>
                  <a:cubicBezTo>
                    <a:pt x="2148469" y="3469398"/>
                    <a:pt x="2138944" y="3477018"/>
                    <a:pt x="2138944" y="3477018"/>
                  </a:cubicBezTo>
                  <a:cubicBezTo>
                    <a:pt x="2138944" y="3477018"/>
                    <a:pt x="2134181" y="3480828"/>
                    <a:pt x="2132276" y="3482733"/>
                  </a:cubicBezTo>
                  <a:cubicBezTo>
                    <a:pt x="2127514" y="3487496"/>
                    <a:pt x="2126561" y="3479875"/>
                    <a:pt x="2125609" y="3477018"/>
                  </a:cubicBezTo>
                  <a:cubicBezTo>
                    <a:pt x="2123704" y="3472256"/>
                    <a:pt x="2121799" y="3470350"/>
                    <a:pt x="2118941" y="3467493"/>
                  </a:cubicBezTo>
                  <a:cubicBezTo>
                    <a:pt x="2117036" y="3465588"/>
                    <a:pt x="2116084" y="3463683"/>
                    <a:pt x="2113226" y="3460825"/>
                  </a:cubicBezTo>
                  <a:cubicBezTo>
                    <a:pt x="2111321" y="3457968"/>
                    <a:pt x="2111321" y="3457968"/>
                    <a:pt x="2108464" y="3458921"/>
                  </a:cubicBezTo>
                  <a:cubicBezTo>
                    <a:pt x="2105606" y="3459873"/>
                    <a:pt x="2104654" y="3458921"/>
                    <a:pt x="2100844" y="3457968"/>
                  </a:cubicBezTo>
                  <a:cubicBezTo>
                    <a:pt x="2097034" y="3457015"/>
                    <a:pt x="2097986" y="3455111"/>
                    <a:pt x="2095129" y="3450348"/>
                  </a:cubicBezTo>
                  <a:cubicBezTo>
                    <a:pt x="2092271" y="3446538"/>
                    <a:pt x="2089414" y="3445586"/>
                    <a:pt x="2086556" y="3444633"/>
                  </a:cubicBezTo>
                  <a:cubicBezTo>
                    <a:pt x="2083699" y="3443681"/>
                    <a:pt x="2079889" y="3439871"/>
                    <a:pt x="2077031" y="3435108"/>
                  </a:cubicBezTo>
                  <a:cubicBezTo>
                    <a:pt x="2072269" y="3428440"/>
                    <a:pt x="2068459" y="3429393"/>
                    <a:pt x="2062744" y="3428440"/>
                  </a:cubicBezTo>
                  <a:cubicBezTo>
                    <a:pt x="2059886" y="3428440"/>
                    <a:pt x="2057981" y="3429393"/>
                    <a:pt x="2054171" y="3424631"/>
                  </a:cubicBezTo>
                  <a:lnTo>
                    <a:pt x="2048456" y="3423678"/>
                  </a:lnTo>
                  <a:cubicBezTo>
                    <a:pt x="2048456" y="3423678"/>
                    <a:pt x="2041789" y="3423678"/>
                    <a:pt x="2039884" y="3422725"/>
                  </a:cubicBezTo>
                  <a:cubicBezTo>
                    <a:pt x="2037979" y="3421773"/>
                    <a:pt x="2041789" y="3416058"/>
                    <a:pt x="2041789" y="3411296"/>
                  </a:cubicBezTo>
                  <a:cubicBezTo>
                    <a:pt x="2042741" y="3403675"/>
                    <a:pt x="2039884" y="3402723"/>
                    <a:pt x="2035121" y="3401771"/>
                  </a:cubicBezTo>
                  <a:cubicBezTo>
                    <a:pt x="2032264" y="3400818"/>
                    <a:pt x="2027501" y="3401771"/>
                    <a:pt x="2023691" y="3401771"/>
                  </a:cubicBezTo>
                  <a:cubicBezTo>
                    <a:pt x="2021786" y="3401771"/>
                    <a:pt x="2017976" y="3402723"/>
                    <a:pt x="2015119" y="3402723"/>
                  </a:cubicBezTo>
                  <a:cubicBezTo>
                    <a:pt x="2011309" y="3403675"/>
                    <a:pt x="2009404" y="3402723"/>
                    <a:pt x="2006546" y="3400818"/>
                  </a:cubicBezTo>
                  <a:lnTo>
                    <a:pt x="2000831" y="3397008"/>
                  </a:lnTo>
                  <a:cubicBezTo>
                    <a:pt x="1994164" y="3394150"/>
                    <a:pt x="1988449" y="3397961"/>
                    <a:pt x="1984639" y="3397008"/>
                  </a:cubicBezTo>
                  <a:cubicBezTo>
                    <a:pt x="1981781" y="3396056"/>
                    <a:pt x="1983686" y="3388436"/>
                    <a:pt x="1979876" y="3388436"/>
                  </a:cubicBezTo>
                  <a:cubicBezTo>
                    <a:pt x="1975114" y="3389388"/>
                    <a:pt x="1970351" y="3390340"/>
                    <a:pt x="1967494" y="3391293"/>
                  </a:cubicBezTo>
                  <a:cubicBezTo>
                    <a:pt x="1960826" y="3393198"/>
                    <a:pt x="1949396" y="3397961"/>
                    <a:pt x="1949396" y="3397961"/>
                  </a:cubicBezTo>
                  <a:cubicBezTo>
                    <a:pt x="1938919" y="3401771"/>
                    <a:pt x="1931299" y="3403675"/>
                    <a:pt x="1927489" y="3416058"/>
                  </a:cubicBezTo>
                  <a:lnTo>
                    <a:pt x="1926536" y="3418915"/>
                  </a:lnTo>
                  <a:cubicBezTo>
                    <a:pt x="1924631" y="3424631"/>
                    <a:pt x="1921774" y="3427488"/>
                    <a:pt x="1917011" y="3428440"/>
                  </a:cubicBezTo>
                  <a:cubicBezTo>
                    <a:pt x="1911296" y="3430346"/>
                    <a:pt x="1904629" y="3431298"/>
                    <a:pt x="1899866" y="3433203"/>
                  </a:cubicBezTo>
                  <a:cubicBezTo>
                    <a:pt x="1897961" y="3434156"/>
                    <a:pt x="1890341" y="3437013"/>
                    <a:pt x="1883674" y="3438918"/>
                  </a:cubicBezTo>
                  <a:cubicBezTo>
                    <a:pt x="1877959" y="3440823"/>
                    <a:pt x="1872244" y="3442728"/>
                    <a:pt x="1872244" y="3442728"/>
                  </a:cubicBezTo>
                  <a:lnTo>
                    <a:pt x="1868434" y="3444633"/>
                  </a:lnTo>
                  <a:cubicBezTo>
                    <a:pt x="1865576" y="3446538"/>
                    <a:pt x="1858909" y="3448443"/>
                    <a:pt x="1853194" y="3450348"/>
                  </a:cubicBezTo>
                  <a:cubicBezTo>
                    <a:pt x="1847479" y="3452253"/>
                    <a:pt x="1842716" y="3454158"/>
                    <a:pt x="1842716" y="3454158"/>
                  </a:cubicBezTo>
                  <a:lnTo>
                    <a:pt x="1863671" y="3453206"/>
                  </a:lnTo>
                  <a:cubicBezTo>
                    <a:pt x="1863671" y="3453206"/>
                    <a:pt x="1857004" y="3454158"/>
                    <a:pt x="1852241" y="3456063"/>
                  </a:cubicBezTo>
                  <a:cubicBezTo>
                    <a:pt x="1847479" y="3457968"/>
                    <a:pt x="1841764" y="3457968"/>
                    <a:pt x="1836049" y="3457968"/>
                  </a:cubicBezTo>
                  <a:cubicBezTo>
                    <a:pt x="1829381" y="3457015"/>
                    <a:pt x="1823666" y="3456063"/>
                    <a:pt x="1817951" y="3456063"/>
                  </a:cubicBezTo>
                  <a:cubicBezTo>
                    <a:pt x="1814141" y="3456063"/>
                    <a:pt x="1807474" y="3462731"/>
                    <a:pt x="1807474" y="3462731"/>
                  </a:cubicBezTo>
                  <a:cubicBezTo>
                    <a:pt x="1804616" y="3467493"/>
                    <a:pt x="1799854" y="3471303"/>
                    <a:pt x="1795091" y="3475113"/>
                  </a:cubicBezTo>
                  <a:cubicBezTo>
                    <a:pt x="1791281" y="3477971"/>
                    <a:pt x="1787471" y="3479875"/>
                    <a:pt x="1784614" y="3483686"/>
                  </a:cubicBezTo>
                  <a:cubicBezTo>
                    <a:pt x="1780804" y="3485590"/>
                    <a:pt x="1766516" y="3499878"/>
                    <a:pt x="1766516" y="3499878"/>
                  </a:cubicBezTo>
                  <a:lnTo>
                    <a:pt x="1763659" y="3502736"/>
                  </a:lnTo>
                  <a:cubicBezTo>
                    <a:pt x="1761754" y="3504640"/>
                    <a:pt x="1757944" y="3510356"/>
                    <a:pt x="1757944" y="3517023"/>
                  </a:cubicBezTo>
                  <a:cubicBezTo>
                    <a:pt x="1756991" y="3522738"/>
                    <a:pt x="1755086" y="3523690"/>
                    <a:pt x="1755086" y="3523690"/>
                  </a:cubicBezTo>
                  <a:cubicBezTo>
                    <a:pt x="1750324" y="3526548"/>
                    <a:pt x="1743656" y="3526548"/>
                    <a:pt x="1737941" y="3529406"/>
                  </a:cubicBezTo>
                  <a:cubicBezTo>
                    <a:pt x="1733179" y="3531311"/>
                    <a:pt x="1726511" y="3531311"/>
                    <a:pt x="1726511" y="3531311"/>
                  </a:cubicBezTo>
                  <a:cubicBezTo>
                    <a:pt x="1721749" y="3532263"/>
                    <a:pt x="1716986" y="3531311"/>
                    <a:pt x="1712224" y="3530358"/>
                  </a:cubicBezTo>
                  <a:cubicBezTo>
                    <a:pt x="1708414" y="3529406"/>
                    <a:pt x="1698889" y="3530358"/>
                    <a:pt x="1698889" y="3530358"/>
                  </a:cubicBezTo>
                  <a:lnTo>
                    <a:pt x="1695079" y="3530358"/>
                  </a:lnTo>
                  <a:cubicBezTo>
                    <a:pt x="1693174" y="3530358"/>
                    <a:pt x="1686506" y="3529406"/>
                    <a:pt x="1683649" y="3529406"/>
                  </a:cubicBezTo>
                  <a:cubicBezTo>
                    <a:pt x="1680791" y="3529406"/>
                    <a:pt x="1669361" y="3529406"/>
                    <a:pt x="1669361" y="3529406"/>
                  </a:cubicBezTo>
                  <a:lnTo>
                    <a:pt x="1665551" y="3528453"/>
                  </a:lnTo>
                  <a:cubicBezTo>
                    <a:pt x="1662694" y="3528453"/>
                    <a:pt x="1657931" y="3526548"/>
                    <a:pt x="1653169" y="3523690"/>
                  </a:cubicBezTo>
                  <a:cubicBezTo>
                    <a:pt x="1648406" y="3520833"/>
                    <a:pt x="1641739" y="3520833"/>
                    <a:pt x="1641739" y="3520833"/>
                  </a:cubicBezTo>
                  <a:lnTo>
                    <a:pt x="1636024" y="3520833"/>
                  </a:lnTo>
                  <a:cubicBezTo>
                    <a:pt x="1632214" y="3519881"/>
                    <a:pt x="1624594" y="3516071"/>
                    <a:pt x="1620784" y="3512261"/>
                  </a:cubicBezTo>
                  <a:cubicBezTo>
                    <a:pt x="1616021" y="3509403"/>
                    <a:pt x="1609354" y="3509403"/>
                    <a:pt x="1609354" y="3509403"/>
                  </a:cubicBezTo>
                  <a:lnTo>
                    <a:pt x="1605544" y="3509403"/>
                  </a:lnTo>
                  <a:cubicBezTo>
                    <a:pt x="1600781" y="3511308"/>
                    <a:pt x="1579826" y="3512261"/>
                    <a:pt x="1579826" y="3512261"/>
                  </a:cubicBezTo>
                  <a:cubicBezTo>
                    <a:pt x="1574111" y="3511308"/>
                    <a:pt x="1567444" y="3511308"/>
                    <a:pt x="1561729" y="3510356"/>
                  </a:cubicBezTo>
                  <a:cubicBezTo>
                    <a:pt x="1553156" y="3508450"/>
                    <a:pt x="1549346" y="3514165"/>
                    <a:pt x="1552204" y="3505593"/>
                  </a:cubicBezTo>
                  <a:cubicBezTo>
                    <a:pt x="1554109" y="3502736"/>
                    <a:pt x="1554109" y="3493211"/>
                    <a:pt x="1553156" y="3490353"/>
                  </a:cubicBezTo>
                  <a:cubicBezTo>
                    <a:pt x="1552204" y="3487496"/>
                    <a:pt x="1549346" y="3484638"/>
                    <a:pt x="1549346" y="3480828"/>
                  </a:cubicBezTo>
                  <a:cubicBezTo>
                    <a:pt x="1547441" y="3470350"/>
                    <a:pt x="1551251" y="3463683"/>
                    <a:pt x="1554109" y="3460825"/>
                  </a:cubicBezTo>
                  <a:cubicBezTo>
                    <a:pt x="1558871" y="3457015"/>
                    <a:pt x="1567444" y="3453206"/>
                    <a:pt x="1561729" y="3446538"/>
                  </a:cubicBezTo>
                  <a:cubicBezTo>
                    <a:pt x="1558871" y="3443681"/>
                    <a:pt x="1558871" y="3437965"/>
                    <a:pt x="1557919" y="3434156"/>
                  </a:cubicBezTo>
                  <a:cubicBezTo>
                    <a:pt x="1556014" y="3430346"/>
                    <a:pt x="1554109" y="3427488"/>
                    <a:pt x="1552204" y="3426536"/>
                  </a:cubicBezTo>
                  <a:cubicBezTo>
                    <a:pt x="1548394" y="3424631"/>
                    <a:pt x="1543631" y="3423678"/>
                    <a:pt x="1536964" y="3422725"/>
                  </a:cubicBezTo>
                  <a:cubicBezTo>
                    <a:pt x="1533154" y="3421773"/>
                    <a:pt x="1528391" y="3421773"/>
                    <a:pt x="1523629" y="3419868"/>
                  </a:cubicBezTo>
                  <a:cubicBezTo>
                    <a:pt x="1519819" y="3418915"/>
                    <a:pt x="1516961" y="3417011"/>
                    <a:pt x="1514104" y="3415106"/>
                  </a:cubicBezTo>
                  <a:cubicBezTo>
                    <a:pt x="1511246" y="3411296"/>
                    <a:pt x="1510294" y="3407486"/>
                    <a:pt x="1511246" y="3403675"/>
                  </a:cubicBezTo>
                  <a:cubicBezTo>
                    <a:pt x="1512199" y="3399865"/>
                    <a:pt x="1514104" y="3396056"/>
                    <a:pt x="1515056" y="3393198"/>
                  </a:cubicBezTo>
                  <a:cubicBezTo>
                    <a:pt x="1516961" y="3387483"/>
                    <a:pt x="1517914" y="3379863"/>
                    <a:pt x="1517914" y="3379863"/>
                  </a:cubicBezTo>
                  <a:lnTo>
                    <a:pt x="1517914" y="3377006"/>
                  </a:lnTo>
                  <a:cubicBezTo>
                    <a:pt x="1517914" y="3372243"/>
                    <a:pt x="1515056" y="3373196"/>
                    <a:pt x="1511246" y="3372243"/>
                  </a:cubicBezTo>
                  <a:cubicBezTo>
                    <a:pt x="1508389" y="3371290"/>
                    <a:pt x="1511246" y="3368433"/>
                    <a:pt x="1515056" y="3368433"/>
                  </a:cubicBezTo>
                  <a:cubicBezTo>
                    <a:pt x="1517914" y="3368433"/>
                    <a:pt x="1518866" y="3365575"/>
                    <a:pt x="1517914" y="3363671"/>
                  </a:cubicBezTo>
                  <a:cubicBezTo>
                    <a:pt x="1516961" y="3361765"/>
                    <a:pt x="1512199" y="3360813"/>
                    <a:pt x="1509341" y="3357956"/>
                  </a:cubicBezTo>
                  <a:cubicBezTo>
                    <a:pt x="1503626" y="3356050"/>
                    <a:pt x="1496959" y="3340811"/>
                    <a:pt x="1496959" y="3340811"/>
                  </a:cubicBezTo>
                  <a:lnTo>
                    <a:pt x="1496006" y="3338906"/>
                  </a:lnTo>
                  <a:cubicBezTo>
                    <a:pt x="1494101" y="3337000"/>
                    <a:pt x="1494101" y="3337000"/>
                    <a:pt x="1489339" y="3337000"/>
                  </a:cubicBezTo>
                  <a:cubicBezTo>
                    <a:pt x="1484576" y="3336048"/>
                    <a:pt x="1482671" y="3341763"/>
                    <a:pt x="1482671" y="3341763"/>
                  </a:cubicBezTo>
                  <a:cubicBezTo>
                    <a:pt x="1481719" y="3346525"/>
                    <a:pt x="1477909" y="3345573"/>
                    <a:pt x="1475051" y="3343668"/>
                  </a:cubicBezTo>
                  <a:cubicBezTo>
                    <a:pt x="1471241" y="3341763"/>
                    <a:pt x="1468384" y="3339858"/>
                    <a:pt x="1467431" y="3344621"/>
                  </a:cubicBezTo>
                  <a:cubicBezTo>
                    <a:pt x="1466479" y="3347478"/>
                    <a:pt x="1464574" y="3355098"/>
                    <a:pt x="1460764" y="3351288"/>
                  </a:cubicBezTo>
                  <a:cubicBezTo>
                    <a:pt x="1458859" y="3349383"/>
                    <a:pt x="1447429" y="3343668"/>
                    <a:pt x="1447429" y="3343668"/>
                  </a:cubicBezTo>
                  <a:cubicBezTo>
                    <a:pt x="1440761" y="3338906"/>
                    <a:pt x="1435046" y="3335096"/>
                    <a:pt x="1428379" y="3329381"/>
                  </a:cubicBezTo>
                  <a:lnTo>
                    <a:pt x="1427426" y="3327475"/>
                  </a:lnTo>
                  <a:cubicBezTo>
                    <a:pt x="1425521" y="3323665"/>
                    <a:pt x="1418854" y="3316046"/>
                    <a:pt x="1415044" y="3318903"/>
                  </a:cubicBezTo>
                  <a:cubicBezTo>
                    <a:pt x="1411234" y="3320808"/>
                    <a:pt x="1407424" y="3320808"/>
                    <a:pt x="1403614" y="3318903"/>
                  </a:cubicBezTo>
                  <a:cubicBezTo>
                    <a:pt x="1399804" y="3316046"/>
                    <a:pt x="1395041" y="3316998"/>
                    <a:pt x="1392184" y="3313188"/>
                  </a:cubicBezTo>
                  <a:cubicBezTo>
                    <a:pt x="1389326" y="3309378"/>
                    <a:pt x="1383611" y="3311283"/>
                    <a:pt x="1380754" y="3306521"/>
                  </a:cubicBezTo>
                  <a:cubicBezTo>
                    <a:pt x="1379801" y="3305568"/>
                    <a:pt x="1378849" y="3304615"/>
                    <a:pt x="1375039" y="3299853"/>
                  </a:cubicBezTo>
                  <a:cubicBezTo>
                    <a:pt x="1370276" y="3293186"/>
                    <a:pt x="1363609" y="3299853"/>
                    <a:pt x="1362656" y="3293186"/>
                  </a:cubicBezTo>
                  <a:cubicBezTo>
                    <a:pt x="1357894" y="3286518"/>
                    <a:pt x="1355989" y="3290328"/>
                    <a:pt x="1355989" y="3293186"/>
                  </a:cubicBezTo>
                  <a:cubicBezTo>
                    <a:pt x="1355989" y="3296043"/>
                    <a:pt x="1354084" y="3296043"/>
                    <a:pt x="1352179" y="3294138"/>
                  </a:cubicBezTo>
                  <a:cubicBezTo>
                    <a:pt x="1346464" y="3290328"/>
                    <a:pt x="1344559" y="3296043"/>
                    <a:pt x="1340749" y="3289375"/>
                  </a:cubicBezTo>
                  <a:cubicBezTo>
                    <a:pt x="1339796" y="3287471"/>
                    <a:pt x="1334081" y="3282708"/>
                    <a:pt x="1331224" y="3281756"/>
                  </a:cubicBezTo>
                  <a:cubicBezTo>
                    <a:pt x="1325509" y="3280803"/>
                    <a:pt x="1326461" y="3274136"/>
                    <a:pt x="1318841" y="3274136"/>
                  </a:cubicBezTo>
                  <a:cubicBezTo>
                    <a:pt x="1316936" y="3274136"/>
                    <a:pt x="1314079" y="3276040"/>
                    <a:pt x="1313126" y="3278898"/>
                  </a:cubicBezTo>
                  <a:cubicBezTo>
                    <a:pt x="1312174" y="3281756"/>
                    <a:pt x="1309316" y="3282708"/>
                    <a:pt x="1306459" y="3280803"/>
                  </a:cubicBezTo>
                  <a:cubicBezTo>
                    <a:pt x="1304554" y="3279850"/>
                    <a:pt x="1295029" y="3280803"/>
                    <a:pt x="1295029" y="3280803"/>
                  </a:cubicBezTo>
                  <a:cubicBezTo>
                    <a:pt x="1293124" y="3280803"/>
                    <a:pt x="1289314" y="3282708"/>
                    <a:pt x="1286456" y="3284613"/>
                  </a:cubicBezTo>
                  <a:cubicBezTo>
                    <a:pt x="1281694" y="3286518"/>
                    <a:pt x="1275026" y="3293186"/>
                    <a:pt x="1272169" y="3298900"/>
                  </a:cubicBezTo>
                  <a:cubicBezTo>
                    <a:pt x="1269311" y="3304615"/>
                    <a:pt x="1250261" y="3315093"/>
                    <a:pt x="1250261" y="3315093"/>
                  </a:cubicBezTo>
                  <a:cubicBezTo>
                    <a:pt x="1248356" y="3315093"/>
                    <a:pt x="1235974" y="3325571"/>
                    <a:pt x="1230259" y="3334143"/>
                  </a:cubicBezTo>
                  <a:cubicBezTo>
                    <a:pt x="1227401" y="3338906"/>
                    <a:pt x="1227401" y="3340811"/>
                    <a:pt x="1227401" y="3344621"/>
                  </a:cubicBezTo>
                  <a:cubicBezTo>
                    <a:pt x="1226449" y="3352240"/>
                    <a:pt x="1216924" y="3353193"/>
                    <a:pt x="1218829" y="3360813"/>
                  </a:cubicBezTo>
                  <a:cubicBezTo>
                    <a:pt x="1219781" y="3363671"/>
                    <a:pt x="1228354" y="3377006"/>
                    <a:pt x="1218829" y="3378911"/>
                  </a:cubicBezTo>
                  <a:cubicBezTo>
                    <a:pt x="1215971" y="3378911"/>
                    <a:pt x="1210256" y="3382721"/>
                    <a:pt x="1210256" y="3382721"/>
                  </a:cubicBezTo>
                  <a:lnTo>
                    <a:pt x="1208351" y="3383673"/>
                  </a:lnTo>
                  <a:cubicBezTo>
                    <a:pt x="1204541" y="3386531"/>
                    <a:pt x="1198826" y="3385578"/>
                    <a:pt x="1195016" y="3383673"/>
                  </a:cubicBezTo>
                  <a:cubicBezTo>
                    <a:pt x="1191206" y="3380815"/>
                    <a:pt x="1190254" y="3371290"/>
                    <a:pt x="1187396" y="3366528"/>
                  </a:cubicBezTo>
                  <a:cubicBezTo>
                    <a:pt x="1186444" y="3364623"/>
                    <a:pt x="1185491" y="3363671"/>
                    <a:pt x="1185491" y="3363671"/>
                  </a:cubicBezTo>
                  <a:lnTo>
                    <a:pt x="1184539" y="3361765"/>
                  </a:lnTo>
                  <a:cubicBezTo>
                    <a:pt x="1181681" y="3354146"/>
                    <a:pt x="1178824" y="3356050"/>
                    <a:pt x="1181681" y="3345573"/>
                  </a:cubicBezTo>
                  <a:cubicBezTo>
                    <a:pt x="1182634" y="3340811"/>
                    <a:pt x="1184539" y="3336048"/>
                    <a:pt x="1186444" y="3334143"/>
                  </a:cubicBezTo>
                  <a:cubicBezTo>
                    <a:pt x="1190254" y="3331286"/>
                    <a:pt x="1193111" y="3323665"/>
                    <a:pt x="1193111" y="3323665"/>
                  </a:cubicBezTo>
                  <a:cubicBezTo>
                    <a:pt x="1197874" y="3316046"/>
                    <a:pt x="1200731" y="3310331"/>
                    <a:pt x="1200731" y="3300806"/>
                  </a:cubicBezTo>
                  <a:cubicBezTo>
                    <a:pt x="1201684" y="3295090"/>
                    <a:pt x="1199779" y="3290328"/>
                    <a:pt x="1198826" y="3283661"/>
                  </a:cubicBezTo>
                  <a:cubicBezTo>
                    <a:pt x="1197874" y="3278898"/>
                    <a:pt x="1199779" y="3276993"/>
                    <a:pt x="1195969" y="3274136"/>
                  </a:cubicBezTo>
                  <a:cubicBezTo>
                    <a:pt x="1195016" y="3272231"/>
                    <a:pt x="1193111" y="3269373"/>
                    <a:pt x="1188349" y="3268421"/>
                  </a:cubicBezTo>
                  <a:cubicBezTo>
                    <a:pt x="1180729" y="3267468"/>
                    <a:pt x="1184539" y="3258896"/>
                    <a:pt x="1178824" y="3263658"/>
                  </a:cubicBezTo>
                  <a:cubicBezTo>
                    <a:pt x="1176919" y="3263658"/>
                    <a:pt x="1173109" y="3264611"/>
                    <a:pt x="1172156" y="3267468"/>
                  </a:cubicBezTo>
                  <a:cubicBezTo>
                    <a:pt x="1171204" y="3270325"/>
                    <a:pt x="1169299" y="3270325"/>
                    <a:pt x="1166441" y="3269373"/>
                  </a:cubicBezTo>
                  <a:cubicBezTo>
                    <a:pt x="1163584" y="3268421"/>
                    <a:pt x="1158821" y="3270325"/>
                    <a:pt x="1158821" y="3270325"/>
                  </a:cubicBezTo>
                  <a:lnTo>
                    <a:pt x="1155964" y="3271278"/>
                  </a:lnTo>
                  <a:cubicBezTo>
                    <a:pt x="1153106" y="3274136"/>
                    <a:pt x="1149296" y="3275088"/>
                    <a:pt x="1145486" y="3275088"/>
                  </a:cubicBezTo>
                  <a:cubicBezTo>
                    <a:pt x="1141676" y="3274136"/>
                    <a:pt x="1137866" y="3278898"/>
                    <a:pt x="1137866" y="3278898"/>
                  </a:cubicBezTo>
                  <a:lnTo>
                    <a:pt x="1135961" y="3280803"/>
                  </a:lnTo>
                  <a:cubicBezTo>
                    <a:pt x="1133104" y="3283661"/>
                    <a:pt x="1132151" y="3278898"/>
                    <a:pt x="1129294" y="3279850"/>
                  </a:cubicBezTo>
                  <a:cubicBezTo>
                    <a:pt x="1126436" y="3280803"/>
                    <a:pt x="1126436" y="3279850"/>
                    <a:pt x="1122626" y="3276993"/>
                  </a:cubicBezTo>
                  <a:cubicBezTo>
                    <a:pt x="1116911" y="3273183"/>
                    <a:pt x="1118816" y="3284613"/>
                    <a:pt x="1113101" y="3280803"/>
                  </a:cubicBezTo>
                  <a:cubicBezTo>
                    <a:pt x="1111196" y="3279850"/>
                    <a:pt x="1106434" y="3276993"/>
                    <a:pt x="1102624" y="3276993"/>
                  </a:cubicBezTo>
                  <a:cubicBezTo>
                    <a:pt x="1098814" y="3276993"/>
                    <a:pt x="1094051" y="3274136"/>
                    <a:pt x="1094051" y="3274136"/>
                  </a:cubicBezTo>
                  <a:lnTo>
                    <a:pt x="1091194" y="3273183"/>
                  </a:lnTo>
                  <a:cubicBezTo>
                    <a:pt x="1087384" y="3273183"/>
                    <a:pt x="1087384" y="3273183"/>
                    <a:pt x="1087384" y="3269373"/>
                  </a:cubicBezTo>
                  <a:cubicBezTo>
                    <a:pt x="1087384" y="3265563"/>
                    <a:pt x="1085479" y="3264611"/>
                    <a:pt x="1083574" y="3266515"/>
                  </a:cubicBezTo>
                  <a:cubicBezTo>
                    <a:pt x="1081669" y="3268421"/>
                    <a:pt x="1075954" y="3273183"/>
                    <a:pt x="1075954" y="3273183"/>
                  </a:cubicBezTo>
                  <a:lnTo>
                    <a:pt x="1072144" y="3276993"/>
                  </a:lnTo>
                  <a:cubicBezTo>
                    <a:pt x="1071191" y="3278898"/>
                    <a:pt x="1068334" y="3281756"/>
                    <a:pt x="1064524" y="3282708"/>
                  </a:cubicBezTo>
                  <a:cubicBezTo>
                    <a:pt x="1060714" y="3283661"/>
                    <a:pt x="1062619" y="3276040"/>
                    <a:pt x="1058809" y="3277946"/>
                  </a:cubicBezTo>
                  <a:cubicBezTo>
                    <a:pt x="1054999" y="3279850"/>
                    <a:pt x="1053094" y="3271278"/>
                    <a:pt x="1048331" y="3270325"/>
                  </a:cubicBezTo>
                  <a:cubicBezTo>
                    <a:pt x="1045474" y="3268421"/>
                    <a:pt x="1044521" y="3268421"/>
                    <a:pt x="1042616" y="3270325"/>
                  </a:cubicBezTo>
                  <a:cubicBezTo>
                    <a:pt x="1038806" y="3274136"/>
                    <a:pt x="1034996" y="3273183"/>
                    <a:pt x="1033091" y="3270325"/>
                  </a:cubicBezTo>
                  <a:cubicBezTo>
                    <a:pt x="1031186" y="3267468"/>
                    <a:pt x="1033091" y="3266515"/>
                    <a:pt x="1031186" y="3267468"/>
                  </a:cubicBezTo>
                  <a:cubicBezTo>
                    <a:pt x="1030234" y="3267468"/>
                    <a:pt x="1028329" y="3267468"/>
                    <a:pt x="1026424" y="3268421"/>
                  </a:cubicBezTo>
                  <a:cubicBezTo>
                    <a:pt x="1024519" y="3268421"/>
                    <a:pt x="1022614" y="3269373"/>
                    <a:pt x="1020709" y="3267468"/>
                  </a:cubicBezTo>
                  <a:cubicBezTo>
                    <a:pt x="1018804" y="3265563"/>
                    <a:pt x="1017851" y="3264611"/>
                    <a:pt x="1012136" y="3265563"/>
                  </a:cubicBezTo>
                  <a:cubicBezTo>
                    <a:pt x="1009279" y="3265563"/>
                    <a:pt x="1006421" y="3264611"/>
                    <a:pt x="1003564" y="3263658"/>
                  </a:cubicBezTo>
                  <a:cubicBezTo>
                    <a:pt x="998801" y="3261753"/>
                    <a:pt x="998801" y="3259848"/>
                    <a:pt x="996896" y="3255086"/>
                  </a:cubicBezTo>
                  <a:cubicBezTo>
                    <a:pt x="994039" y="3246513"/>
                    <a:pt x="992134" y="3243656"/>
                    <a:pt x="988324" y="3243656"/>
                  </a:cubicBezTo>
                  <a:cubicBezTo>
                    <a:pt x="984514" y="3244608"/>
                    <a:pt x="982609" y="3242703"/>
                    <a:pt x="982609" y="3242703"/>
                  </a:cubicBezTo>
                  <a:lnTo>
                    <a:pt x="979751" y="3236988"/>
                  </a:lnTo>
                  <a:cubicBezTo>
                    <a:pt x="978799" y="3234131"/>
                    <a:pt x="976894" y="3232225"/>
                    <a:pt x="974989" y="3231273"/>
                  </a:cubicBezTo>
                  <a:cubicBezTo>
                    <a:pt x="973084" y="3229368"/>
                    <a:pt x="972131" y="3229368"/>
                    <a:pt x="969274" y="3229368"/>
                  </a:cubicBezTo>
                  <a:cubicBezTo>
                    <a:pt x="963559" y="3229368"/>
                    <a:pt x="968321" y="3216033"/>
                    <a:pt x="957844" y="3216033"/>
                  </a:cubicBezTo>
                  <a:cubicBezTo>
                    <a:pt x="954986" y="3217938"/>
                    <a:pt x="950224" y="3218890"/>
                    <a:pt x="946414" y="3213175"/>
                  </a:cubicBezTo>
                  <a:cubicBezTo>
                    <a:pt x="944509" y="3210318"/>
                    <a:pt x="942604" y="3209365"/>
                    <a:pt x="942604" y="3210318"/>
                  </a:cubicBezTo>
                  <a:cubicBezTo>
                    <a:pt x="941651" y="3211271"/>
                    <a:pt x="940699" y="3215081"/>
                    <a:pt x="939746" y="3216986"/>
                  </a:cubicBezTo>
                  <a:cubicBezTo>
                    <a:pt x="937841" y="3220796"/>
                    <a:pt x="936889" y="3222700"/>
                    <a:pt x="935936" y="3224606"/>
                  </a:cubicBezTo>
                  <a:cubicBezTo>
                    <a:pt x="934984" y="3226511"/>
                    <a:pt x="933079" y="3228415"/>
                    <a:pt x="930221" y="3231273"/>
                  </a:cubicBezTo>
                  <a:cubicBezTo>
                    <a:pt x="927364" y="3234131"/>
                    <a:pt x="923554" y="3232225"/>
                    <a:pt x="919744" y="3229368"/>
                  </a:cubicBezTo>
                  <a:cubicBezTo>
                    <a:pt x="917839" y="3227463"/>
                    <a:pt x="914981" y="3225558"/>
                    <a:pt x="913076" y="3224606"/>
                  </a:cubicBezTo>
                  <a:cubicBezTo>
                    <a:pt x="910219" y="3222700"/>
                    <a:pt x="906409" y="3220796"/>
                    <a:pt x="903551" y="3218890"/>
                  </a:cubicBezTo>
                  <a:cubicBezTo>
                    <a:pt x="900694" y="3216033"/>
                    <a:pt x="898789" y="3213175"/>
                    <a:pt x="902599" y="3207461"/>
                  </a:cubicBezTo>
                  <a:cubicBezTo>
                    <a:pt x="905456" y="3201746"/>
                    <a:pt x="908314" y="3198888"/>
                    <a:pt x="904504" y="3194125"/>
                  </a:cubicBezTo>
                  <a:cubicBezTo>
                    <a:pt x="902599" y="3193173"/>
                    <a:pt x="901646" y="3191268"/>
                    <a:pt x="899741" y="3193173"/>
                  </a:cubicBezTo>
                  <a:cubicBezTo>
                    <a:pt x="897836" y="3195078"/>
                    <a:pt x="896884" y="3195078"/>
                    <a:pt x="893074" y="3196983"/>
                  </a:cubicBezTo>
                  <a:cubicBezTo>
                    <a:pt x="890216" y="3198888"/>
                    <a:pt x="888311" y="3209365"/>
                    <a:pt x="888311" y="3209365"/>
                  </a:cubicBezTo>
                  <a:lnTo>
                    <a:pt x="886406" y="3218890"/>
                  </a:lnTo>
                  <a:cubicBezTo>
                    <a:pt x="884501" y="3225558"/>
                    <a:pt x="872119" y="3219843"/>
                    <a:pt x="869261" y="3217938"/>
                  </a:cubicBezTo>
                  <a:cubicBezTo>
                    <a:pt x="866404" y="3216033"/>
                    <a:pt x="872119" y="3208413"/>
                    <a:pt x="873071" y="3204603"/>
                  </a:cubicBezTo>
                  <a:cubicBezTo>
                    <a:pt x="874024" y="3200793"/>
                    <a:pt x="867356" y="3200793"/>
                    <a:pt x="867356" y="3197936"/>
                  </a:cubicBezTo>
                  <a:cubicBezTo>
                    <a:pt x="867356" y="3192221"/>
                    <a:pt x="865451" y="3185553"/>
                    <a:pt x="861641" y="3181743"/>
                  </a:cubicBezTo>
                  <a:cubicBezTo>
                    <a:pt x="857831" y="3177933"/>
                    <a:pt x="854974" y="3171265"/>
                    <a:pt x="854974" y="3171265"/>
                  </a:cubicBezTo>
                  <a:lnTo>
                    <a:pt x="854974" y="3165550"/>
                  </a:lnTo>
                  <a:cubicBezTo>
                    <a:pt x="854021" y="3162693"/>
                    <a:pt x="857831" y="3156978"/>
                    <a:pt x="855926" y="3153168"/>
                  </a:cubicBezTo>
                  <a:cubicBezTo>
                    <a:pt x="854021" y="3149358"/>
                    <a:pt x="850211" y="3152215"/>
                    <a:pt x="848306" y="3156025"/>
                  </a:cubicBezTo>
                  <a:cubicBezTo>
                    <a:pt x="842591" y="3166503"/>
                    <a:pt x="842591" y="3167456"/>
                    <a:pt x="837829" y="3157931"/>
                  </a:cubicBezTo>
                  <a:cubicBezTo>
                    <a:pt x="834971" y="3150311"/>
                    <a:pt x="827351" y="3149358"/>
                    <a:pt x="821636" y="3150311"/>
                  </a:cubicBezTo>
                  <a:cubicBezTo>
                    <a:pt x="814969" y="3152215"/>
                    <a:pt x="809254" y="3154121"/>
                    <a:pt x="805444" y="3147453"/>
                  </a:cubicBezTo>
                  <a:cubicBezTo>
                    <a:pt x="804491" y="3142690"/>
                    <a:pt x="798776" y="3139833"/>
                    <a:pt x="793061" y="3139833"/>
                  </a:cubicBezTo>
                  <a:cubicBezTo>
                    <a:pt x="787346" y="3139833"/>
                    <a:pt x="789251" y="3129356"/>
                    <a:pt x="789251" y="3129356"/>
                  </a:cubicBezTo>
                  <a:lnTo>
                    <a:pt x="790204" y="3124593"/>
                  </a:lnTo>
                  <a:cubicBezTo>
                    <a:pt x="791156" y="3121736"/>
                    <a:pt x="794966" y="3116973"/>
                    <a:pt x="798776" y="3115068"/>
                  </a:cubicBezTo>
                  <a:cubicBezTo>
                    <a:pt x="804491" y="3111258"/>
                    <a:pt x="805444" y="3106496"/>
                    <a:pt x="804491" y="3099828"/>
                  </a:cubicBezTo>
                  <a:cubicBezTo>
                    <a:pt x="803539" y="3097923"/>
                    <a:pt x="801634" y="3096018"/>
                    <a:pt x="797824" y="3092208"/>
                  </a:cubicBezTo>
                  <a:cubicBezTo>
                    <a:pt x="794014" y="3089350"/>
                    <a:pt x="784489" y="3096018"/>
                    <a:pt x="784489" y="3096018"/>
                  </a:cubicBezTo>
                  <a:lnTo>
                    <a:pt x="781631" y="3098875"/>
                  </a:lnTo>
                  <a:cubicBezTo>
                    <a:pt x="778774" y="3100781"/>
                    <a:pt x="774964" y="3098875"/>
                    <a:pt x="771154" y="3098875"/>
                  </a:cubicBezTo>
                  <a:cubicBezTo>
                    <a:pt x="767344" y="3098875"/>
                    <a:pt x="762581" y="3095065"/>
                    <a:pt x="762581" y="3095065"/>
                  </a:cubicBezTo>
                  <a:lnTo>
                    <a:pt x="758771" y="3092208"/>
                  </a:lnTo>
                  <a:cubicBezTo>
                    <a:pt x="753056" y="3089350"/>
                    <a:pt x="751151" y="3085540"/>
                    <a:pt x="753056" y="3081731"/>
                  </a:cubicBezTo>
                  <a:cubicBezTo>
                    <a:pt x="754961" y="3077921"/>
                    <a:pt x="745436" y="3072206"/>
                    <a:pt x="745436" y="3072206"/>
                  </a:cubicBezTo>
                  <a:cubicBezTo>
                    <a:pt x="741626" y="3069348"/>
                    <a:pt x="736864" y="3067443"/>
                    <a:pt x="733054" y="3065538"/>
                  </a:cubicBezTo>
                  <a:cubicBezTo>
                    <a:pt x="730196" y="3064586"/>
                    <a:pt x="727339" y="3062681"/>
                    <a:pt x="726386" y="3059823"/>
                  </a:cubicBezTo>
                  <a:lnTo>
                    <a:pt x="726386" y="3053156"/>
                  </a:lnTo>
                  <a:cubicBezTo>
                    <a:pt x="727339" y="3046488"/>
                    <a:pt x="722576" y="3044583"/>
                    <a:pt x="718766" y="3044583"/>
                  </a:cubicBezTo>
                  <a:cubicBezTo>
                    <a:pt x="712099" y="3043631"/>
                    <a:pt x="710194" y="3041725"/>
                    <a:pt x="708289" y="3036011"/>
                  </a:cubicBezTo>
                  <a:cubicBezTo>
                    <a:pt x="707336" y="3034106"/>
                    <a:pt x="709241" y="3029343"/>
                    <a:pt x="711146" y="3027438"/>
                  </a:cubicBezTo>
                  <a:cubicBezTo>
                    <a:pt x="713051" y="3024581"/>
                    <a:pt x="714004" y="3020771"/>
                    <a:pt x="712099" y="3017913"/>
                  </a:cubicBezTo>
                  <a:cubicBezTo>
                    <a:pt x="709241" y="3015056"/>
                    <a:pt x="709241" y="3007436"/>
                    <a:pt x="709241" y="3007436"/>
                  </a:cubicBezTo>
                  <a:cubicBezTo>
                    <a:pt x="710194" y="3003625"/>
                    <a:pt x="709241" y="2997911"/>
                    <a:pt x="712099" y="2994100"/>
                  </a:cubicBezTo>
                  <a:cubicBezTo>
                    <a:pt x="714004" y="2991243"/>
                    <a:pt x="714004" y="2990290"/>
                    <a:pt x="712099" y="2989338"/>
                  </a:cubicBezTo>
                  <a:cubicBezTo>
                    <a:pt x="710194" y="2988386"/>
                    <a:pt x="705431" y="2982671"/>
                    <a:pt x="705431" y="2982671"/>
                  </a:cubicBezTo>
                  <a:lnTo>
                    <a:pt x="698764" y="2978861"/>
                  </a:lnTo>
                  <a:cubicBezTo>
                    <a:pt x="693049" y="2976956"/>
                    <a:pt x="697811" y="2973146"/>
                    <a:pt x="690191" y="2974098"/>
                  </a:cubicBezTo>
                  <a:cubicBezTo>
                    <a:pt x="681619" y="2976003"/>
                    <a:pt x="679714" y="2968383"/>
                    <a:pt x="674951" y="2976956"/>
                  </a:cubicBezTo>
                  <a:cubicBezTo>
                    <a:pt x="673046" y="2979813"/>
                    <a:pt x="668284" y="2979813"/>
                    <a:pt x="663521" y="2977908"/>
                  </a:cubicBezTo>
                  <a:cubicBezTo>
                    <a:pt x="658759" y="2976003"/>
                    <a:pt x="654949" y="2981718"/>
                    <a:pt x="650186" y="2982671"/>
                  </a:cubicBezTo>
                  <a:cubicBezTo>
                    <a:pt x="647329" y="2983623"/>
                    <a:pt x="645424" y="2982671"/>
                    <a:pt x="642566" y="2976956"/>
                  </a:cubicBezTo>
                  <a:cubicBezTo>
                    <a:pt x="639709" y="2972193"/>
                    <a:pt x="637804" y="2966478"/>
                    <a:pt x="634946" y="2961715"/>
                  </a:cubicBezTo>
                  <a:cubicBezTo>
                    <a:pt x="633994" y="2957906"/>
                    <a:pt x="633041" y="2955048"/>
                    <a:pt x="633041" y="2950286"/>
                  </a:cubicBezTo>
                  <a:cubicBezTo>
                    <a:pt x="633041" y="2947428"/>
                    <a:pt x="633994" y="2944571"/>
                    <a:pt x="632089" y="2943618"/>
                  </a:cubicBezTo>
                  <a:cubicBezTo>
                    <a:pt x="629231" y="2940761"/>
                    <a:pt x="627326" y="2933140"/>
                    <a:pt x="624469" y="2929331"/>
                  </a:cubicBezTo>
                  <a:cubicBezTo>
                    <a:pt x="620659" y="2927425"/>
                    <a:pt x="623516" y="2920758"/>
                    <a:pt x="621611" y="2916948"/>
                  </a:cubicBezTo>
                  <a:cubicBezTo>
                    <a:pt x="619706" y="2913138"/>
                    <a:pt x="610181" y="2911233"/>
                    <a:pt x="610181" y="2911233"/>
                  </a:cubicBezTo>
                  <a:lnTo>
                    <a:pt x="605419" y="2909328"/>
                  </a:lnTo>
                  <a:cubicBezTo>
                    <a:pt x="602561" y="2908375"/>
                    <a:pt x="600656" y="2903613"/>
                    <a:pt x="598751" y="2900756"/>
                  </a:cubicBezTo>
                  <a:cubicBezTo>
                    <a:pt x="596846" y="2897898"/>
                    <a:pt x="584464" y="2893136"/>
                    <a:pt x="584464" y="2893136"/>
                  </a:cubicBezTo>
                  <a:lnTo>
                    <a:pt x="580654" y="2891231"/>
                  </a:lnTo>
                  <a:cubicBezTo>
                    <a:pt x="578749" y="2890278"/>
                    <a:pt x="577796" y="2888373"/>
                    <a:pt x="575891" y="2885515"/>
                  </a:cubicBezTo>
                  <a:cubicBezTo>
                    <a:pt x="573986" y="2882658"/>
                    <a:pt x="567319" y="2881706"/>
                    <a:pt x="566366" y="2878848"/>
                  </a:cubicBezTo>
                  <a:cubicBezTo>
                    <a:pt x="564461" y="2875038"/>
                    <a:pt x="569224" y="2874086"/>
                    <a:pt x="571129" y="2873133"/>
                  </a:cubicBezTo>
                  <a:cubicBezTo>
                    <a:pt x="573034" y="2872181"/>
                    <a:pt x="572081" y="2868371"/>
                    <a:pt x="568271" y="2867418"/>
                  </a:cubicBezTo>
                  <a:cubicBezTo>
                    <a:pt x="565414" y="2866465"/>
                    <a:pt x="556841" y="2869323"/>
                    <a:pt x="561604" y="2863608"/>
                  </a:cubicBezTo>
                  <a:cubicBezTo>
                    <a:pt x="563509" y="2861703"/>
                    <a:pt x="563509" y="2859798"/>
                    <a:pt x="561604" y="2857893"/>
                  </a:cubicBezTo>
                  <a:cubicBezTo>
                    <a:pt x="558746" y="2855036"/>
                    <a:pt x="555889" y="2850273"/>
                    <a:pt x="553031" y="2845511"/>
                  </a:cubicBezTo>
                  <a:cubicBezTo>
                    <a:pt x="550174" y="2841700"/>
                    <a:pt x="547316" y="2837890"/>
                    <a:pt x="542554" y="2835986"/>
                  </a:cubicBezTo>
                  <a:cubicBezTo>
                    <a:pt x="541601" y="2835033"/>
                    <a:pt x="539696" y="2835033"/>
                    <a:pt x="538744" y="2834081"/>
                  </a:cubicBezTo>
                  <a:cubicBezTo>
                    <a:pt x="535886" y="2833128"/>
                    <a:pt x="531124" y="2828365"/>
                    <a:pt x="531124" y="2828365"/>
                  </a:cubicBezTo>
                  <a:lnTo>
                    <a:pt x="526361" y="2825508"/>
                  </a:lnTo>
                  <a:cubicBezTo>
                    <a:pt x="518741" y="2824556"/>
                    <a:pt x="520646" y="2820746"/>
                    <a:pt x="523504" y="2815031"/>
                  </a:cubicBezTo>
                  <a:cubicBezTo>
                    <a:pt x="525409" y="2810268"/>
                    <a:pt x="518741" y="2805506"/>
                    <a:pt x="516836" y="2801696"/>
                  </a:cubicBezTo>
                  <a:cubicBezTo>
                    <a:pt x="515884" y="2798838"/>
                    <a:pt x="520646" y="2791218"/>
                    <a:pt x="520646" y="2786456"/>
                  </a:cubicBezTo>
                  <a:cubicBezTo>
                    <a:pt x="520646" y="2782646"/>
                    <a:pt x="511121" y="2781693"/>
                    <a:pt x="511121" y="2781693"/>
                  </a:cubicBezTo>
                  <a:lnTo>
                    <a:pt x="505406" y="2780740"/>
                  </a:lnTo>
                  <a:cubicBezTo>
                    <a:pt x="502549" y="2779788"/>
                    <a:pt x="498739" y="2775978"/>
                    <a:pt x="496834" y="2773121"/>
                  </a:cubicBezTo>
                  <a:cubicBezTo>
                    <a:pt x="494929" y="2771215"/>
                    <a:pt x="490166" y="2769311"/>
                    <a:pt x="487309" y="2768358"/>
                  </a:cubicBezTo>
                  <a:cubicBezTo>
                    <a:pt x="483499" y="2767406"/>
                    <a:pt x="483499" y="2765500"/>
                    <a:pt x="480641" y="2762643"/>
                  </a:cubicBezTo>
                  <a:cubicBezTo>
                    <a:pt x="476831" y="2758833"/>
                    <a:pt x="473021" y="2755023"/>
                    <a:pt x="473021" y="2755975"/>
                  </a:cubicBezTo>
                  <a:cubicBezTo>
                    <a:pt x="471116" y="2757881"/>
                    <a:pt x="469211" y="2758833"/>
                    <a:pt x="467306" y="2756928"/>
                  </a:cubicBezTo>
                  <a:cubicBezTo>
                    <a:pt x="466354" y="2755023"/>
                    <a:pt x="464449" y="2755975"/>
                    <a:pt x="463496" y="2757881"/>
                  </a:cubicBezTo>
                  <a:cubicBezTo>
                    <a:pt x="461591" y="2761690"/>
                    <a:pt x="459686" y="2761690"/>
                    <a:pt x="459686" y="2760738"/>
                  </a:cubicBezTo>
                  <a:cubicBezTo>
                    <a:pt x="456829" y="2758833"/>
                    <a:pt x="453019" y="2755023"/>
                    <a:pt x="451114" y="2752165"/>
                  </a:cubicBezTo>
                  <a:cubicBezTo>
                    <a:pt x="449209" y="2750261"/>
                    <a:pt x="447304" y="2752165"/>
                    <a:pt x="446351" y="2753118"/>
                  </a:cubicBezTo>
                  <a:cubicBezTo>
                    <a:pt x="444446" y="2756928"/>
                    <a:pt x="444446" y="2760738"/>
                    <a:pt x="443494" y="2764548"/>
                  </a:cubicBezTo>
                  <a:cubicBezTo>
                    <a:pt x="441589" y="2768358"/>
                    <a:pt x="439684" y="2770263"/>
                    <a:pt x="438731" y="2774073"/>
                  </a:cubicBezTo>
                  <a:cubicBezTo>
                    <a:pt x="437779" y="2776931"/>
                    <a:pt x="430159" y="2783598"/>
                    <a:pt x="430159" y="2783598"/>
                  </a:cubicBezTo>
                  <a:cubicBezTo>
                    <a:pt x="429206" y="2783598"/>
                    <a:pt x="426349" y="2779788"/>
                    <a:pt x="424444" y="2778836"/>
                  </a:cubicBezTo>
                  <a:cubicBezTo>
                    <a:pt x="421586" y="2777883"/>
                    <a:pt x="418729" y="2780740"/>
                    <a:pt x="420634" y="2782646"/>
                  </a:cubicBezTo>
                  <a:cubicBezTo>
                    <a:pt x="422539" y="2784550"/>
                    <a:pt x="422539" y="2790265"/>
                    <a:pt x="422539" y="2792171"/>
                  </a:cubicBezTo>
                  <a:cubicBezTo>
                    <a:pt x="422539" y="2797886"/>
                    <a:pt x="405394" y="2792171"/>
                    <a:pt x="402536" y="2791218"/>
                  </a:cubicBezTo>
                  <a:cubicBezTo>
                    <a:pt x="399679" y="2789313"/>
                    <a:pt x="399679" y="2782646"/>
                    <a:pt x="399679" y="2782646"/>
                  </a:cubicBezTo>
                  <a:cubicBezTo>
                    <a:pt x="400631" y="2776931"/>
                    <a:pt x="400631" y="2771215"/>
                    <a:pt x="400631" y="2766453"/>
                  </a:cubicBezTo>
                  <a:cubicBezTo>
                    <a:pt x="400631" y="2755975"/>
                    <a:pt x="391106" y="2753118"/>
                    <a:pt x="383486" y="2746450"/>
                  </a:cubicBezTo>
                  <a:lnTo>
                    <a:pt x="381581" y="2744546"/>
                  </a:lnTo>
                  <a:cubicBezTo>
                    <a:pt x="378724" y="2740736"/>
                    <a:pt x="371104" y="2732163"/>
                    <a:pt x="371104" y="2732163"/>
                  </a:cubicBezTo>
                  <a:cubicBezTo>
                    <a:pt x="370151" y="2731211"/>
                    <a:pt x="368246" y="2729306"/>
                    <a:pt x="367294" y="2728353"/>
                  </a:cubicBezTo>
                  <a:cubicBezTo>
                    <a:pt x="362531" y="2724543"/>
                    <a:pt x="367294" y="2720733"/>
                    <a:pt x="361579" y="2717875"/>
                  </a:cubicBezTo>
                  <a:cubicBezTo>
                    <a:pt x="357769" y="2715971"/>
                    <a:pt x="354911" y="2716923"/>
                    <a:pt x="352054" y="2715018"/>
                  </a:cubicBezTo>
                  <a:cubicBezTo>
                    <a:pt x="349196" y="2714065"/>
                    <a:pt x="346339" y="2708350"/>
                    <a:pt x="343481" y="2705493"/>
                  </a:cubicBezTo>
                  <a:cubicBezTo>
                    <a:pt x="340624" y="2702636"/>
                    <a:pt x="336814" y="2700731"/>
                    <a:pt x="336814" y="2700731"/>
                  </a:cubicBezTo>
                  <a:lnTo>
                    <a:pt x="334909" y="2698825"/>
                  </a:lnTo>
                  <a:cubicBezTo>
                    <a:pt x="333004" y="2697873"/>
                    <a:pt x="330146" y="2694063"/>
                    <a:pt x="329194" y="2690253"/>
                  </a:cubicBezTo>
                  <a:cubicBezTo>
                    <a:pt x="327289" y="2685490"/>
                    <a:pt x="317764" y="2687396"/>
                    <a:pt x="313001" y="2683586"/>
                  </a:cubicBezTo>
                  <a:cubicBezTo>
                    <a:pt x="310144" y="2682633"/>
                    <a:pt x="308239" y="2680728"/>
                    <a:pt x="308239" y="2677871"/>
                  </a:cubicBezTo>
                  <a:cubicBezTo>
                    <a:pt x="307286" y="2675013"/>
                    <a:pt x="308239" y="2673108"/>
                    <a:pt x="305381" y="2670250"/>
                  </a:cubicBezTo>
                  <a:cubicBezTo>
                    <a:pt x="303476" y="2668346"/>
                    <a:pt x="304429" y="2664536"/>
                    <a:pt x="304429" y="2660725"/>
                  </a:cubicBezTo>
                  <a:lnTo>
                    <a:pt x="304429" y="2658821"/>
                  </a:lnTo>
                  <a:cubicBezTo>
                    <a:pt x="304429" y="2655011"/>
                    <a:pt x="303476" y="2653106"/>
                    <a:pt x="303476" y="2652153"/>
                  </a:cubicBezTo>
                  <a:cubicBezTo>
                    <a:pt x="302524" y="2650248"/>
                    <a:pt x="301571" y="2649296"/>
                    <a:pt x="299666" y="2645486"/>
                  </a:cubicBezTo>
                  <a:cubicBezTo>
                    <a:pt x="298714" y="2642628"/>
                    <a:pt x="296809" y="2638818"/>
                    <a:pt x="295856" y="2635008"/>
                  </a:cubicBezTo>
                  <a:cubicBezTo>
                    <a:pt x="294904" y="2632150"/>
                    <a:pt x="292999" y="2628340"/>
                    <a:pt x="292046" y="2626436"/>
                  </a:cubicBezTo>
                  <a:cubicBezTo>
                    <a:pt x="289189" y="2622625"/>
                    <a:pt x="287284" y="2619768"/>
                    <a:pt x="284426" y="2618815"/>
                  </a:cubicBezTo>
                  <a:cubicBezTo>
                    <a:pt x="278711" y="2616911"/>
                    <a:pt x="275854" y="2622625"/>
                    <a:pt x="271091" y="2616911"/>
                  </a:cubicBezTo>
                  <a:cubicBezTo>
                    <a:pt x="268234" y="2615958"/>
                    <a:pt x="267281" y="2612148"/>
                    <a:pt x="265376" y="2608338"/>
                  </a:cubicBezTo>
                  <a:cubicBezTo>
                    <a:pt x="263471" y="2604528"/>
                    <a:pt x="260614" y="2599765"/>
                    <a:pt x="254899" y="2598813"/>
                  </a:cubicBezTo>
                  <a:cubicBezTo>
                    <a:pt x="251089" y="2597861"/>
                    <a:pt x="246326" y="2598813"/>
                    <a:pt x="247279" y="2604528"/>
                  </a:cubicBezTo>
                  <a:cubicBezTo>
                    <a:pt x="249184" y="2607386"/>
                    <a:pt x="244421" y="2607386"/>
                    <a:pt x="241564" y="2606433"/>
                  </a:cubicBezTo>
                  <a:cubicBezTo>
                    <a:pt x="236801" y="2605481"/>
                    <a:pt x="233944" y="2604528"/>
                    <a:pt x="234896" y="2599765"/>
                  </a:cubicBezTo>
                  <a:cubicBezTo>
                    <a:pt x="234896" y="2595956"/>
                    <a:pt x="234896" y="2595003"/>
                    <a:pt x="228229" y="2595003"/>
                  </a:cubicBezTo>
                  <a:cubicBezTo>
                    <a:pt x="220609" y="2595003"/>
                    <a:pt x="216799" y="2589288"/>
                    <a:pt x="215846" y="2583573"/>
                  </a:cubicBezTo>
                  <a:cubicBezTo>
                    <a:pt x="215846" y="2581668"/>
                    <a:pt x="215846" y="2575000"/>
                    <a:pt x="214894" y="2570238"/>
                  </a:cubicBezTo>
                  <a:cubicBezTo>
                    <a:pt x="213941" y="2562618"/>
                    <a:pt x="216799" y="2561665"/>
                    <a:pt x="212989" y="2554998"/>
                  </a:cubicBezTo>
                  <a:cubicBezTo>
                    <a:pt x="211084" y="2553093"/>
                    <a:pt x="211084" y="2553093"/>
                    <a:pt x="212036" y="2550236"/>
                  </a:cubicBezTo>
                  <a:cubicBezTo>
                    <a:pt x="212989" y="2547378"/>
                    <a:pt x="212989" y="2547378"/>
                    <a:pt x="211084" y="2547378"/>
                  </a:cubicBezTo>
                  <a:cubicBezTo>
                    <a:pt x="210131" y="2547378"/>
                    <a:pt x="209179" y="2547378"/>
                    <a:pt x="207274" y="2546425"/>
                  </a:cubicBezTo>
                  <a:cubicBezTo>
                    <a:pt x="203464" y="2545473"/>
                    <a:pt x="201559" y="2544521"/>
                    <a:pt x="201559" y="2542615"/>
                  </a:cubicBezTo>
                  <a:cubicBezTo>
                    <a:pt x="200606" y="2538806"/>
                    <a:pt x="203464" y="2534043"/>
                    <a:pt x="206321" y="2530233"/>
                  </a:cubicBezTo>
                  <a:cubicBezTo>
                    <a:pt x="207274" y="2529281"/>
                    <a:pt x="209179" y="2526423"/>
                    <a:pt x="206321" y="2524518"/>
                  </a:cubicBezTo>
                  <a:cubicBezTo>
                    <a:pt x="203464" y="2522613"/>
                    <a:pt x="203464" y="2521661"/>
                    <a:pt x="204416" y="2518803"/>
                  </a:cubicBezTo>
                  <a:cubicBezTo>
                    <a:pt x="205369" y="2514993"/>
                    <a:pt x="212036" y="2513088"/>
                    <a:pt x="215846" y="2512136"/>
                  </a:cubicBezTo>
                  <a:cubicBezTo>
                    <a:pt x="219656" y="2512136"/>
                    <a:pt x="219656" y="2509278"/>
                    <a:pt x="219656" y="2504515"/>
                  </a:cubicBezTo>
                  <a:cubicBezTo>
                    <a:pt x="219656" y="2499753"/>
                    <a:pt x="218704" y="2499753"/>
                    <a:pt x="217751" y="2498800"/>
                  </a:cubicBezTo>
                  <a:cubicBezTo>
                    <a:pt x="214894" y="2496896"/>
                    <a:pt x="213941" y="2493086"/>
                    <a:pt x="213941" y="2490228"/>
                  </a:cubicBezTo>
                  <a:cubicBezTo>
                    <a:pt x="213941" y="2486418"/>
                    <a:pt x="211084" y="2481656"/>
                    <a:pt x="212036" y="2478798"/>
                  </a:cubicBezTo>
                  <a:cubicBezTo>
                    <a:pt x="212989" y="2474036"/>
                    <a:pt x="212989" y="2470225"/>
                    <a:pt x="218704" y="2469273"/>
                  </a:cubicBezTo>
                  <a:cubicBezTo>
                    <a:pt x="223466" y="2468321"/>
                    <a:pt x="231086" y="2465463"/>
                    <a:pt x="223466" y="2460700"/>
                  </a:cubicBezTo>
                  <a:lnTo>
                    <a:pt x="221561" y="2459748"/>
                  </a:lnTo>
                  <a:cubicBezTo>
                    <a:pt x="221561" y="2459748"/>
                    <a:pt x="214894" y="2454986"/>
                    <a:pt x="213941" y="2452128"/>
                  </a:cubicBezTo>
                  <a:cubicBezTo>
                    <a:pt x="212036" y="2447365"/>
                    <a:pt x="212036" y="2444508"/>
                    <a:pt x="210131" y="2441650"/>
                  </a:cubicBezTo>
                  <a:cubicBezTo>
                    <a:pt x="209179" y="2439746"/>
                    <a:pt x="208226" y="2437840"/>
                    <a:pt x="206321" y="2435936"/>
                  </a:cubicBezTo>
                  <a:cubicBezTo>
                    <a:pt x="204416" y="2434031"/>
                    <a:pt x="200606" y="2432126"/>
                    <a:pt x="201559" y="2428315"/>
                  </a:cubicBezTo>
                  <a:cubicBezTo>
                    <a:pt x="202511" y="2425458"/>
                    <a:pt x="203464" y="2420696"/>
                    <a:pt x="205369" y="2416885"/>
                  </a:cubicBezTo>
                  <a:cubicBezTo>
                    <a:pt x="207274" y="2413076"/>
                    <a:pt x="209179" y="2409265"/>
                    <a:pt x="211084" y="2406408"/>
                  </a:cubicBezTo>
                  <a:cubicBezTo>
                    <a:pt x="212989" y="2401646"/>
                    <a:pt x="212036" y="2397835"/>
                    <a:pt x="212989" y="2393073"/>
                  </a:cubicBezTo>
                  <a:cubicBezTo>
                    <a:pt x="212989" y="2393073"/>
                    <a:pt x="212989" y="2388310"/>
                    <a:pt x="212036" y="2386406"/>
                  </a:cubicBezTo>
                  <a:cubicBezTo>
                    <a:pt x="211084" y="2384501"/>
                    <a:pt x="211084" y="2378785"/>
                    <a:pt x="213941" y="2375928"/>
                  </a:cubicBezTo>
                  <a:cubicBezTo>
                    <a:pt x="217751" y="2373071"/>
                    <a:pt x="224419" y="2370213"/>
                    <a:pt x="229181" y="2371165"/>
                  </a:cubicBezTo>
                  <a:cubicBezTo>
                    <a:pt x="231086" y="2372118"/>
                    <a:pt x="232991" y="2371165"/>
                    <a:pt x="234896" y="2370213"/>
                  </a:cubicBezTo>
                  <a:cubicBezTo>
                    <a:pt x="236801" y="2368308"/>
                    <a:pt x="242516" y="2368308"/>
                    <a:pt x="246326" y="2367356"/>
                  </a:cubicBezTo>
                  <a:cubicBezTo>
                    <a:pt x="252041" y="2365451"/>
                    <a:pt x="252994" y="2368308"/>
                    <a:pt x="253946" y="2372118"/>
                  </a:cubicBezTo>
                  <a:cubicBezTo>
                    <a:pt x="254899" y="2374976"/>
                    <a:pt x="253946" y="2375928"/>
                    <a:pt x="252994" y="2378785"/>
                  </a:cubicBezTo>
                  <a:cubicBezTo>
                    <a:pt x="252041" y="2380690"/>
                    <a:pt x="250136" y="2384501"/>
                    <a:pt x="250136" y="2387358"/>
                  </a:cubicBezTo>
                  <a:cubicBezTo>
                    <a:pt x="250136" y="2392121"/>
                    <a:pt x="249184" y="2394978"/>
                    <a:pt x="249184" y="2399740"/>
                  </a:cubicBezTo>
                  <a:cubicBezTo>
                    <a:pt x="249184" y="2402598"/>
                    <a:pt x="248231" y="2403551"/>
                    <a:pt x="252994" y="2406408"/>
                  </a:cubicBezTo>
                  <a:cubicBezTo>
                    <a:pt x="257756" y="2410218"/>
                    <a:pt x="258709" y="2413076"/>
                    <a:pt x="259661" y="2414028"/>
                  </a:cubicBezTo>
                  <a:cubicBezTo>
                    <a:pt x="263471" y="2419743"/>
                    <a:pt x="263471" y="2417838"/>
                    <a:pt x="271091" y="2418790"/>
                  </a:cubicBezTo>
                  <a:cubicBezTo>
                    <a:pt x="276806" y="2419743"/>
                    <a:pt x="283474" y="2424506"/>
                    <a:pt x="283474" y="2414981"/>
                  </a:cubicBezTo>
                  <a:cubicBezTo>
                    <a:pt x="283474" y="2405456"/>
                    <a:pt x="288236" y="2414028"/>
                    <a:pt x="292999" y="2410218"/>
                  </a:cubicBezTo>
                  <a:cubicBezTo>
                    <a:pt x="294904" y="2408313"/>
                    <a:pt x="296809" y="2408313"/>
                    <a:pt x="298714" y="2408313"/>
                  </a:cubicBezTo>
                  <a:cubicBezTo>
                    <a:pt x="301571" y="2408313"/>
                    <a:pt x="307286" y="2403551"/>
                    <a:pt x="308239" y="2400693"/>
                  </a:cubicBezTo>
                  <a:lnTo>
                    <a:pt x="310144" y="2396883"/>
                  </a:lnTo>
                  <a:cubicBezTo>
                    <a:pt x="310144" y="2396883"/>
                    <a:pt x="310144" y="2393073"/>
                    <a:pt x="312049" y="2389263"/>
                  </a:cubicBezTo>
                  <a:cubicBezTo>
                    <a:pt x="313001" y="2386406"/>
                    <a:pt x="315859" y="2380690"/>
                    <a:pt x="313954" y="2377833"/>
                  </a:cubicBezTo>
                  <a:cubicBezTo>
                    <a:pt x="312049" y="2374976"/>
                    <a:pt x="311096" y="2372118"/>
                    <a:pt x="312049" y="2370213"/>
                  </a:cubicBezTo>
                  <a:cubicBezTo>
                    <a:pt x="313001" y="2366403"/>
                    <a:pt x="313001" y="2362593"/>
                    <a:pt x="314906" y="2359735"/>
                  </a:cubicBezTo>
                  <a:cubicBezTo>
                    <a:pt x="315859" y="2357831"/>
                    <a:pt x="313954" y="2355926"/>
                    <a:pt x="314906" y="2354021"/>
                  </a:cubicBezTo>
                  <a:cubicBezTo>
                    <a:pt x="314906" y="2352115"/>
                    <a:pt x="315859" y="2352115"/>
                    <a:pt x="316811" y="2349258"/>
                  </a:cubicBezTo>
                  <a:cubicBezTo>
                    <a:pt x="317764" y="2346401"/>
                    <a:pt x="315859" y="2344496"/>
                    <a:pt x="313954" y="2338781"/>
                  </a:cubicBezTo>
                  <a:cubicBezTo>
                    <a:pt x="303476" y="2330208"/>
                    <a:pt x="303476" y="2327351"/>
                    <a:pt x="305381" y="2324493"/>
                  </a:cubicBezTo>
                  <a:cubicBezTo>
                    <a:pt x="306334" y="2323540"/>
                    <a:pt x="307286" y="2321635"/>
                    <a:pt x="307286" y="2320683"/>
                  </a:cubicBezTo>
                  <a:cubicBezTo>
                    <a:pt x="307286" y="2317826"/>
                    <a:pt x="307286" y="2315921"/>
                    <a:pt x="306334" y="2311158"/>
                  </a:cubicBezTo>
                  <a:cubicBezTo>
                    <a:pt x="305381" y="2307348"/>
                    <a:pt x="304429" y="2304490"/>
                    <a:pt x="303476" y="2301633"/>
                  </a:cubicBezTo>
                  <a:cubicBezTo>
                    <a:pt x="302524" y="2298776"/>
                    <a:pt x="302524" y="2297823"/>
                    <a:pt x="301571" y="2294013"/>
                  </a:cubicBezTo>
                  <a:cubicBezTo>
                    <a:pt x="300619" y="2288298"/>
                    <a:pt x="296809" y="2287346"/>
                    <a:pt x="295856" y="2282583"/>
                  </a:cubicBezTo>
                  <a:cubicBezTo>
                    <a:pt x="293951" y="2276868"/>
                    <a:pt x="292999" y="2274963"/>
                    <a:pt x="289189" y="2270201"/>
                  </a:cubicBezTo>
                  <a:cubicBezTo>
                    <a:pt x="287284" y="2268296"/>
                    <a:pt x="287284" y="2267343"/>
                    <a:pt x="287284" y="2263533"/>
                  </a:cubicBezTo>
                  <a:cubicBezTo>
                    <a:pt x="287284" y="2260676"/>
                    <a:pt x="288236" y="2258771"/>
                    <a:pt x="285379" y="2256865"/>
                  </a:cubicBezTo>
                  <a:cubicBezTo>
                    <a:pt x="277759" y="2249246"/>
                    <a:pt x="292046" y="2252103"/>
                    <a:pt x="285379" y="2242578"/>
                  </a:cubicBezTo>
                  <a:cubicBezTo>
                    <a:pt x="283474" y="2239721"/>
                    <a:pt x="281569" y="2235910"/>
                    <a:pt x="285379" y="2234958"/>
                  </a:cubicBezTo>
                  <a:cubicBezTo>
                    <a:pt x="289189" y="2234006"/>
                    <a:pt x="293951" y="2234006"/>
                    <a:pt x="294904" y="2228290"/>
                  </a:cubicBezTo>
                  <a:cubicBezTo>
                    <a:pt x="295856" y="2223528"/>
                    <a:pt x="296809" y="2219718"/>
                    <a:pt x="297761" y="2214956"/>
                  </a:cubicBezTo>
                  <a:cubicBezTo>
                    <a:pt x="297761" y="2214956"/>
                    <a:pt x="298714" y="2211146"/>
                    <a:pt x="299666" y="2206383"/>
                  </a:cubicBezTo>
                  <a:cubicBezTo>
                    <a:pt x="300619" y="2201621"/>
                    <a:pt x="301571" y="2197810"/>
                    <a:pt x="299666" y="2194001"/>
                  </a:cubicBezTo>
                  <a:cubicBezTo>
                    <a:pt x="297761" y="2191143"/>
                    <a:pt x="296809" y="2190190"/>
                    <a:pt x="296809" y="2190190"/>
                  </a:cubicBezTo>
                  <a:cubicBezTo>
                    <a:pt x="295856" y="2187333"/>
                    <a:pt x="295856" y="2186381"/>
                    <a:pt x="296809" y="2183523"/>
                  </a:cubicBezTo>
                  <a:cubicBezTo>
                    <a:pt x="297761" y="2180665"/>
                    <a:pt x="298714" y="2179713"/>
                    <a:pt x="301571" y="2180665"/>
                  </a:cubicBezTo>
                  <a:cubicBezTo>
                    <a:pt x="304429" y="2182571"/>
                    <a:pt x="309191" y="2181618"/>
                    <a:pt x="312049" y="2179713"/>
                  </a:cubicBezTo>
                  <a:cubicBezTo>
                    <a:pt x="316811" y="2177808"/>
                    <a:pt x="321574" y="2179713"/>
                    <a:pt x="324431" y="2177808"/>
                  </a:cubicBezTo>
                  <a:cubicBezTo>
                    <a:pt x="329194" y="2174951"/>
                    <a:pt x="333004" y="2172093"/>
                    <a:pt x="333956" y="2170188"/>
                  </a:cubicBezTo>
                  <a:cubicBezTo>
                    <a:pt x="335861" y="2168283"/>
                    <a:pt x="336814" y="2165426"/>
                    <a:pt x="337766" y="2163521"/>
                  </a:cubicBezTo>
                  <a:cubicBezTo>
                    <a:pt x="339671" y="2161615"/>
                    <a:pt x="339671" y="2160663"/>
                    <a:pt x="342529" y="2160663"/>
                  </a:cubicBezTo>
                  <a:cubicBezTo>
                    <a:pt x="349196" y="2161615"/>
                    <a:pt x="346339" y="2156853"/>
                    <a:pt x="344434" y="2153996"/>
                  </a:cubicBezTo>
                  <a:cubicBezTo>
                    <a:pt x="343481" y="2152090"/>
                    <a:pt x="339671" y="2149233"/>
                    <a:pt x="337766" y="2149233"/>
                  </a:cubicBezTo>
                  <a:cubicBezTo>
                    <a:pt x="332051" y="2150185"/>
                    <a:pt x="330146" y="2148281"/>
                    <a:pt x="329194" y="2140660"/>
                  </a:cubicBezTo>
                  <a:cubicBezTo>
                    <a:pt x="329194" y="2140660"/>
                    <a:pt x="330146" y="2138756"/>
                    <a:pt x="327289" y="2136851"/>
                  </a:cubicBezTo>
                  <a:cubicBezTo>
                    <a:pt x="324431" y="2134946"/>
                    <a:pt x="321574" y="2133993"/>
                    <a:pt x="321574" y="2130183"/>
                  </a:cubicBezTo>
                  <a:cubicBezTo>
                    <a:pt x="321574" y="2126373"/>
                    <a:pt x="317764" y="2122563"/>
                    <a:pt x="314906" y="2121610"/>
                  </a:cubicBezTo>
                  <a:cubicBezTo>
                    <a:pt x="314906" y="2121610"/>
                    <a:pt x="313001" y="2120658"/>
                    <a:pt x="309191" y="2121610"/>
                  </a:cubicBezTo>
                  <a:cubicBezTo>
                    <a:pt x="305381" y="2122563"/>
                    <a:pt x="305381" y="2120658"/>
                    <a:pt x="304429" y="2117801"/>
                  </a:cubicBezTo>
                  <a:cubicBezTo>
                    <a:pt x="302524" y="2113038"/>
                    <a:pt x="304429" y="2111133"/>
                    <a:pt x="298714" y="2111133"/>
                  </a:cubicBezTo>
                  <a:cubicBezTo>
                    <a:pt x="293951" y="2111133"/>
                    <a:pt x="292046" y="2109228"/>
                    <a:pt x="292046" y="2109228"/>
                  </a:cubicBezTo>
                  <a:cubicBezTo>
                    <a:pt x="292046" y="2109228"/>
                    <a:pt x="290141" y="2107323"/>
                    <a:pt x="289189" y="2104465"/>
                  </a:cubicBezTo>
                  <a:cubicBezTo>
                    <a:pt x="288236" y="2101608"/>
                    <a:pt x="288236" y="2102560"/>
                    <a:pt x="284426" y="2100656"/>
                  </a:cubicBezTo>
                  <a:cubicBezTo>
                    <a:pt x="270139" y="2095893"/>
                    <a:pt x="288236" y="2093988"/>
                    <a:pt x="278711" y="2085415"/>
                  </a:cubicBezTo>
                  <a:cubicBezTo>
                    <a:pt x="276806" y="2083510"/>
                    <a:pt x="275854" y="2080653"/>
                    <a:pt x="277759" y="2077795"/>
                  </a:cubicBezTo>
                  <a:cubicBezTo>
                    <a:pt x="279664" y="2074938"/>
                    <a:pt x="281569" y="2071128"/>
                    <a:pt x="281569" y="2070175"/>
                  </a:cubicBezTo>
                  <a:lnTo>
                    <a:pt x="282521" y="2067318"/>
                  </a:lnTo>
                  <a:cubicBezTo>
                    <a:pt x="282521" y="2067318"/>
                    <a:pt x="282521" y="2062555"/>
                    <a:pt x="282521" y="2059698"/>
                  </a:cubicBezTo>
                  <a:cubicBezTo>
                    <a:pt x="281569" y="2055888"/>
                    <a:pt x="280616" y="2055888"/>
                    <a:pt x="282521" y="2053030"/>
                  </a:cubicBezTo>
                  <a:cubicBezTo>
                    <a:pt x="285379" y="2048268"/>
                    <a:pt x="281569" y="2045410"/>
                    <a:pt x="282521" y="2040648"/>
                  </a:cubicBezTo>
                  <a:lnTo>
                    <a:pt x="283474" y="2035885"/>
                  </a:lnTo>
                  <a:cubicBezTo>
                    <a:pt x="283474" y="2035885"/>
                    <a:pt x="283474" y="2034933"/>
                    <a:pt x="285379" y="2032075"/>
                  </a:cubicBezTo>
                  <a:cubicBezTo>
                    <a:pt x="287284" y="2030170"/>
                    <a:pt x="286331" y="2028265"/>
                    <a:pt x="283474" y="2027313"/>
                  </a:cubicBezTo>
                  <a:cubicBezTo>
                    <a:pt x="280616" y="2026360"/>
                    <a:pt x="281569" y="2025408"/>
                    <a:pt x="280616" y="2024455"/>
                  </a:cubicBezTo>
                  <a:lnTo>
                    <a:pt x="280616" y="2021598"/>
                  </a:lnTo>
                  <a:cubicBezTo>
                    <a:pt x="280616" y="2021598"/>
                    <a:pt x="279664" y="2007310"/>
                    <a:pt x="279664" y="2005405"/>
                  </a:cubicBezTo>
                  <a:lnTo>
                    <a:pt x="280616" y="1999690"/>
                  </a:lnTo>
                  <a:cubicBezTo>
                    <a:pt x="280616" y="1999690"/>
                    <a:pt x="282521" y="1992070"/>
                    <a:pt x="284426" y="1991118"/>
                  </a:cubicBezTo>
                  <a:cubicBezTo>
                    <a:pt x="287284" y="1989213"/>
                    <a:pt x="290141" y="1988260"/>
                    <a:pt x="292046" y="1986355"/>
                  </a:cubicBezTo>
                  <a:cubicBezTo>
                    <a:pt x="294904" y="1983498"/>
                    <a:pt x="294904" y="1983498"/>
                    <a:pt x="297761" y="1981593"/>
                  </a:cubicBezTo>
                  <a:cubicBezTo>
                    <a:pt x="300619" y="1979688"/>
                    <a:pt x="299666" y="1977783"/>
                    <a:pt x="292999" y="1977783"/>
                  </a:cubicBezTo>
                  <a:lnTo>
                    <a:pt x="289189" y="1976830"/>
                  </a:lnTo>
                  <a:cubicBezTo>
                    <a:pt x="289189" y="1976830"/>
                    <a:pt x="285379" y="1976830"/>
                    <a:pt x="283474" y="1974925"/>
                  </a:cubicBezTo>
                  <a:cubicBezTo>
                    <a:pt x="281569" y="1973020"/>
                    <a:pt x="280616" y="1972068"/>
                    <a:pt x="279664" y="1973973"/>
                  </a:cubicBezTo>
                  <a:cubicBezTo>
                    <a:pt x="275854" y="1978735"/>
                    <a:pt x="273949" y="1975878"/>
                    <a:pt x="271091" y="1973020"/>
                  </a:cubicBezTo>
                  <a:lnTo>
                    <a:pt x="267281" y="1969210"/>
                  </a:lnTo>
                  <a:lnTo>
                    <a:pt x="265376" y="1967305"/>
                  </a:lnTo>
                  <a:cubicBezTo>
                    <a:pt x="265376" y="1967305"/>
                    <a:pt x="263471" y="1965400"/>
                    <a:pt x="260614" y="1966353"/>
                  </a:cubicBezTo>
                  <a:cubicBezTo>
                    <a:pt x="257756" y="1967305"/>
                    <a:pt x="254899" y="1970163"/>
                    <a:pt x="252994" y="1968258"/>
                  </a:cubicBezTo>
                  <a:cubicBezTo>
                    <a:pt x="251089" y="1966353"/>
                    <a:pt x="248231" y="1963495"/>
                    <a:pt x="246326" y="1963495"/>
                  </a:cubicBezTo>
                  <a:cubicBezTo>
                    <a:pt x="242516" y="1962543"/>
                    <a:pt x="240611" y="1960638"/>
                    <a:pt x="236801" y="1960638"/>
                  </a:cubicBezTo>
                  <a:cubicBezTo>
                    <a:pt x="230134" y="1959685"/>
                    <a:pt x="224419" y="1956828"/>
                    <a:pt x="222514" y="1953018"/>
                  </a:cubicBezTo>
                  <a:cubicBezTo>
                    <a:pt x="221561" y="1948255"/>
                    <a:pt x="218704" y="1946350"/>
                    <a:pt x="213941" y="1945398"/>
                  </a:cubicBezTo>
                  <a:cubicBezTo>
                    <a:pt x="209179" y="1944445"/>
                    <a:pt x="207274" y="1944445"/>
                    <a:pt x="204416" y="1942540"/>
                  </a:cubicBezTo>
                  <a:cubicBezTo>
                    <a:pt x="199654" y="1938730"/>
                    <a:pt x="200606" y="1935873"/>
                    <a:pt x="196796" y="1932063"/>
                  </a:cubicBezTo>
                  <a:cubicBezTo>
                    <a:pt x="193939" y="1929205"/>
                    <a:pt x="191081" y="1925395"/>
                    <a:pt x="185366" y="1926348"/>
                  </a:cubicBezTo>
                  <a:cubicBezTo>
                    <a:pt x="181556" y="1927300"/>
                    <a:pt x="178699" y="1918728"/>
                    <a:pt x="174889" y="1916823"/>
                  </a:cubicBezTo>
                  <a:lnTo>
                    <a:pt x="171079" y="1913965"/>
                  </a:lnTo>
                  <a:cubicBezTo>
                    <a:pt x="171079" y="1913965"/>
                    <a:pt x="167269" y="1911108"/>
                    <a:pt x="167269" y="1909203"/>
                  </a:cubicBezTo>
                  <a:cubicBezTo>
                    <a:pt x="166316" y="1904440"/>
                    <a:pt x="164411" y="1899678"/>
                    <a:pt x="160601" y="1896820"/>
                  </a:cubicBezTo>
                  <a:cubicBezTo>
                    <a:pt x="160601" y="1896820"/>
                    <a:pt x="157744" y="1893963"/>
                    <a:pt x="155839" y="1892058"/>
                  </a:cubicBezTo>
                  <a:cubicBezTo>
                    <a:pt x="153934" y="1890153"/>
                    <a:pt x="152029" y="1886343"/>
                    <a:pt x="155839" y="1883485"/>
                  </a:cubicBezTo>
                  <a:cubicBezTo>
                    <a:pt x="159649" y="1880628"/>
                    <a:pt x="163459" y="1877770"/>
                    <a:pt x="160601" y="1874913"/>
                  </a:cubicBezTo>
                  <a:cubicBezTo>
                    <a:pt x="158696" y="1873008"/>
                    <a:pt x="156791" y="1873008"/>
                    <a:pt x="153934" y="1873008"/>
                  </a:cubicBezTo>
                  <a:cubicBezTo>
                    <a:pt x="149171" y="1873008"/>
                    <a:pt x="147266" y="1875865"/>
                    <a:pt x="143456" y="1874913"/>
                  </a:cubicBezTo>
                  <a:cubicBezTo>
                    <a:pt x="139646" y="1874913"/>
                    <a:pt x="138694" y="1876818"/>
                    <a:pt x="137741" y="1878723"/>
                  </a:cubicBezTo>
                  <a:cubicBezTo>
                    <a:pt x="136789" y="1879675"/>
                    <a:pt x="129169" y="1873960"/>
                    <a:pt x="125359" y="1873960"/>
                  </a:cubicBezTo>
                  <a:cubicBezTo>
                    <a:pt x="125359" y="1873960"/>
                    <a:pt x="122501" y="1873008"/>
                    <a:pt x="118691" y="1872055"/>
                  </a:cubicBezTo>
                  <a:cubicBezTo>
                    <a:pt x="114881" y="1871103"/>
                    <a:pt x="112024" y="1868245"/>
                    <a:pt x="114881" y="1864435"/>
                  </a:cubicBezTo>
                  <a:cubicBezTo>
                    <a:pt x="116786" y="1861578"/>
                    <a:pt x="121549" y="1855863"/>
                    <a:pt x="119644" y="1853005"/>
                  </a:cubicBezTo>
                  <a:cubicBezTo>
                    <a:pt x="119644" y="1853005"/>
                    <a:pt x="118691" y="1850148"/>
                    <a:pt x="118691" y="1847290"/>
                  </a:cubicBezTo>
                  <a:cubicBezTo>
                    <a:pt x="118691" y="1844433"/>
                    <a:pt x="117739" y="1842528"/>
                    <a:pt x="112976" y="1841575"/>
                  </a:cubicBezTo>
                  <a:cubicBezTo>
                    <a:pt x="108214" y="1840623"/>
                    <a:pt x="105356" y="1839670"/>
                    <a:pt x="105356" y="1834908"/>
                  </a:cubicBezTo>
                  <a:lnTo>
                    <a:pt x="105356" y="1833003"/>
                  </a:lnTo>
                  <a:cubicBezTo>
                    <a:pt x="105356" y="1833003"/>
                    <a:pt x="106309" y="1830145"/>
                    <a:pt x="106309" y="1828240"/>
                  </a:cubicBezTo>
                  <a:cubicBezTo>
                    <a:pt x="106309" y="1826335"/>
                    <a:pt x="106309" y="1823478"/>
                    <a:pt x="110119" y="1822525"/>
                  </a:cubicBezTo>
                  <a:cubicBezTo>
                    <a:pt x="112976" y="1821573"/>
                    <a:pt x="116786" y="1821573"/>
                    <a:pt x="115834" y="1817763"/>
                  </a:cubicBezTo>
                  <a:cubicBezTo>
                    <a:pt x="114881" y="1813953"/>
                    <a:pt x="115834" y="1813953"/>
                    <a:pt x="119644" y="1813953"/>
                  </a:cubicBezTo>
                  <a:cubicBezTo>
                    <a:pt x="122501" y="1813000"/>
                    <a:pt x="124406" y="1812048"/>
                    <a:pt x="123454" y="1809190"/>
                  </a:cubicBezTo>
                  <a:cubicBezTo>
                    <a:pt x="121549" y="1801570"/>
                    <a:pt x="119644" y="1800618"/>
                    <a:pt x="125359" y="1794903"/>
                  </a:cubicBezTo>
                  <a:cubicBezTo>
                    <a:pt x="127264" y="1792998"/>
                    <a:pt x="130121" y="1789188"/>
                    <a:pt x="130121" y="1786330"/>
                  </a:cubicBezTo>
                  <a:cubicBezTo>
                    <a:pt x="130121" y="1783473"/>
                    <a:pt x="131074" y="1782520"/>
                    <a:pt x="130121" y="1780615"/>
                  </a:cubicBezTo>
                  <a:cubicBezTo>
                    <a:pt x="128216" y="1775853"/>
                    <a:pt x="125359" y="1772043"/>
                    <a:pt x="127264" y="1768233"/>
                  </a:cubicBezTo>
                  <a:cubicBezTo>
                    <a:pt x="131074" y="1760613"/>
                    <a:pt x="129169" y="1761565"/>
                    <a:pt x="123454" y="1753945"/>
                  </a:cubicBezTo>
                  <a:cubicBezTo>
                    <a:pt x="121549" y="1751088"/>
                    <a:pt x="120596" y="1750135"/>
                    <a:pt x="118691" y="1747278"/>
                  </a:cubicBezTo>
                  <a:cubicBezTo>
                    <a:pt x="114881" y="1742515"/>
                    <a:pt x="114881" y="1739658"/>
                    <a:pt x="112976" y="1735848"/>
                  </a:cubicBezTo>
                  <a:cubicBezTo>
                    <a:pt x="112024" y="1733943"/>
                    <a:pt x="110119" y="1731085"/>
                    <a:pt x="107261" y="1728228"/>
                  </a:cubicBezTo>
                  <a:cubicBezTo>
                    <a:pt x="102499" y="1724418"/>
                    <a:pt x="99641" y="1723465"/>
                    <a:pt x="96784" y="1726323"/>
                  </a:cubicBezTo>
                  <a:cubicBezTo>
                    <a:pt x="94879" y="1729180"/>
                    <a:pt x="93926" y="1735848"/>
                    <a:pt x="89164" y="1729180"/>
                  </a:cubicBezTo>
                  <a:cubicBezTo>
                    <a:pt x="88211" y="1727275"/>
                    <a:pt x="85354" y="1725370"/>
                    <a:pt x="86306" y="1721560"/>
                  </a:cubicBezTo>
                  <a:cubicBezTo>
                    <a:pt x="87259" y="1716798"/>
                    <a:pt x="88211" y="1715845"/>
                    <a:pt x="88211" y="1715845"/>
                  </a:cubicBezTo>
                  <a:lnTo>
                    <a:pt x="89164" y="1708225"/>
                  </a:lnTo>
                  <a:cubicBezTo>
                    <a:pt x="89164" y="1708225"/>
                    <a:pt x="89164" y="1705368"/>
                    <a:pt x="89164" y="1702510"/>
                  </a:cubicBezTo>
                  <a:cubicBezTo>
                    <a:pt x="90116" y="1698700"/>
                    <a:pt x="88211" y="1695843"/>
                    <a:pt x="83449" y="1694890"/>
                  </a:cubicBezTo>
                  <a:cubicBezTo>
                    <a:pt x="78686" y="1693938"/>
                    <a:pt x="71066" y="1691080"/>
                    <a:pt x="71066" y="1687270"/>
                  </a:cubicBezTo>
                  <a:cubicBezTo>
                    <a:pt x="68209" y="1678698"/>
                    <a:pt x="69161" y="1681555"/>
                    <a:pt x="60589" y="1679650"/>
                  </a:cubicBezTo>
                  <a:cubicBezTo>
                    <a:pt x="57731" y="1678698"/>
                    <a:pt x="57731" y="1681555"/>
                    <a:pt x="53921" y="1678698"/>
                  </a:cubicBezTo>
                  <a:cubicBezTo>
                    <a:pt x="50111" y="1675840"/>
                    <a:pt x="47254" y="1674888"/>
                    <a:pt x="45349" y="1676793"/>
                  </a:cubicBezTo>
                  <a:cubicBezTo>
                    <a:pt x="43444" y="1678698"/>
                    <a:pt x="41539" y="1682508"/>
                    <a:pt x="39634" y="1678698"/>
                  </a:cubicBezTo>
                  <a:cubicBezTo>
                    <a:pt x="37729" y="1675840"/>
                    <a:pt x="38681" y="1672983"/>
                    <a:pt x="38681" y="1669173"/>
                  </a:cubicBezTo>
                  <a:cubicBezTo>
                    <a:pt x="38681" y="1665363"/>
                    <a:pt x="32014" y="1664410"/>
                    <a:pt x="29156" y="1659648"/>
                  </a:cubicBezTo>
                  <a:cubicBezTo>
                    <a:pt x="27251" y="1657743"/>
                    <a:pt x="26299" y="1655838"/>
                    <a:pt x="24394" y="1655838"/>
                  </a:cubicBezTo>
                  <a:cubicBezTo>
                    <a:pt x="19631" y="1656790"/>
                    <a:pt x="16774" y="1657743"/>
                    <a:pt x="16774" y="1657743"/>
                  </a:cubicBezTo>
                  <a:cubicBezTo>
                    <a:pt x="10106" y="1659648"/>
                    <a:pt x="12011" y="1656790"/>
                    <a:pt x="10106" y="1651075"/>
                  </a:cubicBezTo>
                  <a:cubicBezTo>
                    <a:pt x="9154" y="1647265"/>
                    <a:pt x="10106" y="1645360"/>
                    <a:pt x="9154" y="1640598"/>
                  </a:cubicBezTo>
                  <a:cubicBezTo>
                    <a:pt x="10106" y="1634883"/>
                    <a:pt x="10106" y="1632025"/>
                    <a:pt x="14869" y="1628215"/>
                  </a:cubicBezTo>
                  <a:cubicBezTo>
                    <a:pt x="18679" y="1625358"/>
                    <a:pt x="21536" y="1625358"/>
                    <a:pt x="32966" y="1629168"/>
                  </a:cubicBezTo>
                  <a:cubicBezTo>
                    <a:pt x="44396" y="1632978"/>
                    <a:pt x="43444" y="1633930"/>
                    <a:pt x="51064" y="1637740"/>
                  </a:cubicBezTo>
                  <a:cubicBezTo>
                    <a:pt x="52969" y="1638693"/>
                    <a:pt x="55826" y="1639645"/>
                    <a:pt x="57731" y="1640598"/>
                  </a:cubicBezTo>
                  <a:cubicBezTo>
                    <a:pt x="59636" y="1641550"/>
                    <a:pt x="62494" y="1642503"/>
                    <a:pt x="65351" y="1643455"/>
                  </a:cubicBezTo>
                  <a:cubicBezTo>
                    <a:pt x="72019" y="1645360"/>
                    <a:pt x="72019" y="1644408"/>
                    <a:pt x="78686" y="1641550"/>
                  </a:cubicBezTo>
                  <a:cubicBezTo>
                    <a:pt x="85354" y="1638693"/>
                    <a:pt x="87259" y="1632025"/>
                    <a:pt x="85354" y="1626310"/>
                  </a:cubicBezTo>
                  <a:cubicBezTo>
                    <a:pt x="83449" y="1619643"/>
                    <a:pt x="78686" y="1612023"/>
                    <a:pt x="74876" y="1603450"/>
                  </a:cubicBezTo>
                  <a:cubicBezTo>
                    <a:pt x="70114" y="1594878"/>
                    <a:pt x="79639" y="1587258"/>
                    <a:pt x="85354" y="1581543"/>
                  </a:cubicBezTo>
                  <a:cubicBezTo>
                    <a:pt x="91069" y="1575828"/>
                    <a:pt x="90116" y="1571065"/>
                    <a:pt x="87259" y="1564398"/>
                  </a:cubicBezTo>
                  <a:cubicBezTo>
                    <a:pt x="83449" y="1556778"/>
                    <a:pt x="86306" y="1556778"/>
                    <a:pt x="91069" y="1550110"/>
                  </a:cubicBezTo>
                  <a:cubicBezTo>
                    <a:pt x="94879" y="1543443"/>
                    <a:pt x="92021" y="1542490"/>
                    <a:pt x="90116" y="1533918"/>
                  </a:cubicBezTo>
                  <a:cubicBezTo>
                    <a:pt x="87259" y="1525345"/>
                    <a:pt x="89164" y="1521535"/>
                    <a:pt x="90116" y="1514868"/>
                  </a:cubicBezTo>
                  <a:cubicBezTo>
                    <a:pt x="91069" y="1508200"/>
                    <a:pt x="97736" y="1499628"/>
                    <a:pt x="102499" y="1492008"/>
                  </a:cubicBezTo>
                  <a:cubicBezTo>
                    <a:pt x="107261" y="1484388"/>
                    <a:pt x="106309" y="1481530"/>
                    <a:pt x="100594" y="1474863"/>
                  </a:cubicBezTo>
                  <a:cubicBezTo>
                    <a:pt x="94879" y="1468195"/>
                    <a:pt x="92974" y="1464385"/>
                    <a:pt x="90116" y="1456765"/>
                  </a:cubicBezTo>
                  <a:cubicBezTo>
                    <a:pt x="87259" y="1449145"/>
                    <a:pt x="70114" y="1443430"/>
                    <a:pt x="69161" y="1443430"/>
                  </a:cubicBezTo>
                  <a:cubicBezTo>
                    <a:pt x="68209" y="1443430"/>
                    <a:pt x="68209" y="1442478"/>
                    <a:pt x="67256" y="1442478"/>
                  </a:cubicBezTo>
                  <a:cubicBezTo>
                    <a:pt x="55826" y="1435810"/>
                    <a:pt x="45349" y="1433905"/>
                    <a:pt x="34871" y="1442478"/>
                  </a:cubicBezTo>
                  <a:cubicBezTo>
                    <a:pt x="30109" y="1446288"/>
                    <a:pt x="25346" y="1445335"/>
                    <a:pt x="21536" y="1442478"/>
                  </a:cubicBezTo>
                  <a:cubicBezTo>
                    <a:pt x="17726" y="1439620"/>
                    <a:pt x="16774" y="1437715"/>
                    <a:pt x="15821" y="1435810"/>
                  </a:cubicBezTo>
                  <a:cubicBezTo>
                    <a:pt x="14869" y="1433905"/>
                    <a:pt x="13916" y="1431048"/>
                    <a:pt x="12011" y="1427238"/>
                  </a:cubicBezTo>
                  <a:cubicBezTo>
                    <a:pt x="11059" y="1425333"/>
                    <a:pt x="9154" y="1422475"/>
                    <a:pt x="7249" y="1419618"/>
                  </a:cubicBezTo>
                  <a:cubicBezTo>
                    <a:pt x="1534" y="1410093"/>
                    <a:pt x="-2276" y="1406283"/>
                    <a:pt x="1534" y="1397710"/>
                  </a:cubicBezTo>
                  <a:cubicBezTo>
                    <a:pt x="4391" y="1390090"/>
                    <a:pt x="9154" y="1386280"/>
                    <a:pt x="16774" y="1386280"/>
                  </a:cubicBezTo>
                  <a:cubicBezTo>
                    <a:pt x="24394" y="1386280"/>
                    <a:pt x="26299" y="1389138"/>
                    <a:pt x="29156" y="1381518"/>
                  </a:cubicBezTo>
                  <a:cubicBezTo>
                    <a:pt x="32014" y="1374850"/>
                    <a:pt x="32014" y="1375803"/>
                    <a:pt x="27251" y="1371993"/>
                  </a:cubicBezTo>
                  <a:cubicBezTo>
                    <a:pt x="22489" y="1368183"/>
                    <a:pt x="22489" y="1365325"/>
                    <a:pt x="21536" y="1358658"/>
                  </a:cubicBezTo>
                  <a:cubicBezTo>
                    <a:pt x="20584" y="1353895"/>
                    <a:pt x="21536" y="1350085"/>
                    <a:pt x="21536" y="1347228"/>
                  </a:cubicBezTo>
                  <a:cubicBezTo>
                    <a:pt x="21536" y="1342465"/>
                    <a:pt x="21536" y="1342465"/>
                    <a:pt x="20584" y="1338655"/>
                  </a:cubicBezTo>
                  <a:cubicBezTo>
                    <a:pt x="19631" y="1334845"/>
                    <a:pt x="17726" y="1335798"/>
                    <a:pt x="15821" y="1330083"/>
                  </a:cubicBezTo>
                  <a:cubicBezTo>
                    <a:pt x="14869" y="1327225"/>
                    <a:pt x="14869" y="1323415"/>
                    <a:pt x="14869" y="1323415"/>
                  </a:cubicBezTo>
                  <a:cubicBezTo>
                    <a:pt x="16774" y="1319605"/>
                    <a:pt x="18679" y="1317700"/>
                    <a:pt x="24394" y="1313890"/>
                  </a:cubicBezTo>
                  <a:cubicBezTo>
                    <a:pt x="28204" y="1311033"/>
                    <a:pt x="32014" y="1311033"/>
                    <a:pt x="35824" y="1310080"/>
                  </a:cubicBezTo>
                  <a:cubicBezTo>
                    <a:pt x="39634" y="1309128"/>
                    <a:pt x="46301" y="1314843"/>
                    <a:pt x="49159" y="1313890"/>
                  </a:cubicBezTo>
                  <a:lnTo>
                    <a:pt x="55826" y="1313890"/>
                  </a:lnTo>
                  <a:cubicBezTo>
                    <a:pt x="55826" y="1313890"/>
                    <a:pt x="59636" y="1311985"/>
                    <a:pt x="64399" y="1308175"/>
                  </a:cubicBezTo>
                  <a:cubicBezTo>
                    <a:pt x="72019" y="1302460"/>
                    <a:pt x="72019" y="1301508"/>
                    <a:pt x="72019" y="1299603"/>
                  </a:cubicBezTo>
                  <a:cubicBezTo>
                    <a:pt x="72971" y="1294840"/>
                    <a:pt x="72971" y="1290078"/>
                    <a:pt x="73924" y="1286268"/>
                  </a:cubicBezTo>
                  <a:cubicBezTo>
                    <a:pt x="73924" y="1285315"/>
                    <a:pt x="73924" y="1284363"/>
                    <a:pt x="72019" y="1282458"/>
                  </a:cubicBezTo>
                  <a:cubicBezTo>
                    <a:pt x="70114" y="1280553"/>
                    <a:pt x="70114" y="1276743"/>
                    <a:pt x="73924" y="1273885"/>
                  </a:cubicBezTo>
                  <a:cubicBezTo>
                    <a:pt x="76781" y="1270075"/>
                    <a:pt x="79639" y="1270075"/>
                    <a:pt x="83449" y="1267218"/>
                  </a:cubicBezTo>
                  <a:cubicBezTo>
                    <a:pt x="86306" y="1265313"/>
                    <a:pt x="87259" y="1263408"/>
                    <a:pt x="89164" y="1261503"/>
                  </a:cubicBezTo>
                  <a:cubicBezTo>
                    <a:pt x="91069" y="1259598"/>
                    <a:pt x="92021" y="1258645"/>
                    <a:pt x="93926" y="1258645"/>
                  </a:cubicBezTo>
                  <a:cubicBezTo>
                    <a:pt x="95831" y="1258645"/>
                    <a:pt x="95831" y="1255788"/>
                    <a:pt x="94879" y="1252930"/>
                  </a:cubicBezTo>
                  <a:cubicBezTo>
                    <a:pt x="92021" y="1246263"/>
                    <a:pt x="96784" y="1250073"/>
                    <a:pt x="102499" y="1246263"/>
                  </a:cubicBezTo>
                  <a:cubicBezTo>
                    <a:pt x="104404" y="1244358"/>
                    <a:pt x="106309" y="1244358"/>
                    <a:pt x="107261" y="1247215"/>
                  </a:cubicBezTo>
                  <a:cubicBezTo>
                    <a:pt x="109166" y="1251025"/>
                    <a:pt x="122501" y="1246263"/>
                    <a:pt x="126311" y="1249120"/>
                  </a:cubicBezTo>
                  <a:cubicBezTo>
                    <a:pt x="128216" y="1250073"/>
                    <a:pt x="128216" y="1252930"/>
                    <a:pt x="130121" y="1254835"/>
                  </a:cubicBezTo>
                  <a:cubicBezTo>
                    <a:pt x="132979" y="1256740"/>
                    <a:pt x="136789" y="1256740"/>
                    <a:pt x="139646" y="1255788"/>
                  </a:cubicBezTo>
                  <a:cubicBezTo>
                    <a:pt x="139646" y="1255788"/>
                    <a:pt x="152981" y="1251978"/>
                    <a:pt x="154886" y="1249120"/>
                  </a:cubicBezTo>
                  <a:lnTo>
                    <a:pt x="158696" y="1247215"/>
                  </a:lnTo>
                  <a:lnTo>
                    <a:pt x="160601" y="1246263"/>
                  </a:lnTo>
                  <a:lnTo>
                    <a:pt x="163459" y="1244358"/>
                  </a:lnTo>
                  <a:cubicBezTo>
                    <a:pt x="163459" y="1244358"/>
                    <a:pt x="165364" y="1242453"/>
                    <a:pt x="169174" y="1244358"/>
                  </a:cubicBezTo>
                  <a:cubicBezTo>
                    <a:pt x="175841" y="1247215"/>
                    <a:pt x="174889" y="1238643"/>
                    <a:pt x="180604" y="1238643"/>
                  </a:cubicBezTo>
                  <a:cubicBezTo>
                    <a:pt x="184414" y="1238643"/>
                    <a:pt x="187271" y="1240548"/>
                    <a:pt x="190129" y="1242453"/>
                  </a:cubicBezTo>
                  <a:cubicBezTo>
                    <a:pt x="193939" y="1246263"/>
                    <a:pt x="194891" y="1247215"/>
                    <a:pt x="195844" y="1246263"/>
                  </a:cubicBezTo>
                  <a:cubicBezTo>
                    <a:pt x="199654" y="1246263"/>
                    <a:pt x="201559" y="1245310"/>
                    <a:pt x="198701" y="1240548"/>
                  </a:cubicBezTo>
                  <a:cubicBezTo>
                    <a:pt x="193939" y="1233880"/>
                    <a:pt x="191081" y="1228165"/>
                    <a:pt x="198701" y="1221498"/>
                  </a:cubicBezTo>
                  <a:cubicBezTo>
                    <a:pt x="200606" y="1219593"/>
                    <a:pt x="203464" y="1223403"/>
                    <a:pt x="205369" y="1227213"/>
                  </a:cubicBezTo>
                  <a:cubicBezTo>
                    <a:pt x="207274" y="1231975"/>
                    <a:pt x="212036" y="1234833"/>
                    <a:pt x="216799" y="1236738"/>
                  </a:cubicBezTo>
                  <a:cubicBezTo>
                    <a:pt x="220609" y="1237690"/>
                    <a:pt x="225371" y="1238643"/>
                    <a:pt x="226324" y="1238643"/>
                  </a:cubicBezTo>
                  <a:cubicBezTo>
                    <a:pt x="228229" y="1239595"/>
                    <a:pt x="232039" y="1239595"/>
                    <a:pt x="234896" y="1239595"/>
                  </a:cubicBezTo>
                  <a:cubicBezTo>
                    <a:pt x="239659" y="1239595"/>
                    <a:pt x="243469" y="1237690"/>
                    <a:pt x="248231" y="1235785"/>
                  </a:cubicBezTo>
                  <a:cubicBezTo>
                    <a:pt x="248231" y="1235785"/>
                    <a:pt x="252041" y="1233880"/>
                    <a:pt x="256804" y="1231975"/>
                  </a:cubicBezTo>
                  <a:cubicBezTo>
                    <a:pt x="260614" y="1230070"/>
                    <a:pt x="266329" y="1227213"/>
                    <a:pt x="271091" y="1227213"/>
                  </a:cubicBezTo>
                  <a:cubicBezTo>
                    <a:pt x="274901" y="1227213"/>
                    <a:pt x="277759" y="1229118"/>
                    <a:pt x="275854" y="1236738"/>
                  </a:cubicBezTo>
                  <a:cubicBezTo>
                    <a:pt x="274901" y="1239595"/>
                    <a:pt x="274901" y="1242453"/>
                    <a:pt x="275854" y="1246263"/>
                  </a:cubicBezTo>
                  <a:cubicBezTo>
                    <a:pt x="276806" y="1249120"/>
                    <a:pt x="277759" y="1252930"/>
                    <a:pt x="278711" y="1253883"/>
                  </a:cubicBezTo>
                  <a:cubicBezTo>
                    <a:pt x="281569" y="1257693"/>
                    <a:pt x="273949" y="1261503"/>
                    <a:pt x="271091" y="1264360"/>
                  </a:cubicBezTo>
                  <a:cubicBezTo>
                    <a:pt x="269186" y="1266265"/>
                    <a:pt x="267281" y="1267218"/>
                    <a:pt x="269186" y="1269123"/>
                  </a:cubicBezTo>
                  <a:cubicBezTo>
                    <a:pt x="271091" y="1270075"/>
                    <a:pt x="272044" y="1271028"/>
                    <a:pt x="270139" y="1272933"/>
                  </a:cubicBezTo>
                  <a:cubicBezTo>
                    <a:pt x="268234" y="1274838"/>
                    <a:pt x="269186" y="1277695"/>
                    <a:pt x="272996" y="1277695"/>
                  </a:cubicBezTo>
                  <a:cubicBezTo>
                    <a:pt x="275854" y="1278648"/>
                    <a:pt x="277759" y="1277695"/>
                    <a:pt x="280616" y="1277695"/>
                  </a:cubicBezTo>
                  <a:cubicBezTo>
                    <a:pt x="283474" y="1277695"/>
                    <a:pt x="287284" y="1276743"/>
                    <a:pt x="290141" y="1276743"/>
                  </a:cubicBezTo>
                  <a:cubicBezTo>
                    <a:pt x="292046" y="1276743"/>
                    <a:pt x="297761" y="1276743"/>
                    <a:pt x="303476" y="1276743"/>
                  </a:cubicBezTo>
                  <a:cubicBezTo>
                    <a:pt x="307286" y="1276743"/>
                    <a:pt x="311096" y="1277695"/>
                    <a:pt x="313001" y="1278648"/>
                  </a:cubicBezTo>
                  <a:cubicBezTo>
                    <a:pt x="317764" y="1281505"/>
                    <a:pt x="320621" y="1282458"/>
                    <a:pt x="326336" y="1280553"/>
                  </a:cubicBezTo>
                  <a:cubicBezTo>
                    <a:pt x="329194" y="1279600"/>
                    <a:pt x="333004" y="1279600"/>
                    <a:pt x="333004" y="1282458"/>
                  </a:cubicBezTo>
                  <a:cubicBezTo>
                    <a:pt x="332051" y="1291030"/>
                    <a:pt x="334909" y="1291983"/>
                    <a:pt x="339671" y="1291030"/>
                  </a:cubicBezTo>
                  <a:cubicBezTo>
                    <a:pt x="342529" y="1290078"/>
                    <a:pt x="346339" y="1289125"/>
                    <a:pt x="349196" y="1288173"/>
                  </a:cubicBezTo>
                  <a:cubicBezTo>
                    <a:pt x="353959" y="1286268"/>
                    <a:pt x="357769" y="1282458"/>
                    <a:pt x="360626" y="1277695"/>
                  </a:cubicBezTo>
                  <a:cubicBezTo>
                    <a:pt x="362531" y="1274838"/>
                    <a:pt x="365389" y="1271980"/>
                    <a:pt x="368246" y="1270075"/>
                  </a:cubicBezTo>
                  <a:cubicBezTo>
                    <a:pt x="371104" y="1268170"/>
                    <a:pt x="376819" y="1263408"/>
                    <a:pt x="376819" y="1260550"/>
                  </a:cubicBezTo>
                  <a:cubicBezTo>
                    <a:pt x="376819" y="1253883"/>
                    <a:pt x="376819" y="1251978"/>
                    <a:pt x="377771" y="1251025"/>
                  </a:cubicBezTo>
                  <a:cubicBezTo>
                    <a:pt x="378724" y="1250073"/>
                    <a:pt x="380629" y="1250073"/>
                    <a:pt x="385391" y="1248168"/>
                  </a:cubicBezTo>
                  <a:cubicBezTo>
                    <a:pt x="388249" y="1247215"/>
                    <a:pt x="392059" y="1243405"/>
                    <a:pt x="393011" y="1239595"/>
                  </a:cubicBezTo>
                  <a:cubicBezTo>
                    <a:pt x="393964" y="1235785"/>
                    <a:pt x="394916" y="1233880"/>
                    <a:pt x="394916" y="1233880"/>
                  </a:cubicBezTo>
                  <a:lnTo>
                    <a:pt x="395869" y="1231023"/>
                  </a:lnTo>
                  <a:cubicBezTo>
                    <a:pt x="395869" y="1231023"/>
                    <a:pt x="395869" y="1226260"/>
                    <a:pt x="400631" y="1226260"/>
                  </a:cubicBezTo>
                  <a:cubicBezTo>
                    <a:pt x="406346" y="1226260"/>
                    <a:pt x="407299" y="1226260"/>
                    <a:pt x="413966" y="1224355"/>
                  </a:cubicBezTo>
                  <a:cubicBezTo>
                    <a:pt x="416824" y="1223403"/>
                    <a:pt x="428254" y="1221498"/>
                    <a:pt x="431111" y="1223403"/>
                  </a:cubicBezTo>
                  <a:cubicBezTo>
                    <a:pt x="433969" y="1225308"/>
                    <a:pt x="435874" y="1226260"/>
                    <a:pt x="435874" y="1228165"/>
                  </a:cubicBezTo>
                  <a:cubicBezTo>
                    <a:pt x="435874" y="1232928"/>
                    <a:pt x="440636" y="1233880"/>
                    <a:pt x="444446" y="1234833"/>
                  </a:cubicBezTo>
                  <a:cubicBezTo>
                    <a:pt x="447304" y="1234833"/>
                    <a:pt x="449209" y="1234833"/>
                    <a:pt x="451114" y="1235785"/>
                  </a:cubicBezTo>
                  <a:cubicBezTo>
                    <a:pt x="452066" y="1236738"/>
                    <a:pt x="457781" y="1233880"/>
                    <a:pt x="462544" y="1234833"/>
                  </a:cubicBezTo>
                  <a:cubicBezTo>
                    <a:pt x="468259" y="1235785"/>
                    <a:pt x="475879" y="1245310"/>
                    <a:pt x="477784" y="1244358"/>
                  </a:cubicBezTo>
                  <a:cubicBezTo>
                    <a:pt x="484451" y="1245310"/>
                    <a:pt x="491119" y="1247215"/>
                    <a:pt x="495881" y="1246263"/>
                  </a:cubicBezTo>
                  <a:cubicBezTo>
                    <a:pt x="499691" y="1245310"/>
                    <a:pt x="501596" y="1245310"/>
                    <a:pt x="504454" y="1244358"/>
                  </a:cubicBezTo>
                  <a:cubicBezTo>
                    <a:pt x="508264" y="1241500"/>
                    <a:pt x="509216" y="1233880"/>
                    <a:pt x="513026" y="1231975"/>
                  </a:cubicBezTo>
                  <a:cubicBezTo>
                    <a:pt x="525409" y="1228165"/>
                    <a:pt x="532076" y="1234833"/>
                    <a:pt x="537791" y="1231975"/>
                  </a:cubicBezTo>
                  <a:cubicBezTo>
                    <a:pt x="541601" y="1230070"/>
                    <a:pt x="547316" y="1217688"/>
                    <a:pt x="556841" y="1213878"/>
                  </a:cubicBezTo>
                  <a:cubicBezTo>
                    <a:pt x="559699" y="1212925"/>
                    <a:pt x="562556" y="1219593"/>
                    <a:pt x="567319" y="1218640"/>
                  </a:cubicBezTo>
                  <a:cubicBezTo>
                    <a:pt x="567319" y="1218640"/>
                    <a:pt x="573986" y="1219593"/>
                    <a:pt x="576844" y="1219593"/>
                  </a:cubicBezTo>
                  <a:cubicBezTo>
                    <a:pt x="588274" y="1219593"/>
                    <a:pt x="588274" y="1215783"/>
                    <a:pt x="597799" y="1216735"/>
                  </a:cubicBezTo>
                  <a:cubicBezTo>
                    <a:pt x="600656" y="1216735"/>
                    <a:pt x="604466" y="1216735"/>
                    <a:pt x="605419" y="1214830"/>
                  </a:cubicBezTo>
                  <a:cubicBezTo>
                    <a:pt x="608276" y="1211020"/>
                    <a:pt x="610181" y="1210068"/>
                    <a:pt x="614944" y="1210068"/>
                  </a:cubicBezTo>
                  <a:lnTo>
                    <a:pt x="616849" y="1210068"/>
                  </a:lnTo>
                  <a:cubicBezTo>
                    <a:pt x="616849" y="1210068"/>
                    <a:pt x="621611" y="1210068"/>
                    <a:pt x="626374" y="1208163"/>
                  </a:cubicBezTo>
                  <a:cubicBezTo>
                    <a:pt x="632089" y="1207210"/>
                    <a:pt x="638756" y="1205305"/>
                    <a:pt x="640661" y="1205305"/>
                  </a:cubicBezTo>
                  <a:lnTo>
                    <a:pt x="643519" y="1204353"/>
                  </a:lnTo>
                  <a:cubicBezTo>
                    <a:pt x="643519" y="1204353"/>
                    <a:pt x="649234" y="1200543"/>
                    <a:pt x="654949" y="1200543"/>
                  </a:cubicBezTo>
                  <a:cubicBezTo>
                    <a:pt x="659711" y="1200543"/>
                    <a:pt x="663521" y="1201495"/>
                    <a:pt x="666379" y="1200543"/>
                  </a:cubicBezTo>
                  <a:cubicBezTo>
                    <a:pt x="670189" y="1198638"/>
                    <a:pt x="671141" y="1194828"/>
                    <a:pt x="676856" y="1194828"/>
                  </a:cubicBezTo>
                  <a:cubicBezTo>
                    <a:pt x="679714" y="1194828"/>
                    <a:pt x="684476" y="1195780"/>
                    <a:pt x="686381" y="1192923"/>
                  </a:cubicBezTo>
                  <a:cubicBezTo>
                    <a:pt x="691144" y="1186255"/>
                    <a:pt x="695906" y="1193875"/>
                    <a:pt x="701621" y="1194828"/>
                  </a:cubicBezTo>
                  <a:cubicBezTo>
                    <a:pt x="707336" y="1195780"/>
                    <a:pt x="713051" y="1191018"/>
                    <a:pt x="721624" y="1193875"/>
                  </a:cubicBezTo>
                  <a:cubicBezTo>
                    <a:pt x="727339" y="1194828"/>
                    <a:pt x="725434" y="1192923"/>
                    <a:pt x="728291" y="1189113"/>
                  </a:cubicBezTo>
                  <a:cubicBezTo>
                    <a:pt x="729244" y="1188160"/>
                    <a:pt x="732101" y="1186255"/>
                    <a:pt x="734959" y="1185303"/>
                  </a:cubicBezTo>
                  <a:cubicBezTo>
                    <a:pt x="738769" y="1182445"/>
                    <a:pt x="743531" y="1180540"/>
                    <a:pt x="744484" y="1179588"/>
                  </a:cubicBezTo>
                  <a:cubicBezTo>
                    <a:pt x="747341" y="1178635"/>
                    <a:pt x="750199" y="1177683"/>
                    <a:pt x="753056" y="1178635"/>
                  </a:cubicBezTo>
                  <a:cubicBezTo>
                    <a:pt x="754009" y="1178635"/>
                    <a:pt x="754961" y="1178635"/>
                    <a:pt x="755914" y="1179588"/>
                  </a:cubicBezTo>
                  <a:cubicBezTo>
                    <a:pt x="759724" y="1181493"/>
                    <a:pt x="763534" y="1182445"/>
                    <a:pt x="765439" y="1178635"/>
                  </a:cubicBezTo>
                  <a:cubicBezTo>
                    <a:pt x="767344" y="1173873"/>
                    <a:pt x="768296" y="1173873"/>
                    <a:pt x="768296" y="1173873"/>
                  </a:cubicBezTo>
                  <a:cubicBezTo>
                    <a:pt x="773059" y="1168158"/>
                    <a:pt x="767344" y="1168158"/>
                    <a:pt x="776869" y="1169110"/>
                  </a:cubicBezTo>
                  <a:cubicBezTo>
                    <a:pt x="782584" y="1169110"/>
                    <a:pt x="780679" y="1168158"/>
                    <a:pt x="782584" y="1162443"/>
                  </a:cubicBezTo>
                  <a:cubicBezTo>
                    <a:pt x="784489" y="1156728"/>
                    <a:pt x="782584" y="1155775"/>
                    <a:pt x="782584" y="1155775"/>
                  </a:cubicBezTo>
                  <a:cubicBezTo>
                    <a:pt x="780679" y="1150060"/>
                    <a:pt x="784489" y="1151013"/>
                    <a:pt x="784489" y="1145298"/>
                  </a:cubicBezTo>
                  <a:cubicBezTo>
                    <a:pt x="784489" y="1142440"/>
                    <a:pt x="784489" y="1140535"/>
                    <a:pt x="784489" y="1138630"/>
                  </a:cubicBezTo>
                  <a:cubicBezTo>
                    <a:pt x="784489" y="1132915"/>
                    <a:pt x="787346" y="1135773"/>
                    <a:pt x="789251" y="1130061"/>
                  </a:cubicBezTo>
                  <a:cubicBezTo>
                    <a:pt x="790204" y="1127203"/>
                    <a:pt x="791156" y="1123393"/>
                    <a:pt x="791156" y="1121488"/>
                  </a:cubicBezTo>
                  <a:cubicBezTo>
                    <a:pt x="791156" y="1116726"/>
                    <a:pt x="791156" y="1113868"/>
                    <a:pt x="792109" y="1111963"/>
                  </a:cubicBezTo>
                  <a:cubicBezTo>
                    <a:pt x="792109" y="1111011"/>
                    <a:pt x="793061" y="1109106"/>
                    <a:pt x="794014" y="1108153"/>
                  </a:cubicBezTo>
                  <a:cubicBezTo>
                    <a:pt x="794966" y="1107201"/>
                    <a:pt x="800681" y="1098628"/>
                    <a:pt x="801634" y="1097676"/>
                  </a:cubicBezTo>
                  <a:cubicBezTo>
                    <a:pt x="803539" y="1092913"/>
                    <a:pt x="807349" y="1092913"/>
                    <a:pt x="813064" y="1094818"/>
                  </a:cubicBezTo>
                  <a:cubicBezTo>
                    <a:pt x="819731" y="1096723"/>
                    <a:pt x="818779" y="1095771"/>
                    <a:pt x="825446" y="1093866"/>
                  </a:cubicBezTo>
                  <a:cubicBezTo>
                    <a:pt x="832114" y="1091961"/>
                    <a:pt x="832114" y="1092913"/>
                    <a:pt x="836876" y="1093866"/>
                  </a:cubicBezTo>
                  <a:cubicBezTo>
                    <a:pt x="840686" y="1093866"/>
                    <a:pt x="838781" y="1091008"/>
                    <a:pt x="837829" y="1089103"/>
                  </a:cubicBezTo>
                  <a:cubicBezTo>
                    <a:pt x="835924" y="1087198"/>
                    <a:pt x="833066" y="1084341"/>
                    <a:pt x="829256" y="1080531"/>
                  </a:cubicBezTo>
                  <a:cubicBezTo>
                    <a:pt x="824494" y="1075768"/>
                    <a:pt x="821636" y="1072911"/>
                    <a:pt x="827351" y="1069101"/>
                  </a:cubicBezTo>
                  <a:cubicBezTo>
                    <a:pt x="829256" y="1068148"/>
                    <a:pt x="830209" y="1065291"/>
                    <a:pt x="834971" y="1066243"/>
                  </a:cubicBezTo>
                  <a:cubicBezTo>
                    <a:pt x="838781" y="1067196"/>
                    <a:pt x="841639" y="1068148"/>
                    <a:pt x="842591" y="1066243"/>
                  </a:cubicBezTo>
                  <a:lnTo>
                    <a:pt x="844496" y="1065291"/>
                  </a:lnTo>
                  <a:cubicBezTo>
                    <a:pt x="844496" y="1065291"/>
                    <a:pt x="846401" y="1062433"/>
                    <a:pt x="849259" y="1061481"/>
                  </a:cubicBezTo>
                  <a:cubicBezTo>
                    <a:pt x="853069" y="1060528"/>
                    <a:pt x="854021" y="1060528"/>
                    <a:pt x="855926" y="1061481"/>
                  </a:cubicBezTo>
                  <a:cubicBezTo>
                    <a:pt x="858784" y="1063386"/>
                    <a:pt x="862594" y="1065291"/>
                    <a:pt x="867356" y="1063386"/>
                  </a:cubicBezTo>
                  <a:cubicBezTo>
                    <a:pt x="871166" y="1061481"/>
                    <a:pt x="870214" y="1056718"/>
                    <a:pt x="870214" y="1052908"/>
                  </a:cubicBezTo>
                  <a:cubicBezTo>
                    <a:pt x="870214" y="1050051"/>
                    <a:pt x="869261" y="1049098"/>
                    <a:pt x="871166" y="1047193"/>
                  </a:cubicBezTo>
                  <a:cubicBezTo>
                    <a:pt x="875929" y="1038621"/>
                    <a:pt x="862594" y="1044336"/>
                    <a:pt x="867356" y="1035763"/>
                  </a:cubicBezTo>
                  <a:cubicBezTo>
                    <a:pt x="868309" y="1034811"/>
                    <a:pt x="870214" y="1033858"/>
                    <a:pt x="872119" y="1031953"/>
                  </a:cubicBezTo>
                  <a:cubicBezTo>
                    <a:pt x="876881" y="1026238"/>
                    <a:pt x="875929" y="1024333"/>
                    <a:pt x="876881" y="1017666"/>
                  </a:cubicBezTo>
                  <a:cubicBezTo>
                    <a:pt x="875929" y="1007188"/>
                    <a:pt x="874024" y="997663"/>
                    <a:pt x="872119" y="987186"/>
                  </a:cubicBezTo>
                  <a:cubicBezTo>
                    <a:pt x="871166" y="982423"/>
                    <a:pt x="870214" y="977661"/>
                    <a:pt x="870214" y="971946"/>
                  </a:cubicBezTo>
                  <a:lnTo>
                    <a:pt x="870214" y="968136"/>
                  </a:lnTo>
                  <a:cubicBezTo>
                    <a:pt x="871166" y="964326"/>
                    <a:pt x="872119" y="957658"/>
                    <a:pt x="871166" y="950991"/>
                  </a:cubicBezTo>
                  <a:cubicBezTo>
                    <a:pt x="873071" y="941466"/>
                    <a:pt x="873071" y="941466"/>
                    <a:pt x="873071" y="934798"/>
                  </a:cubicBezTo>
                  <a:cubicBezTo>
                    <a:pt x="873071" y="928131"/>
                    <a:pt x="874976" y="924321"/>
                    <a:pt x="874976" y="917653"/>
                  </a:cubicBezTo>
                  <a:cubicBezTo>
                    <a:pt x="874976" y="911938"/>
                    <a:pt x="874976" y="910986"/>
                    <a:pt x="876881" y="907176"/>
                  </a:cubicBezTo>
                  <a:cubicBezTo>
                    <a:pt x="878786" y="903366"/>
                    <a:pt x="877834" y="903366"/>
                    <a:pt x="879739" y="900508"/>
                  </a:cubicBezTo>
                  <a:cubicBezTo>
                    <a:pt x="880691" y="897651"/>
                    <a:pt x="882596" y="890031"/>
                    <a:pt x="882596" y="882411"/>
                  </a:cubicBezTo>
                  <a:cubicBezTo>
                    <a:pt x="883549" y="875743"/>
                    <a:pt x="883549" y="871933"/>
                    <a:pt x="886406" y="867171"/>
                  </a:cubicBezTo>
                  <a:cubicBezTo>
                    <a:pt x="888311" y="862408"/>
                    <a:pt x="890216" y="858598"/>
                    <a:pt x="890216" y="850978"/>
                  </a:cubicBezTo>
                  <a:cubicBezTo>
                    <a:pt x="890216" y="846216"/>
                    <a:pt x="890216" y="843358"/>
                    <a:pt x="887359" y="840501"/>
                  </a:cubicBezTo>
                  <a:cubicBezTo>
                    <a:pt x="886406" y="839548"/>
                    <a:pt x="884501" y="838596"/>
                    <a:pt x="882596" y="837643"/>
                  </a:cubicBezTo>
                  <a:cubicBezTo>
                    <a:pt x="881644" y="836691"/>
                    <a:pt x="880691" y="836691"/>
                    <a:pt x="879739" y="835738"/>
                  </a:cubicBezTo>
                  <a:cubicBezTo>
                    <a:pt x="878786" y="834786"/>
                    <a:pt x="878786" y="833833"/>
                    <a:pt x="878786" y="832881"/>
                  </a:cubicBezTo>
                  <a:cubicBezTo>
                    <a:pt x="878786" y="832881"/>
                    <a:pt x="878786" y="828118"/>
                    <a:pt x="877834" y="825261"/>
                  </a:cubicBezTo>
                  <a:cubicBezTo>
                    <a:pt x="876881" y="821451"/>
                    <a:pt x="873071" y="823356"/>
                    <a:pt x="869261" y="824308"/>
                  </a:cubicBezTo>
                  <a:cubicBezTo>
                    <a:pt x="864499" y="825261"/>
                    <a:pt x="865451" y="825261"/>
                    <a:pt x="861641" y="822403"/>
                  </a:cubicBezTo>
                  <a:cubicBezTo>
                    <a:pt x="861641" y="822403"/>
                    <a:pt x="860689" y="821451"/>
                    <a:pt x="858784" y="818593"/>
                  </a:cubicBezTo>
                  <a:cubicBezTo>
                    <a:pt x="856879" y="816688"/>
                    <a:pt x="855926" y="815736"/>
                    <a:pt x="858784" y="813831"/>
                  </a:cubicBezTo>
                  <a:cubicBezTo>
                    <a:pt x="861641" y="811926"/>
                    <a:pt x="863546" y="812878"/>
                    <a:pt x="860689" y="810973"/>
                  </a:cubicBezTo>
                  <a:cubicBezTo>
                    <a:pt x="855926" y="808116"/>
                    <a:pt x="857831" y="804306"/>
                    <a:pt x="861641" y="802401"/>
                  </a:cubicBezTo>
                  <a:cubicBezTo>
                    <a:pt x="863546" y="801448"/>
                    <a:pt x="867356" y="803353"/>
                    <a:pt x="870214" y="803353"/>
                  </a:cubicBezTo>
                  <a:cubicBezTo>
                    <a:pt x="873071" y="802401"/>
                    <a:pt x="878786" y="800496"/>
                    <a:pt x="880691" y="797638"/>
                  </a:cubicBezTo>
                  <a:cubicBezTo>
                    <a:pt x="882596" y="795733"/>
                    <a:pt x="884501" y="795733"/>
                    <a:pt x="885454" y="797638"/>
                  </a:cubicBezTo>
                  <a:cubicBezTo>
                    <a:pt x="886406" y="801448"/>
                    <a:pt x="886406" y="804306"/>
                    <a:pt x="892121" y="800496"/>
                  </a:cubicBezTo>
                  <a:cubicBezTo>
                    <a:pt x="895931" y="797638"/>
                    <a:pt x="896884" y="795733"/>
                    <a:pt x="899741" y="798591"/>
                  </a:cubicBezTo>
                  <a:cubicBezTo>
                    <a:pt x="902599" y="801448"/>
                    <a:pt x="906409" y="802401"/>
                    <a:pt x="908314" y="801448"/>
                  </a:cubicBezTo>
                  <a:lnTo>
                    <a:pt x="910219" y="799543"/>
                  </a:lnTo>
                  <a:cubicBezTo>
                    <a:pt x="910219" y="799543"/>
                    <a:pt x="911171" y="797638"/>
                    <a:pt x="914981" y="796686"/>
                  </a:cubicBezTo>
                  <a:cubicBezTo>
                    <a:pt x="918791" y="795733"/>
                    <a:pt x="919744" y="795733"/>
                    <a:pt x="921649" y="798591"/>
                  </a:cubicBezTo>
                  <a:cubicBezTo>
                    <a:pt x="924506" y="802401"/>
                    <a:pt x="927364" y="800496"/>
                    <a:pt x="931174" y="801448"/>
                  </a:cubicBezTo>
                  <a:cubicBezTo>
                    <a:pt x="931174" y="801448"/>
                    <a:pt x="934984" y="802401"/>
                    <a:pt x="936889" y="801448"/>
                  </a:cubicBezTo>
                  <a:cubicBezTo>
                    <a:pt x="938794" y="800496"/>
                    <a:pt x="939746" y="800496"/>
                    <a:pt x="938794" y="797638"/>
                  </a:cubicBezTo>
                  <a:cubicBezTo>
                    <a:pt x="937841" y="794781"/>
                    <a:pt x="939746" y="793828"/>
                    <a:pt x="947366" y="801448"/>
                  </a:cubicBezTo>
                  <a:lnTo>
                    <a:pt x="950224" y="803353"/>
                  </a:lnTo>
                  <a:cubicBezTo>
                    <a:pt x="950224" y="803353"/>
                    <a:pt x="954034" y="807163"/>
                    <a:pt x="955939" y="805258"/>
                  </a:cubicBezTo>
                  <a:cubicBezTo>
                    <a:pt x="958796" y="803353"/>
                    <a:pt x="959749" y="803353"/>
                    <a:pt x="961654" y="804306"/>
                  </a:cubicBezTo>
                  <a:cubicBezTo>
                    <a:pt x="963559" y="805258"/>
                    <a:pt x="966416" y="805258"/>
                    <a:pt x="970226" y="804306"/>
                  </a:cubicBezTo>
                  <a:cubicBezTo>
                    <a:pt x="972131" y="804306"/>
                    <a:pt x="975941" y="802401"/>
                    <a:pt x="980704" y="801448"/>
                  </a:cubicBezTo>
                  <a:cubicBezTo>
                    <a:pt x="988324" y="799543"/>
                    <a:pt x="990229" y="801448"/>
                    <a:pt x="997849" y="802401"/>
                  </a:cubicBezTo>
                  <a:cubicBezTo>
                    <a:pt x="1001659" y="802401"/>
                    <a:pt x="1004516" y="803353"/>
                    <a:pt x="1007374" y="803353"/>
                  </a:cubicBezTo>
                  <a:cubicBezTo>
                    <a:pt x="1011184" y="803353"/>
                    <a:pt x="1014041" y="803353"/>
                    <a:pt x="1018804" y="799543"/>
                  </a:cubicBezTo>
                  <a:cubicBezTo>
                    <a:pt x="1023566" y="796686"/>
                    <a:pt x="1023566" y="796686"/>
                    <a:pt x="1029281" y="796686"/>
                  </a:cubicBezTo>
                  <a:cubicBezTo>
                    <a:pt x="1029281" y="796686"/>
                    <a:pt x="1030234" y="796686"/>
                    <a:pt x="1034996" y="797638"/>
                  </a:cubicBezTo>
                  <a:cubicBezTo>
                    <a:pt x="1039759" y="798591"/>
                    <a:pt x="1047379" y="799543"/>
                    <a:pt x="1049284" y="806211"/>
                  </a:cubicBezTo>
                  <a:cubicBezTo>
                    <a:pt x="1051189" y="809068"/>
                    <a:pt x="1054046" y="810973"/>
                    <a:pt x="1055951" y="813831"/>
                  </a:cubicBezTo>
                  <a:cubicBezTo>
                    <a:pt x="1056904" y="815736"/>
                    <a:pt x="1057856" y="815736"/>
                    <a:pt x="1057856" y="817641"/>
                  </a:cubicBezTo>
                  <a:cubicBezTo>
                    <a:pt x="1059761" y="824308"/>
                    <a:pt x="1066429" y="825261"/>
                    <a:pt x="1070239" y="825261"/>
                  </a:cubicBezTo>
                  <a:cubicBezTo>
                    <a:pt x="1074049" y="825261"/>
                    <a:pt x="1078811" y="825261"/>
                    <a:pt x="1082621" y="827166"/>
                  </a:cubicBezTo>
                  <a:cubicBezTo>
                    <a:pt x="1086431" y="829071"/>
                    <a:pt x="1089289" y="830976"/>
                    <a:pt x="1089289" y="830976"/>
                  </a:cubicBezTo>
                  <a:cubicBezTo>
                    <a:pt x="1091194" y="831928"/>
                    <a:pt x="1098814" y="837643"/>
                    <a:pt x="1100719" y="837643"/>
                  </a:cubicBezTo>
                  <a:cubicBezTo>
                    <a:pt x="1103576" y="838596"/>
                    <a:pt x="1111196" y="836691"/>
                    <a:pt x="1110244" y="830976"/>
                  </a:cubicBezTo>
                  <a:cubicBezTo>
                    <a:pt x="1110244" y="830976"/>
                    <a:pt x="1108339" y="825261"/>
                    <a:pt x="1108339" y="821451"/>
                  </a:cubicBezTo>
                  <a:cubicBezTo>
                    <a:pt x="1108339" y="817641"/>
                    <a:pt x="1106434" y="813831"/>
                    <a:pt x="1105481" y="810973"/>
                  </a:cubicBezTo>
                  <a:cubicBezTo>
                    <a:pt x="1104529" y="802401"/>
                    <a:pt x="1102624" y="803353"/>
                    <a:pt x="1096909" y="797638"/>
                  </a:cubicBezTo>
                  <a:cubicBezTo>
                    <a:pt x="1094051" y="794781"/>
                    <a:pt x="1093099" y="789066"/>
                    <a:pt x="1094051" y="783351"/>
                  </a:cubicBezTo>
                  <a:lnTo>
                    <a:pt x="1095004" y="781446"/>
                  </a:lnTo>
                  <a:cubicBezTo>
                    <a:pt x="1095004" y="781446"/>
                    <a:pt x="1095956" y="777636"/>
                    <a:pt x="1096909" y="773826"/>
                  </a:cubicBezTo>
                  <a:cubicBezTo>
                    <a:pt x="1098814" y="770016"/>
                    <a:pt x="1100719" y="766206"/>
                    <a:pt x="1102624" y="764301"/>
                  </a:cubicBezTo>
                  <a:cubicBezTo>
                    <a:pt x="1107386" y="758586"/>
                    <a:pt x="1108339" y="757633"/>
                    <a:pt x="1108339" y="750013"/>
                  </a:cubicBezTo>
                  <a:cubicBezTo>
                    <a:pt x="1108339" y="746203"/>
                    <a:pt x="1108339" y="744298"/>
                    <a:pt x="1113101" y="741441"/>
                  </a:cubicBezTo>
                  <a:cubicBezTo>
                    <a:pt x="1117864" y="739536"/>
                    <a:pt x="1119769" y="737631"/>
                    <a:pt x="1120721" y="736678"/>
                  </a:cubicBezTo>
                  <a:cubicBezTo>
                    <a:pt x="1123579" y="733821"/>
                    <a:pt x="1121674" y="732868"/>
                    <a:pt x="1124531" y="729058"/>
                  </a:cubicBezTo>
                  <a:cubicBezTo>
                    <a:pt x="1127389" y="725248"/>
                    <a:pt x="1128341" y="723343"/>
                    <a:pt x="1130246" y="720486"/>
                  </a:cubicBezTo>
                  <a:cubicBezTo>
                    <a:pt x="1133104" y="716676"/>
                    <a:pt x="1132151" y="714771"/>
                    <a:pt x="1135961" y="711913"/>
                  </a:cubicBezTo>
                  <a:cubicBezTo>
                    <a:pt x="1135961" y="711913"/>
                    <a:pt x="1139771" y="708103"/>
                    <a:pt x="1142629" y="704293"/>
                  </a:cubicBezTo>
                  <a:cubicBezTo>
                    <a:pt x="1145486" y="700483"/>
                    <a:pt x="1148344" y="696673"/>
                    <a:pt x="1150249" y="693816"/>
                  </a:cubicBezTo>
                  <a:lnTo>
                    <a:pt x="1154059" y="689053"/>
                  </a:lnTo>
                  <a:cubicBezTo>
                    <a:pt x="1154059" y="689053"/>
                    <a:pt x="1159774" y="684291"/>
                    <a:pt x="1161679" y="680481"/>
                  </a:cubicBezTo>
                  <a:cubicBezTo>
                    <a:pt x="1163584" y="676671"/>
                    <a:pt x="1165489" y="671908"/>
                    <a:pt x="1168346" y="669051"/>
                  </a:cubicBezTo>
                  <a:lnTo>
                    <a:pt x="1179776" y="649048"/>
                  </a:lnTo>
                  <a:cubicBezTo>
                    <a:pt x="1181681" y="645239"/>
                    <a:pt x="1184539" y="641428"/>
                    <a:pt x="1187396" y="636666"/>
                  </a:cubicBezTo>
                  <a:cubicBezTo>
                    <a:pt x="1192159" y="629999"/>
                    <a:pt x="1197874" y="624283"/>
                    <a:pt x="1202636" y="617617"/>
                  </a:cubicBezTo>
                  <a:cubicBezTo>
                    <a:pt x="1205494" y="612854"/>
                    <a:pt x="1210256" y="608092"/>
                    <a:pt x="1213114" y="603329"/>
                  </a:cubicBezTo>
                  <a:cubicBezTo>
                    <a:pt x="1214066" y="601423"/>
                    <a:pt x="1216924" y="594756"/>
                    <a:pt x="1218829" y="593803"/>
                  </a:cubicBezTo>
                  <a:cubicBezTo>
                    <a:pt x="1225496" y="591898"/>
                    <a:pt x="1230259" y="595708"/>
                    <a:pt x="1232164" y="601423"/>
                  </a:cubicBezTo>
                  <a:cubicBezTo>
                    <a:pt x="1233116" y="603329"/>
                    <a:pt x="1233116" y="605234"/>
                    <a:pt x="1236926" y="605234"/>
                  </a:cubicBezTo>
                  <a:cubicBezTo>
                    <a:pt x="1240736" y="605234"/>
                    <a:pt x="1241689" y="606186"/>
                    <a:pt x="1243594" y="609997"/>
                  </a:cubicBezTo>
                  <a:cubicBezTo>
                    <a:pt x="1245499" y="612854"/>
                    <a:pt x="1246451" y="613806"/>
                    <a:pt x="1246451" y="613806"/>
                  </a:cubicBezTo>
                  <a:cubicBezTo>
                    <a:pt x="1248356" y="615712"/>
                    <a:pt x="1250261" y="618568"/>
                    <a:pt x="1252166" y="619521"/>
                  </a:cubicBezTo>
                  <a:cubicBezTo>
                    <a:pt x="1255024" y="621426"/>
                    <a:pt x="1257881" y="621426"/>
                    <a:pt x="1257881" y="623332"/>
                  </a:cubicBezTo>
                  <a:cubicBezTo>
                    <a:pt x="1257881" y="625237"/>
                    <a:pt x="1255976" y="628094"/>
                    <a:pt x="1266454" y="630951"/>
                  </a:cubicBezTo>
                  <a:lnTo>
                    <a:pt x="1269311" y="632857"/>
                  </a:lnTo>
                  <a:cubicBezTo>
                    <a:pt x="1269311" y="632857"/>
                    <a:pt x="1271216" y="633808"/>
                    <a:pt x="1274074" y="636666"/>
                  </a:cubicBezTo>
                  <a:cubicBezTo>
                    <a:pt x="1276931" y="639523"/>
                    <a:pt x="1281694" y="644286"/>
                    <a:pt x="1284551" y="643333"/>
                  </a:cubicBezTo>
                  <a:cubicBezTo>
                    <a:pt x="1289314" y="641428"/>
                    <a:pt x="1293124" y="643333"/>
                    <a:pt x="1296934" y="646191"/>
                  </a:cubicBezTo>
                  <a:cubicBezTo>
                    <a:pt x="1298839" y="648097"/>
                    <a:pt x="1302649" y="650001"/>
                    <a:pt x="1305506" y="648097"/>
                  </a:cubicBezTo>
                  <a:cubicBezTo>
                    <a:pt x="1308364" y="646191"/>
                    <a:pt x="1310269" y="646191"/>
                    <a:pt x="1314079" y="647143"/>
                  </a:cubicBezTo>
                  <a:lnTo>
                    <a:pt x="1317889" y="648097"/>
                  </a:lnTo>
                  <a:cubicBezTo>
                    <a:pt x="1317889" y="648097"/>
                    <a:pt x="1320746" y="650001"/>
                    <a:pt x="1325509" y="650953"/>
                  </a:cubicBezTo>
                  <a:cubicBezTo>
                    <a:pt x="1330271" y="651906"/>
                    <a:pt x="1330271" y="650953"/>
                    <a:pt x="1335034" y="653811"/>
                  </a:cubicBezTo>
                  <a:cubicBezTo>
                    <a:pt x="1343606" y="659526"/>
                    <a:pt x="1348369" y="656668"/>
                    <a:pt x="1351226" y="657622"/>
                  </a:cubicBezTo>
                  <a:cubicBezTo>
                    <a:pt x="1354084" y="658573"/>
                    <a:pt x="1359799" y="660478"/>
                    <a:pt x="1360751" y="663336"/>
                  </a:cubicBezTo>
                  <a:cubicBezTo>
                    <a:pt x="1366466" y="671908"/>
                    <a:pt x="1367419" y="679528"/>
                    <a:pt x="1376944" y="671908"/>
                  </a:cubicBezTo>
                  <a:cubicBezTo>
                    <a:pt x="1383611" y="667146"/>
                    <a:pt x="1384564" y="665242"/>
                    <a:pt x="1390279" y="664288"/>
                  </a:cubicBezTo>
                  <a:cubicBezTo>
                    <a:pt x="1395994" y="663336"/>
                    <a:pt x="1396946" y="665242"/>
                    <a:pt x="1404566" y="664288"/>
                  </a:cubicBezTo>
                  <a:cubicBezTo>
                    <a:pt x="1412186" y="664288"/>
                    <a:pt x="1413139" y="664288"/>
                    <a:pt x="1418854" y="665242"/>
                  </a:cubicBezTo>
                  <a:cubicBezTo>
                    <a:pt x="1422664" y="665242"/>
                    <a:pt x="1428379" y="665242"/>
                    <a:pt x="1433141" y="664288"/>
                  </a:cubicBezTo>
                  <a:cubicBezTo>
                    <a:pt x="1435999" y="663336"/>
                    <a:pt x="1438856" y="661431"/>
                    <a:pt x="1440761" y="658573"/>
                  </a:cubicBezTo>
                  <a:cubicBezTo>
                    <a:pt x="1443619" y="654763"/>
                    <a:pt x="1444571" y="652859"/>
                    <a:pt x="1449334" y="650001"/>
                  </a:cubicBezTo>
                  <a:cubicBezTo>
                    <a:pt x="1454096" y="647143"/>
                    <a:pt x="1454096" y="642381"/>
                    <a:pt x="1453144" y="637619"/>
                  </a:cubicBezTo>
                  <a:cubicBezTo>
                    <a:pt x="1452191" y="632857"/>
                    <a:pt x="1455049" y="629999"/>
                    <a:pt x="1456001" y="627141"/>
                  </a:cubicBezTo>
                  <a:cubicBezTo>
                    <a:pt x="1457906" y="623332"/>
                    <a:pt x="1456954" y="621426"/>
                    <a:pt x="1454096" y="618568"/>
                  </a:cubicBezTo>
                  <a:cubicBezTo>
                    <a:pt x="1452191" y="615712"/>
                    <a:pt x="1453144" y="609997"/>
                    <a:pt x="1454096" y="606186"/>
                  </a:cubicBezTo>
                  <a:cubicBezTo>
                    <a:pt x="1455049" y="601423"/>
                    <a:pt x="1456001" y="595708"/>
                    <a:pt x="1456954" y="590946"/>
                  </a:cubicBezTo>
                  <a:cubicBezTo>
                    <a:pt x="1456954" y="589041"/>
                    <a:pt x="1457906" y="587136"/>
                    <a:pt x="1457906" y="586183"/>
                  </a:cubicBezTo>
                  <a:cubicBezTo>
                    <a:pt x="1458859" y="578563"/>
                    <a:pt x="1459811" y="572849"/>
                    <a:pt x="1461716" y="566181"/>
                  </a:cubicBezTo>
                  <a:cubicBezTo>
                    <a:pt x="1462669" y="562371"/>
                    <a:pt x="1462669" y="559513"/>
                    <a:pt x="1462669" y="555703"/>
                  </a:cubicBezTo>
                  <a:cubicBezTo>
                    <a:pt x="1463621" y="546178"/>
                    <a:pt x="1459811" y="546178"/>
                    <a:pt x="1465526" y="536653"/>
                  </a:cubicBezTo>
                  <a:cubicBezTo>
                    <a:pt x="1467431" y="533796"/>
                    <a:pt x="1468384" y="530938"/>
                    <a:pt x="1470289" y="528082"/>
                  </a:cubicBezTo>
                  <a:cubicBezTo>
                    <a:pt x="1473146" y="522367"/>
                    <a:pt x="1474099" y="521414"/>
                    <a:pt x="1477909" y="518556"/>
                  </a:cubicBezTo>
                  <a:cubicBezTo>
                    <a:pt x="1480766" y="515698"/>
                    <a:pt x="1480766" y="515698"/>
                    <a:pt x="1482671" y="513794"/>
                  </a:cubicBezTo>
                  <a:cubicBezTo>
                    <a:pt x="1484576" y="510936"/>
                    <a:pt x="1486481" y="508078"/>
                    <a:pt x="1488386" y="504268"/>
                  </a:cubicBezTo>
                  <a:cubicBezTo>
                    <a:pt x="1490291" y="500458"/>
                    <a:pt x="1496006" y="498553"/>
                    <a:pt x="1500769" y="497601"/>
                  </a:cubicBezTo>
                  <a:cubicBezTo>
                    <a:pt x="1506484" y="497601"/>
                    <a:pt x="1511246" y="498553"/>
                    <a:pt x="1516961" y="499506"/>
                  </a:cubicBezTo>
                  <a:cubicBezTo>
                    <a:pt x="1520771" y="500458"/>
                    <a:pt x="1527439" y="502363"/>
                    <a:pt x="1531249" y="504268"/>
                  </a:cubicBezTo>
                  <a:cubicBezTo>
                    <a:pt x="1534106" y="506173"/>
                    <a:pt x="1536964" y="505221"/>
                    <a:pt x="1539821" y="504268"/>
                  </a:cubicBezTo>
                  <a:cubicBezTo>
                    <a:pt x="1545536" y="503316"/>
                    <a:pt x="1549346" y="504268"/>
                    <a:pt x="1555061" y="503316"/>
                  </a:cubicBezTo>
                  <a:cubicBezTo>
                    <a:pt x="1558871" y="502363"/>
                    <a:pt x="1563634" y="501411"/>
                    <a:pt x="1568396" y="498553"/>
                  </a:cubicBezTo>
                  <a:cubicBezTo>
                    <a:pt x="1572206" y="496649"/>
                    <a:pt x="1575064" y="492838"/>
                    <a:pt x="1576969" y="489029"/>
                  </a:cubicBezTo>
                  <a:cubicBezTo>
                    <a:pt x="1577921" y="485218"/>
                    <a:pt x="1583636" y="484267"/>
                    <a:pt x="1587446" y="480456"/>
                  </a:cubicBezTo>
                  <a:cubicBezTo>
                    <a:pt x="1591256" y="476647"/>
                    <a:pt x="1592209" y="475693"/>
                    <a:pt x="1593161" y="471884"/>
                  </a:cubicBezTo>
                  <a:cubicBezTo>
                    <a:pt x="1594114" y="468073"/>
                    <a:pt x="1595066" y="467122"/>
                    <a:pt x="1597924" y="464264"/>
                  </a:cubicBezTo>
                  <a:cubicBezTo>
                    <a:pt x="1601734" y="460453"/>
                    <a:pt x="1599829" y="458548"/>
                    <a:pt x="1597924" y="455691"/>
                  </a:cubicBezTo>
                  <a:cubicBezTo>
                    <a:pt x="1596019" y="452833"/>
                    <a:pt x="1594114" y="451882"/>
                    <a:pt x="1596971" y="447119"/>
                  </a:cubicBezTo>
                  <a:cubicBezTo>
                    <a:pt x="1599829" y="441404"/>
                    <a:pt x="1597924" y="439499"/>
                    <a:pt x="1602686" y="437593"/>
                  </a:cubicBezTo>
                  <a:cubicBezTo>
                    <a:pt x="1607449" y="435688"/>
                    <a:pt x="1608401" y="433783"/>
                    <a:pt x="1611259" y="430926"/>
                  </a:cubicBezTo>
                  <a:cubicBezTo>
                    <a:pt x="1614116" y="428068"/>
                    <a:pt x="1614116" y="427117"/>
                    <a:pt x="1620784" y="427117"/>
                  </a:cubicBezTo>
                  <a:cubicBezTo>
                    <a:pt x="1627451" y="427117"/>
                    <a:pt x="1632214" y="429974"/>
                    <a:pt x="1636976" y="429974"/>
                  </a:cubicBezTo>
                  <a:cubicBezTo>
                    <a:pt x="1639834" y="429974"/>
                    <a:pt x="1641739" y="430926"/>
                    <a:pt x="1644596" y="433783"/>
                  </a:cubicBezTo>
                  <a:cubicBezTo>
                    <a:pt x="1648406" y="437593"/>
                    <a:pt x="1653169" y="439499"/>
                    <a:pt x="1656979" y="443308"/>
                  </a:cubicBezTo>
                  <a:cubicBezTo>
                    <a:pt x="1658884" y="445213"/>
                    <a:pt x="1662694" y="447119"/>
                    <a:pt x="1665551" y="445213"/>
                  </a:cubicBezTo>
                  <a:cubicBezTo>
                    <a:pt x="1668409" y="442357"/>
                    <a:pt x="1668409" y="440451"/>
                    <a:pt x="1668409" y="440451"/>
                  </a:cubicBezTo>
                  <a:cubicBezTo>
                    <a:pt x="1669361" y="435688"/>
                    <a:pt x="1674124" y="437593"/>
                    <a:pt x="1679839" y="437593"/>
                  </a:cubicBezTo>
                  <a:cubicBezTo>
                    <a:pt x="1684601" y="438546"/>
                    <a:pt x="1691269" y="437593"/>
                    <a:pt x="1693174" y="437593"/>
                  </a:cubicBezTo>
                  <a:cubicBezTo>
                    <a:pt x="1695079" y="437593"/>
                    <a:pt x="1697936" y="438546"/>
                    <a:pt x="1696984" y="441404"/>
                  </a:cubicBezTo>
                  <a:cubicBezTo>
                    <a:pt x="1696984" y="445213"/>
                    <a:pt x="1696984" y="449024"/>
                    <a:pt x="1696984" y="449977"/>
                  </a:cubicBezTo>
                  <a:cubicBezTo>
                    <a:pt x="1696984" y="449977"/>
                    <a:pt x="1697936" y="451882"/>
                    <a:pt x="1697936" y="454739"/>
                  </a:cubicBezTo>
                  <a:cubicBezTo>
                    <a:pt x="1696984" y="457597"/>
                    <a:pt x="1696031" y="459502"/>
                    <a:pt x="1696984" y="462359"/>
                  </a:cubicBezTo>
                  <a:cubicBezTo>
                    <a:pt x="1699841" y="469027"/>
                    <a:pt x="1690316" y="468073"/>
                    <a:pt x="1686506" y="470931"/>
                  </a:cubicBezTo>
                  <a:cubicBezTo>
                    <a:pt x="1683649" y="472836"/>
                    <a:pt x="1679839" y="476647"/>
                    <a:pt x="1683649" y="480456"/>
                  </a:cubicBezTo>
                  <a:cubicBezTo>
                    <a:pt x="1688411" y="485218"/>
                    <a:pt x="1692221" y="490933"/>
                    <a:pt x="1696984" y="495696"/>
                  </a:cubicBezTo>
                  <a:cubicBezTo>
                    <a:pt x="1700794" y="499506"/>
                    <a:pt x="1706509" y="503316"/>
                    <a:pt x="1703651" y="508078"/>
                  </a:cubicBezTo>
                  <a:cubicBezTo>
                    <a:pt x="1702699" y="510936"/>
                    <a:pt x="1699841" y="513794"/>
                    <a:pt x="1696984" y="516652"/>
                  </a:cubicBezTo>
                  <a:cubicBezTo>
                    <a:pt x="1695079" y="519509"/>
                    <a:pt x="1694126" y="521414"/>
                    <a:pt x="1696031" y="522367"/>
                  </a:cubicBezTo>
                  <a:cubicBezTo>
                    <a:pt x="1699841" y="524272"/>
                    <a:pt x="1702699" y="527129"/>
                    <a:pt x="1706509" y="529986"/>
                  </a:cubicBezTo>
                  <a:cubicBezTo>
                    <a:pt x="1710319" y="532844"/>
                    <a:pt x="1713176" y="534748"/>
                    <a:pt x="1716986" y="536653"/>
                  </a:cubicBezTo>
                  <a:cubicBezTo>
                    <a:pt x="1716986" y="536653"/>
                    <a:pt x="1720796" y="538559"/>
                    <a:pt x="1721749" y="541416"/>
                  </a:cubicBezTo>
                  <a:cubicBezTo>
                    <a:pt x="1722701" y="544273"/>
                    <a:pt x="1724606" y="549036"/>
                    <a:pt x="1729369" y="550941"/>
                  </a:cubicBezTo>
                  <a:cubicBezTo>
                    <a:pt x="1734131" y="552847"/>
                    <a:pt x="1737941" y="556657"/>
                    <a:pt x="1737941" y="558562"/>
                  </a:cubicBezTo>
                  <a:cubicBezTo>
                    <a:pt x="1743656" y="566181"/>
                    <a:pt x="1741751" y="563324"/>
                    <a:pt x="1739846" y="571896"/>
                  </a:cubicBezTo>
                  <a:cubicBezTo>
                    <a:pt x="1738894" y="575707"/>
                    <a:pt x="1740799" y="580469"/>
                    <a:pt x="1744609" y="584278"/>
                  </a:cubicBezTo>
                  <a:cubicBezTo>
                    <a:pt x="1746514" y="587136"/>
                    <a:pt x="1749371" y="589994"/>
                    <a:pt x="1751276" y="591898"/>
                  </a:cubicBezTo>
                  <a:cubicBezTo>
                    <a:pt x="1756039" y="596661"/>
                    <a:pt x="1762706" y="599518"/>
                    <a:pt x="1766516" y="605234"/>
                  </a:cubicBezTo>
                  <a:cubicBezTo>
                    <a:pt x="1771279" y="612854"/>
                    <a:pt x="1770326" y="614759"/>
                    <a:pt x="1779851" y="617617"/>
                  </a:cubicBezTo>
                  <a:cubicBezTo>
                    <a:pt x="1782709" y="618568"/>
                    <a:pt x="1785566" y="620474"/>
                    <a:pt x="1787471" y="622379"/>
                  </a:cubicBezTo>
                  <a:cubicBezTo>
                    <a:pt x="1792234" y="625237"/>
                    <a:pt x="1794139" y="626188"/>
                    <a:pt x="1798901" y="621426"/>
                  </a:cubicBezTo>
                  <a:cubicBezTo>
                    <a:pt x="1800806" y="619521"/>
                    <a:pt x="1802711" y="617617"/>
                    <a:pt x="1805569" y="619521"/>
                  </a:cubicBezTo>
                  <a:cubicBezTo>
                    <a:pt x="1811284" y="624283"/>
                    <a:pt x="1816046" y="619521"/>
                    <a:pt x="1822714" y="625237"/>
                  </a:cubicBezTo>
                  <a:cubicBezTo>
                    <a:pt x="1822714" y="625237"/>
                    <a:pt x="1824619" y="629999"/>
                    <a:pt x="1824619" y="632857"/>
                  </a:cubicBezTo>
                  <a:cubicBezTo>
                    <a:pt x="1824619" y="635713"/>
                    <a:pt x="1825571" y="639523"/>
                    <a:pt x="1828429" y="642381"/>
                  </a:cubicBezTo>
                  <a:cubicBezTo>
                    <a:pt x="1831286" y="645239"/>
                    <a:pt x="1833191" y="645239"/>
                    <a:pt x="1833191" y="647143"/>
                  </a:cubicBezTo>
                  <a:cubicBezTo>
                    <a:pt x="1833191" y="652859"/>
                    <a:pt x="1840811" y="654763"/>
                    <a:pt x="1845574" y="653811"/>
                  </a:cubicBezTo>
                  <a:cubicBezTo>
                    <a:pt x="1851289" y="651906"/>
                    <a:pt x="1849384" y="650001"/>
                    <a:pt x="1855099" y="650001"/>
                  </a:cubicBezTo>
                  <a:cubicBezTo>
                    <a:pt x="1858909" y="650001"/>
                    <a:pt x="1859861" y="650953"/>
                    <a:pt x="1857956" y="659526"/>
                  </a:cubicBezTo>
                  <a:lnTo>
                    <a:pt x="1857956" y="666193"/>
                  </a:lnTo>
                  <a:cubicBezTo>
                    <a:pt x="1857956" y="666193"/>
                    <a:pt x="1859861" y="671908"/>
                    <a:pt x="1864624" y="673813"/>
                  </a:cubicBezTo>
                  <a:cubicBezTo>
                    <a:pt x="1869386" y="675718"/>
                    <a:pt x="1873196" y="678576"/>
                    <a:pt x="1875101" y="680481"/>
                  </a:cubicBezTo>
                  <a:cubicBezTo>
                    <a:pt x="1882721" y="687148"/>
                    <a:pt x="1877959" y="683338"/>
                    <a:pt x="1878911" y="691911"/>
                  </a:cubicBezTo>
                  <a:cubicBezTo>
                    <a:pt x="1878911" y="695721"/>
                    <a:pt x="1878911" y="696673"/>
                    <a:pt x="1881769" y="699531"/>
                  </a:cubicBezTo>
                  <a:cubicBezTo>
                    <a:pt x="1884626" y="702388"/>
                    <a:pt x="1883674" y="705246"/>
                    <a:pt x="1883674" y="708103"/>
                  </a:cubicBezTo>
                  <a:lnTo>
                    <a:pt x="1883674" y="713818"/>
                  </a:lnTo>
                  <a:cubicBezTo>
                    <a:pt x="1883674" y="713818"/>
                    <a:pt x="1882721" y="717628"/>
                    <a:pt x="1884626" y="719533"/>
                  </a:cubicBezTo>
                  <a:cubicBezTo>
                    <a:pt x="1886531" y="722391"/>
                    <a:pt x="1886531" y="727153"/>
                    <a:pt x="1884626" y="730011"/>
                  </a:cubicBezTo>
                  <a:cubicBezTo>
                    <a:pt x="1882721" y="732868"/>
                    <a:pt x="1883674" y="736678"/>
                    <a:pt x="1883674" y="738583"/>
                  </a:cubicBezTo>
                  <a:lnTo>
                    <a:pt x="1884626" y="744298"/>
                  </a:lnTo>
                  <a:cubicBezTo>
                    <a:pt x="1884626" y="744298"/>
                    <a:pt x="1885579" y="750966"/>
                    <a:pt x="1886531" y="752871"/>
                  </a:cubicBezTo>
                  <a:cubicBezTo>
                    <a:pt x="1887484" y="755728"/>
                    <a:pt x="1892246" y="763348"/>
                    <a:pt x="1893199" y="765253"/>
                  </a:cubicBezTo>
                  <a:lnTo>
                    <a:pt x="1894151" y="770968"/>
                  </a:lnTo>
                  <a:cubicBezTo>
                    <a:pt x="1894151" y="770968"/>
                    <a:pt x="1896056" y="776683"/>
                    <a:pt x="1899866" y="779541"/>
                  </a:cubicBezTo>
                  <a:cubicBezTo>
                    <a:pt x="1903676" y="782398"/>
                    <a:pt x="1906534" y="783351"/>
                    <a:pt x="1907486" y="786208"/>
                  </a:cubicBezTo>
                  <a:cubicBezTo>
                    <a:pt x="1908439" y="788113"/>
                    <a:pt x="1909391" y="790018"/>
                    <a:pt x="1909391" y="790018"/>
                  </a:cubicBezTo>
                  <a:cubicBezTo>
                    <a:pt x="1910344" y="794781"/>
                    <a:pt x="1909391" y="800496"/>
                    <a:pt x="1911296" y="805258"/>
                  </a:cubicBezTo>
                  <a:cubicBezTo>
                    <a:pt x="1912249" y="809068"/>
                    <a:pt x="1912249" y="810973"/>
                    <a:pt x="1915106" y="812878"/>
                  </a:cubicBezTo>
                  <a:cubicBezTo>
                    <a:pt x="1917964" y="814783"/>
                    <a:pt x="1917964" y="816688"/>
                    <a:pt x="1917964" y="818593"/>
                  </a:cubicBezTo>
                  <a:lnTo>
                    <a:pt x="1917011" y="824308"/>
                  </a:lnTo>
                  <a:cubicBezTo>
                    <a:pt x="1917011" y="824308"/>
                    <a:pt x="1914154" y="830023"/>
                    <a:pt x="1912249" y="832881"/>
                  </a:cubicBezTo>
                  <a:cubicBezTo>
                    <a:pt x="1911296" y="835738"/>
                    <a:pt x="1909391" y="836691"/>
                    <a:pt x="1912249" y="838596"/>
                  </a:cubicBezTo>
                  <a:cubicBezTo>
                    <a:pt x="1915106" y="840501"/>
                    <a:pt x="1916059" y="844311"/>
                    <a:pt x="1910344" y="850978"/>
                  </a:cubicBezTo>
                  <a:lnTo>
                    <a:pt x="1907486" y="855741"/>
                  </a:lnTo>
                  <a:cubicBezTo>
                    <a:pt x="1907486" y="855741"/>
                    <a:pt x="1904629" y="859551"/>
                    <a:pt x="1902724" y="862408"/>
                  </a:cubicBezTo>
                  <a:cubicBezTo>
                    <a:pt x="1900819" y="865266"/>
                    <a:pt x="1895104" y="870028"/>
                    <a:pt x="1895104" y="877648"/>
                  </a:cubicBezTo>
                  <a:lnTo>
                    <a:pt x="1895104" y="882411"/>
                  </a:lnTo>
                  <a:cubicBezTo>
                    <a:pt x="1895104" y="882411"/>
                    <a:pt x="1896056" y="892888"/>
                    <a:pt x="1897009" y="895746"/>
                  </a:cubicBezTo>
                  <a:cubicBezTo>
                    <a:pt x="1897009" y="898603"/>
                    <a:pt x="1898914" y="908128"/>
                    <a:pt x="1897961" y="910986"/>
                  </a:cubicBezTo>
                  <a:lnTo>
                    <a:pt x="1896056" y="914796"/>
                  </a:lnTo>
                  <a:cubicBezTo>
                    <a:pt x="1896056" y="914796"/>
                    <a:pt x="1892246" y="920511"/>
                    <a:pt x="1889389" y="922416"/>
                  </a:cubicBezTo>
                  <a:cubicBezTo>
                    <a:pt x="1883674" y="926226"/>
                    <a:pt x="1879864" y="928131"/>
                    <a:pt x="1876054" y="930988"/>
                  </a:cubicBezTo>
                  <a:cubicBezTo>
                    <a:pt x="1872244" y="933846"/>
                    <a:pt x="1868434" y="937656"/>
                    <a:pt x="1864624" y="944323"/>
                  </a:cubicBezTo>
                  <a:cubicBezTo>
                    <a:pt x="1861766" y="949086"/>
                    <a:pt x="1857956" y="956706"/>
                    <a:pt x="1857004" y="958611"/>
                  </a:cubicBezTo>
                  <a:cubicBezTo>
                    <a:pt x="1856051" y="961468"/>
                    <a:pt x="1855099" y="963373"/>
                    <a:pt x="1854146" y="966231"/>
                  </a:cubicBezTo>
                  <a:cubicBezTo>
                    <a:pt x="1853194" y="968136"/>
                    <a:pt x="1853194" y="970993"/>
                    <a:pt x="1854146" y="973851"/>
                  </a:cubicBezTo>
                  <a:cubicBezTo>
                    <a:pt x="1854146" y="976708"/>
                    <a:pt x="1855099" y="979566"/>
                    <a:pt x="1857004" y="982423"/>
                  </a:cubicBezTo>
                  <a:cubicBezTo>
                    <a:pt x="1857956" y="985281"/>
                    <a:pt x="1859861" y="988138"/>
                    <a:pt x="1860814" y="990996"/>
                  </a:cubicBezTo>
                  <a:cubicBezTo>
                    <a:pt x="1860814" y="990996"/>
                    <a:pt x="1862719" y="998616"/>
                    <a:pt x="1862719" y="1002426"/>
                  </a:cubicBezTo>
                  <a:cubicBezTo>
                    <a:pt x="1862719" y="1006236"/>
                    <a:pt x="1862719" y="1007188"/>
                    <a:pt x="1864624" y="1010046"/>
                  </a:cubicBezTo>
                  <a:cubicBezTo>
                    <a:pt x="1866529" y="1011951"/>
                    <a:pt x="1867481" y="1015761"/>
                    <a:pt x="1864624" y="1018618"/>
                  </a:cubicBezTo>
                  <a:cubicBezTo>
                    <a:pt x="1857004" y="1027191"/>
                    <a:pt x="1874149" y="1022428"/>
                    <a:pt x="1875101" y="1021476"/>
                  </a:cubicBezTo>
                  <a:cubicBezTo>
                    <a:pt x="1878911" y="1021476"/>
                    <a:pt x="1889389" y="1021476"/>
                    <a:pt x="1891294" y="1028143"/>
                  </a:cubicBezTo>
                  <a:cubicBezTo>
                    <a:pt x="1897009" y="1037668"/>
                    <a:pt x="1897009" y="1031001"/>
                    <a:pt x="1904629" y="1035763"/>
                  </a:cubicBezTo>
                  <a:cubicBezTo>
                    <a:pt x="1907486" y="1037668"/>
                    <a:pt x="1909391" y="1040526"/>
                    <a:pt x="1912249" y="1038621"/>
                  </a:cubicBezTo>
                  <a:cubicBezTo>
                    <a:pt x="1915106" y="1035763"/>
                    <a:pt x="1917011" y="1034811"/>
                    <a:pt x="1917964" y="1039573"/>
                  </a:cubicBezTo>
                  <a:cubicBezTo>
                    <a:pt x="1921774" y="1050051"/>
                    <a:pt x="1920821" y="1045288"/>
                    <a:pt x="1929394" y="1050051"/>
                  </a:cubicBezTo>
                  <a:cubicBezTo>
                    <a:pt x="1936061" y="1053861"/>
                    <a:pt x="1941776" y="1053861"/>
                    <a:pt x="1948444" y="1053861"/>
                  </a:cubicBezTo>
                  <a:cubicBezTo>
                    <a:pt x="1948444" y="1053861"/>
                    <a:pt x="1953206" y="1053861"/>
                    <a:pt x="1957969" y="1053861"/>
                  </a:cubicBezTo>
                  <a:cubicBezTo>
                    <a:pt x="1962731" y="1053861"/>
                    <a:pt x="1970351" y="1054813"/>
                    <a:pt x="1972256" y="1057671"/>
                  </a:cubicBezTo>
                  <a:cubicBezTo>
                    <a:pt x="1975114" y="1061481"/>
                    <a:pt x="1978924" y="1067196"/>
                    <a:pt x="1983686" y="1067196"/>
                  </a:cubicBezTo>
                  <a:cubicBezTo>
                    <a:pt x="1989401" y="1067196"/>
                    <a:pt x="1997021" y="1073863"/>
                    <a:pt x="2001784" y="1073863"/>
                  </a:cubicBezTo>
                  <a:cubicBezTo>
                    <a:pt x="2008451" y="1075768"/>
                    <a:pt x="2010356" y="1072911"/>
                    <a:pt x="2017976" y="1072911"/>
                  </a:cubicBezTo>
                  <a:cubicBezTo>
                    <a:pt x="2022739" y="1072911"/>
                    <a:pt x="2026549" y="1072911"/>
                    <a:pt x="2031311" y="1072911"/>
                  </a:cubicBezTo>
                  <a:cubicBezTo>
                    <a:pt x="2033216" y="1072911"/>
                    <a:pt x="2035121" y="1072911"/>
                    <a:pt x="2037026" y="1072911"/>
                  </a:cubicBezTo>
                  <a:cubicBezTo>
                    <a:pt x="2037026" y="1072911"/>
                    <a:pt x="2042741" y="1072911"/>
                    <a:pt x="2046551" y="1073863"/>
                  </a:cubicBezTo>
                  <a:cubicBezTo>
                    <a:pt x="2049409" y="1074816"/>
                    <a:pt x="2051314" y="1074816"/>
                    <a:pt x="2053219" y="1076721"/>
                  </a:cubicBezTo>
                  <a:cubicBezTo>
                    <a:pt x="2057029" y="1079578"/>
                    <a:pt x="2062744" y="1079578"/>
                    <a:pt x="2067506" y="1080531"/>
                  </a:cubicBezTo>
                  <a:cubicBezTo>
                    <a:pt x="2067506" y="1080531"/>
                    <a:pt x="2075126" y="1081483"/>
                    <a:pt x="2077984" y="1083388"/>
                  </a:cubicBezTo>
                  <a:cubicBezTo>
                    <a:pt x="2080841" y="1084341"/>
                    <a:pt x="2082746" y="1086246"/>
                    <a:pt x="2087509" y="1086246"/>
                  </a:cubicBezTo>
                  <a:cubicBezTo>
                    <a:pt x="2091319" y="1087198"/>
                    <a:pt x="2092271" y="1088151"/>
                    <a:pt x="2094176" y="1089103"/>
                  </a:cubicBezTo>
                  <a:cubicBezTo>
                    <a:pt x="2099891" y="1092913"/>
                    <a:pt x="2104654" y="1091008"/>
                    <a:pt x="2107511" y="1093866"/>
                  </a:cubicBezTo>
                  <a:cubicBezTo>
                    <a:pt x="2110369" y="1095771"/>
                    <a:pt x="2114179" y="1096723"/>
                    <a:pt x="2114179" y="1099581"/>
                  </a:cubicBezTo>
                  <a:cubicBezTo>
                    <a:pt x="2115131" y="1102438"/>
                    <a:pt x="2117989" y="1105296"/>
                    <a:pt x="2119894" y="1107201"/>
                  </a:cubicBezTo>
                  <a:lnTo>
                    <a:pt x="2123704" y="1111963"/>
                  </a:lnTo>
                  <a:cubicBezTo>
                    <a:pt x="2123704" y="1111963"/>
                    <a:pt x="2128466" y="1116726"/>
                    <a:pt x="2132276" y="1118631"/>
                  </a:cubicBezTo>
                  <a:cubicBezTo>
                    <a:pt x="2136086" y="1120536"/>
                    <a:pt x="2141801" y="1124346"/>
                    <a:pt x="2143706" y="1126251"/>
                  </a:cubicBezTo>
                  <a:lnTo>
                    <a:pt x="2147516" y="1130061"/>
                  </a:lnTo>
                  <a:cubicBezTo>
                    <a:pt x="2147516" y="1130061"/>
                    <a:pt x="2152279" y="1133868"/>
                    <a:pt x="2154184" y="1135773"/>
                  </a:cubicBezTo>
                  <a:cubicBezTo>
                    <a:pt x="2156089" y="1137678"/>
                    <a:pt x="2160851" y="1142440"/>
                    <a:pt x="2161804" y="1144345"/>
                  </a:cubicBezTo>
                  <a:cubicBezTo>
                    <a:pt x="2162756" y="1146250"/>
                    <a:pt x="2164661" y="1148155"/>
                    <a:pt x="2164661" y="1148155"/>
                  </a:cubicBezTo>
                  <a:lnTo>
                    <a:pt x="2168471" y="1152918"/>
                  </a:lnTo>
                  <a:cubicBezTo>
                    <a:pt x="2168471" y="1152918"/>
                    <a:pt x="2171329" y="1156728"/>
                    <a:pt x="2171329" y="1159585"/>
                  </a:cubicBezTo>
                  <a:cubicBezTo>
                    <a:pt x="2171329" y="1162443"/>
                    <a:pt x="2170376" y="1163395"/>
                    <a:pt x="2176091" y="1165300"/>
                  </a:cubicBezTo>
                  <a:cubicBezTo>
                    <a:pt x="2181806" y="1167205"/>
                    <a:pt x="2183711" y="1168158"/>
                    <a:pt x="2184664" y="1170063"/>
                  </a:cubicBezTo>
                  <a:lnTo>
                    <a:pt x="2188474" y="1176730"/>
                  </a:lnTo>
                  <a:cubicBezTo>
                    <a:pt x="2188474" y="1176730"/>
                    <a:pt x="2193236" y="1181493"/>
                    <a:pt x="2195141" y="1185303"/>
                  </a:cubicBezTo>
                  <a:cubicBezTo>
                    <a:pt x="2197046" y="1189113"/>
                    <a:pt x="2200856" y="1194828"/>
                    <a:pt x="2204666" y="1196733"/>
                  </a:cubicBezTo>
                  <a:lnTo>
                    <a:pt x="2208476" y="1199590"/>
                  </a:lnTo>
                  <a:cubicBezTo>
                    <a:pt x="2208476" y="1199590"/>
                    <a:pt x="2214191" y="1202448"/>
                    <a:pt x="2218001" y="1204353"/>
                  </a:cubicBezTo>
                  <a:cubicBezTo>
                    <a:pt x="2222764" y="1207210"/>
                    <a:pt x="2224669" y="1209115"/>
                    <a:pt x="2227526" y="1210068"/>
                  </a:cubicBezTo>
                  <a:cubicBezTo>
                    <a:pt x="2229431" y="1211020"/>
                    <a:pt x="2232289" y="1211020"/>
                    <a:pt x="2236099" y="1211973"/>
                  </a:cubicBezTo>
                  <a:cubicBezTo>
                    <a:pt x="2236099" y="1211973"/>
                    <a:pt x="2243719" y="1211973"/>
                    <a:pt x="2248481" y="1211973"/>
                  </a:cubicBezTo>
                  <a:cubicBezTo>
                    <a:pt x="2253244" y="1212925"/>
                    <a:pt x="2261816" y="1211973"/>
                    <a:pt x="2261816" y="1211973"/>
                  </a:cubicBezTo>
                  <a:cubicBezTo>
                    <a:pt x="2269436" y="1212925"/>
                    <a:pt x="2268484" y="1213878"/>
                    <a:pt x="2262769" y="1220545"/>
                  </a:cubicBezTo>
                  <a:cubicBezTo>
                    <a:pt x="2258959" y="1224355"/>
                    <a:pt x="2258006" y="1227213"/>
                    <a:pt x="2258006" y="1230070"/>
                  </a:cubicBezTo>
                  <a:cubicBezTo>
                    <a:pt x="2258006" y="1232928"/>
                    <a:pt x="2256101" y="1237690"/>
                    <a:pt x="2256101" y="1239595"/>
                  </a:cubicBezTo>
                  <a:cubicBezTo>
                    <a:pt x="2253244" y="1245310"/>
                    <a:pt x="2252291" y="1248168"/>
                    <a:pt x="2260864" y="1249120"/>
                  </a:cubicBezTo>
                  <a:cubicBezTo>
                    <a:pt x="2270389" y="1250073"/>
                    <a:pt x="2273246" y="1256740"/>
                    <a:pt x="2274199" y="1263408"/>
                  </a:cubicBezTo>
                  <a:cubicBezTo>
                    <a:pt x="2275151" y="1268170"/>
                    <a:pt x="2275151" y="1273885"/>
                    <a:pt x="2276104" y="1278648"/>
                  </a:cubicBezTo>
                  <a:cubicBezTo>
                    <a:pt x="2277056" y="1283410"/>
                    <a:pt x="2278009" y="1288173"/>
                    <a:pt x="2278961" y="1293888"/>
                  </a:cubicBezTo>
                  <a:cubicBezTo>
                    <a:pt x="2279914" y="1299603"/>
                    <a:pt x="2281819" y="1305318"/>
                    <a:pt x="2282771" y="1310080"/>
                  </a:cubicBezTo>
                  <a:cubicBezTo>
                    <a:pt x="2284676" y="1314843"/>
                    <a:pt x="2285629" y="1321510"/>
                    <a:pt x="2286581" y="1325320"/>
                  </a:cubicBezTo>
                  <a:lnTo>
                    <a:pt x="2287534" y="1331035"/>
                  </a:lnTo>
                  <a:cubicBezTo>
                    <a:pt x="2287534" y="1331035"/>
                    <a:pt x="2288486" y="1338655"/>
                    <a:pt x="2288486" y="1341513"/>
                  </a:cubicBezTo>
                  <a:cubicBezTo>
                    <a:pt x="2288486" y="1346275"/>
                    <a:pt x="2288486" y="1350085"/>
                    <a:pt x="2289439" y="1354848"/>
                  </a:cubicBezTo>
                  <a:cubicBezTo>
                    <a:pt x="2291344" y="1360563"/>
                    <a:pt x="2294201" y="1362468"/>
                    <a:pt x="2297059" y="1367230"/>
                  </a:cubicBezTo>
                  <a:cubicBezTo>
                    <a:pt x="2298964" y="1370088"/>
                    <a:pt x="2303726" y="1376755"/>
                    <a:pt x="2305631" y="1378660"/>
                  </a:cubicBezTo>
                  <a:lnTo>
                    <a:pt x="2308489" y="1382470"/>
                  </a:lnTo>
                  <a:cubicBezTo>
                    <a:pt x="2308489" y="1382470"/>
                    <a:pt x="2312299" y="1387233"/>
                    <a:pt x="2315156" y="1391043"/>
                  </a:cubicBezTo>
                  <a:cubicBezTo>
                    <a:pt x="2318014" y="1394853"/>
                    <a:pt x="2320871" y="1399615"/>
                    <a:pt x="2322776" y="1401520"/>
                  </a:cubicBezTo>
                  <a:lnTo>
                    <a:pt x="2326586" y="1407235"/>
                  </a:lnTo>
                  <a:cubicBezTo>
                    <a:pt x="2326586" y="1407235"/>
                    <a:pt x="2329444" y="1410093"/>
                    <a:pt x="2329444" y="1415808"/>
                  </a:cubicBezTo>
                  <a:cubicBezTo>
                    <a:pt x="2329444" y="1418665"/>
                    <a:pt x="2330396" y="1421523"/>
                    <a:pt x="2330396" y="1424380"/>
                  </a:cubicBezTo>
                  <a:cubicBezTo>
                    <a:pt x="2331349" y="1432953"/>
                    <a:pt x="2328491" y="1436763"/>
                    <a:pt x="2339921" y="1436763"/>
                  </a:cubicBezTo>
                  <a:cubicBezTo>
                    <a:pt x="2344684" y="1436763"/>
                    <a:pt x="2349446" y="1436763"/>
                    <a:pt x="2354209" y="1437715"/>
                  </a:cubicBezTo>
                  <a:cubicBezTo>
                    <a:pt x="2359924" y="1437715"/>
                    <a:pt x="2365639" y="1438668"/>
                    <a:pt x="2371354" y="1438668"/>
                  </a:cubicBezTo>
                  <a:cubicBezTo>
                    <a:pt x="2378021" y="1438668"/>
                    <a:pt x="2383736" y="1438668"/>
                    <a:pt x="2390404" y="1437715"/>
                  </a:cubicBezTo>
                  <a:cubicBezTo>
                    <a:pt x="2390404" y="1437715"/>
                    <a:pt x="2399929" y="1435810"/>
                    <a:pt x="2404691" y="1436763"/>
                  </a:cubicBezTo>
                  <a:cubicBezTo>
                    <a:pt x="2409454" y="1436763"/>
                    <a:pt x="2417074" y="1438668"/>
                    <a:pt x="2419931" y="1440573"/>
                  </a:cubicBezTo>
                  <a:lnTo>
                    <a:pt x="2423741" y="1442478"/>
                  </a:lnTo>
                  <a:cubicBezTo>
                    <a:pt x="2423741" y="1442478"/>
                    <a:pt x="2429456" y="1445335"/>
                    <a:pt x="2435171" y="1447240"/>
                  </a:cubicBezTo>
                  <a:cubicBezTo>
                    <a:pt x="2441839" y="1449145"/>
                    <a:pt x="2446601" y="1451050"/>
                    <a:pt x="2451364" y="1452955"/>
                  </a:cubicBezTo>
                  <a:cubicBezTo>
                    <a:pt x="2453269" y="1453908"/>
                    <a:pt x="2455174" y="1454860"/>
                    <a:pt x="2456126" y="1455813"/>
                  </a:cubicBezTo>
                  <a:cubicBezTo>
                    <a:pt x="2456126" y="1455813"/>
                    <a:pt x="2464699" y="1458670"/>
                    <a:pt x="2470414" y="1460575"/>
                  </a:cubicBezTo>
                  <a:cubicBezTo>
                    <a:pt x="2476129" y="1462480"/>
                    <a:pt x="2480891" y="1464385"/>
                    <a:pt x="2485654" y="1466290"/>
                  </a:cubicBezTo>
                  <a:cubicBezTo>
                    <a:pt x="2490416" y="1468195"/>
                    <a:pt x="2494226" y="1469148"/>
                    <a:pt x="2498989" y="1470100"/>
                  </a:cubicBezTo>
                  <a:cubicBezTo>
                    <a:pt x="2504704" y="1471053"/>
                    <a:pt x="2509466" y="1472005"/>
                    <a:pt x="2515181" y="1472958"/>
                  </a:cubicBezTo>
                  <a:cubicBezTo>
                    <a:pt x="2518991" y="1473910"/>
                    <a:pt x="2523754" y="1474863"/>
                    <a:pt x="2527564" y="1475815"/>
                  </a:cubicBezTo>
                  <a:cubicBezTo>
                    <a:pt x="2527564" y="1475815"/>
                    <a:pt x="2535184" y="1477720"/>
                    <a:pt x="2538994" y="1478673"/>
                  </a:cubicBezTo>
                  <a:cubicBezTo>
                    <a:pt x="2544709" y="1479625"/>
                    <a:pt x="2550424" y="1480578"/>
                    <a:pt x="2555186" y="1481530"/>
                  </a:cubicBezTo>
                  <a:cubicBezTo>
                    <a:pt x="2558996" y="1482483"/>
                    <a:pt x="2562806" y="1483435"/>
                    <a:pt x="2566616" y="1484388"/>
                  </a:cubicBezTo>
                  <a:cubicBezTo>
                    <a:pt x="2566616" y="1484388"/>
                    <a:pt x="2575189" y="1486293"/>
                    <a:pt x="2578999" y="1487245"/>
                  </a:cubicBezTo>
                  <a:cubicBezTo>
                    <a:pt x="2582809" y="1488198"/>
                    <a:pt x="2590429" y="1490103"/>
                    <a:pt x="2594239" y="1490103"/>
                  </a:cubicBezTo>
                  <a:cubicBezTo>
                    <a:pt x="2600906" y="1490103"/>
                    <a:pt x="2604716" y="1491055"/>
                    <a:pt x="2610431" y="1492960"/>
                  </a:cubicBezTo>
                  <a:cubicBezTo>
                    <a:pt x="2610431" y="1492960"/>
                    <a:pt x="2619004" y="1493913"/>
                    <a:pt x="2623766" y="1493913"/>
                  </a:cubicBezTo>
                  <a:cubicBezTo>
                    <a:pt x="2631386" y="1493913"/>
                    <a:pt x="2638054" y="1492960"/>
                    <a:pt x="2645674" y="1492008"/>
                  </a:cubicBezTo>
                  <a:cubicBezTo>
                    <a:pt x="2645674" y="1492008"/>
                    <a:pt x="2654246" y="1492008"/>
                    <a:pt x="2657104" y="1491055"/>
                  </a:cubicBezTo>
                  <a:cubicBezTo>
                    <a:pt x="2663771" y="1489150"/>
                    <a:pt x="2669486" y="1489150"/>
                    <a:pt x="2675201" y="1490103"/>
                  </a:cubicBezTo>
                  <a:cubicBezTo>
                    <a:pt x="2675201" y="1490103"/>
                    <a:pt x="2679964" y="1490103"/>
                    <a:pt x="2683774" y="1490103"/>
                  </a:cubicBezTo>
                  <a:cubicBezTo>
                    <a:pt x="2686631" y="1490103"/>
                    <a:pt x="2694251" y="1491055"/>
                    <a:pt x="2696156" y="1489150"/>
                  </a:cubicBezTo>
                  <a:cubicBezTo>
                    <a:pt x="2699014" y="1487245"/>
                    <a:pt x="2701871" y="1486293"/>
                    <a:pt x="2704729" y="1486293"/>
                  </a:cubicBezTo>
                  <a:cubicBezTo>
                    <a:pt x="2710444" y="1485340"/>
                    <a:pt x="2716159" y="1487245"/>
                    <a:pt x="2721874" y="1487245"/>
                  </a:cubicBezTo>
                  <a:cubicBezTo>
                    <a:pt x="2726636" y="1487245"/>
                    <a:pt x="2730446" y="1487245"/>
                    <a:pt x="2733304" y="1488198"/>
                  </a:cubicBezTo>
                  <a:cubicBezTo>
                    <a:pt x="2737114" y="1488198"/>
                    <a:pt x="2739971" y="1489150"/>
                    <a:pt x="2742829" y="1490103"/>
                  </a:cubicBezTo>
                  <a:cubicBezTo>
                    <a:pt x="2745686" y="1491055"/>
                    <a:pt x="2747591" y="1492008"/>
                    <a:pt x="2750449" y="1492960"/>
                  </a:cubicBezTo>
                  <a:cubicBezTo>
                    <a:pt x="2753306" y="1493913"/>
                    <a:pt x="2756164" y="1494865"/>
                    <a:pt x="2759974" y="1495818"/>
                  </a:cubicBezTo>
                  <a:cubicBezTo>
                    <a:pt x="2764736" y="1496770"/>
                    <a:pt x="2776166" y="1501533"/>
                    <a:pt x="2779024" y="1502485"/>
                  </a:cubicBezTo>
                  <a:lnTo>
                    <a:pt x="2783786" y="1504390"/>
                  </a:lnTo>
                  <a:cubicBezTo>
                    <a:pt x="2783786" y="1504390"/>
                    <a:pt x="2789501" y="1508200"/>
                    <a:pt x="2796169" y="1509153"/>
                  </a:cubicBezTo>
                  <a:cubicBezTo>
                    <a:pt x="2801884" y="1511058"/>
                    <a:pt x="2807599" y="1512963"/>
                    <a:pt x="2812361" y="1514868"/>
                  </a:cubicBezTo>
                  <a:cubicBezTo>
                    <a:pt x="2817124" y="1516773"/>
                    <a:pt x="2822839" y="1518678"/>
                    <a:pt x="2827601" y="1520583"/>
                  </a:cubicBezTo>
                  <a:cubicBezTo>
                    <a:pt x="2831411" y="1521535"/>
                    <a:pt x="2836174" y="1523440"/>
                    <a:pt x="2839984" y="1523440"/>
                  </a:cubicBezTo>
                  <a:cubicBezTo>
                    <a:pt x="2846651" y="1523440"/>
                    <a:pt x="2847604" y="1525345"/>
                    <a:pt x="2851414" y="1530108"/>
                  </a:cubicBezTo>
                  <a:cubicBezTo>
                    <a:pt x="2851414" y="1530108"/>
                    <a:pt x="2854271" y="1533918"/>
                    <a:pt x="2856176" y="1537728"/>
                  </a:cubicBezTo>
                  <a:cubicBezTo>
                    <a:pt x="2859034" y="1542490"/>
                    <a:pt x="2862844" y="1548205"/>
                    <a:pt x="2862844" y="1550110"/>
                  </a:cubicBezTo>
                  <a:lnTo>
                    <a:pt x="2864749" y="1554873"/>
                  </a:lnTo>
                  <a:cubicBezTo>
                    <a:pt x="2869511" y="1563445"/>
                    <a:pt x="2868559" y="1564398"/>
                    <a:pt x="2878084" y="1569160"/>
                  </a:cubicBezTo>
                  <a:cubicBezTo>
                    <a:pt x="2885704" y="1572970"/>
                    <a:pt x="2890466" y="1573923"/>
                    <a:pt x="2894276" y="1573923"/>
                  </a:cubicBezTo>
                  <a:cubicBezTo>
                    <a:pt x="2899991" y="1573923"/>
                    <a:pt x="2906659" y="1573923"/>
                    <a:pt x="2913326" y="1574875"/>
                  </a:cubicBezTo>
                  <a:cubicBezTo>
                    <a:pt x="2918089" y="1574875"/>
                    <a:pt x="2921899" y="1575828"/>
                    <a:pt x="2925709" y="1576780"/>
                  </a:cubicBezTo>
                  <a:cubicBezTo>
                    <a:pt x="2930471" y="1578685"/>
                    <a:pt x="2935234" y="1580590"/>
                    <a:pt x="2939044" y="1582495"/>
                  </a:cubicBezTo>
                  <a:cubicBezTo>
                    <a:pt x="2942854" y="1584400"/>
                    <a:pt x="2946664" y="1587258"/>
                    <a:pt x="2950474" y="1590115"/>
                  </a:cubicBezTo>
                  <a:cubicBezTo>
                    <a:pt x="2954284" y="1592973"/>
                    <a:pt x="2959999" y="1596783"/>
                    <a:pt x="2959999" y="1596783"/>
                  </a:cubicBezTo>
                  <a:cubicBezTo>
                    <a:pt x="2964761" y="1600593"/>
                    <a:pt x="2968571" y="1602498"/>
                    <a:pt x="2973334" y="1605355"/>
                  </a:cubicBezTo>
                  <a:cubicBezTo>
                    <a:pt x="2976191" y="1607260"/>
                    <a:pt x="2980001" y="1609165"/>
                    <a:pt x="2982859" y="1611070"/>
                  </a:cubicBezTo>
                  <a:cubicBezTo>
                    <a:pt x="2985716" y="1612975"/>
                    <a:pt x="2987621" y="1613928"/>
                    <a:pt x="2990479" y="1616785"/>
                  </a:cubicBezTo>
                  <a:cubicBezTo>
                    <a:pt x="2990479" y="1616785"/>
                    <a:pt x="2997146" y="1621548"/>
                    <a:pt x="3000956" y="1623453"/>
                  </a:cubicBezTo>
                  <a:cubicBezTo>
                    <a:pt x="3006671" y="1626310"/>
                    <a:pt x="3012386" y="1628215"/>
                    <a:pt x="3018101" y="1631073"/>
                  </a:cubicBezTo>
                  <a:cubicBezTo>
                    <a:pt x="3018101" y="1631073"/>
                    <a:pt x="3023816" y="1634883"/>
                    <a:pt x="3029531" y="1635835"/>
                  </a:cubicBezTo>
                  <a:cubicBezTo>
                    <a:pt x="3033341" y="1636788"/>
                    <a:pt x="3038104" y="1636788"/>
                    <a:pt x="3041914" y="1636788"/>
                  </a:cubicBezTo>
                  <a:cubicBezTo>
                    <a:pt x="3047629" y="1636788"/>
                    <a:pt x="3053344" y="1636788"/>
                    <a:pt x="3058106" y="1636788"/>
                  </a:cubicBezTo>
                  <a:cubicBezTo>
                    <a:pt x="3063821" y="1635835"/>
                    <a:pt x="3069536" y="1634883"/>
                    <a:pt x="3075251" y="1633930"/>
                  </a:cubicBezTo>
                  <a:cubicBezTo>
                    <a:pt x="3075251" y="1633930"/>
                    <a:pt x="3081919" y="1632978"/>
                    <a:pt x="3088586" y="1632025"/>
                  </a:cubicBezTo>
                  <a:cubicBezTo>
                    <a:pt x="3095254" y="1631073"/>
                    <a:pt x="3100969" y="1630120"/>
                    <a:pt x="3100969" y="1630120"/>
                  </a:cubicBezTo>
                  <a:cubicBezTo>
                    <a:pt x="3107636" y="1629168"/>
                    <a:pt x="3108589" y="1627263"/>
                    <a:pt x="3108589" y="1634883"/>
                  </a:cubicBezTo>
                  <a:cubicBezTo>
                    <a:pt x="3108589" y="1634883"/>
                    <a:pt x="3108589" y="1651075"/>
                    <a:pt x="3108589" y="1652980"/>
                  </a:cubicBezTo>
                  <a:cubicBezTo>
                    <a:pt x="3108589" y="1659648"/>
                    <a:pt x="3109541" y="1663458"/>
                    <a:pt x="3119066" y="1661553"/>
                  </a:cubicBezTo>
                  <a:cubicBezTo>
                    <a:pt x="3123829" y="1660600"/>
                    <a:pt x="3132401" y="1659648"/>
                    <a:pt x="3132401" y="1659648"/>
                  </a:cubicBezTo>
                  <a:lnTo>
                    <a:pt x="3137164" y="1659648"/>
                  </a:lnTo>
                  <a:cubicBezTo>
                    <a:pt x="3137164" y="1659648"/>
                    <a:pt x="3143831" y="1659648"/>
                    <a:pt x="3146689" y="1662505"/>
                  </a:cubicBezTo>
                  <a:cubicBezTo>
                    <a:pt x="3155261" y="1672030"/>
                    <a:pt x="3151451" y="1673935"/>
                    <a:pt x="3160976" y="1665363"/>
                  </a:cubicBezTo>
                  <a:lnTo>
                    <a:pt x="3165739" y="1661553"/>
                  </a:lnTo>
                  <a:cubicBezTo>
                    <a:pt x="3165739" y="1661553"/>
                    <a:pt x="3171454" y="1657743"/>
                    <a:pt x="3173359" y="1654885"/>
                  </a:cubicBezTo>
                  <a:cubicBezTo>
                    <a:pt x="3176216" y="1652028"/>
                    <a:pt x="3180026" y="1650123"/>
                    <a:pt x="3184789" y="1648218"/>
                  </a:cubicBezTo>
                  <a:cubicBezTo>
                    <a:pt x="3190504" y="1645360"/>
                    <a:pt x="3195266" y="1642503"/>
                    <a:pt x="3200029" y="1640598"/>
                  </a:cubicBezTo>
                  <a:cubicBezTo>
                    <a:pt x="3203839" y="1638693"/>
                    <a:pt x="3207649" y="1636788"/>
                    <a:pt x="3212411" y="1634883"/>
                  </a:cubicBezTo>
                  <a:cubicBezTo>
                    <a:pt x="3217174" y="1632978"/>
                    <a:pt x="3226699" y="1628215"/>
                    <a:pt x="3226699" y="1628215"/>
                  </a:cubicBezTo>
                  <a:lnTo>
                    <a:pt x="3232414" y="1625358"/>
                  </a:lnTo>
                  <a:cubicBezTo>
                    <a:pt x="3237176" y="1623453"/>
                    <a:pt x="3243844" y="1620595"/>
                    <a:pt x="3246701" y="1619643"/>
                  </a:cubicBezTo>
                  <a:cubicBezTo>
                    <a:pt x="3250511" y="1618690"/>
                    <a:pt x="3262894" y="1612023"/>
                    <a:pt x="3262894" y="1612023"/>
                  </a:cubicBezTo>
                  <a:lnTo>
                    <a:pt x="3269561" y="1609165"/>
                  </a:lnTo>
                  <a:cubicBezTo>
                    <a:pt x="3269561" y="1609165"/>
                    <a:pt x="3281944" y="1605355"/>
                    <a:pt x="3284801" y="1603450"/>
                  </a:cubicBezTo>
                  <a:cubicBezTo>
                    <a:pt x="3287659" y="1601545"/>
                    <a:pt x="3299089" y="1596783"/>
                    <a:pt x="3300041" y="1596783"/>
                  </a:cubicBezTo>
                  <a:lnTo>
                    <a:pt x="3305756" y="1594878"/>
                  </a:lnTo>
                  <a:cubicBezTo>
                    <a:pt x="3305756" y="1594878"/>
                    <a:pt x="3311471" y="1592973"/>
                    <a:pt x="3316234" y="1591068"/>
                  </a:cubicBezTo>
                  <a:cubicBezTo>
                    <a:pt x="3320996" y="1589163"/>
                    <a:pt x="3329569" y="1586305"/>
                    <a:pt x="3331474" y="1586305"/>
                  </a:cubicBezTo>
                  <a:lnTo>
                    <a:pt x="3337189" y="1585353"/>
                  </a:lnTo>
                  <a:cubicBezTo>
                    <a:pt x="3337189" y="1585353"/>
                    <a:pt x="3343856" y="1585353"/>
                    <a:pt x="3347666" y="1584400"/>
                  </a:cubicBezTo>
                  <a:cubicBezTo>
                    <a:pt x="3350524" y="1583448"/>
                    <a:pt x="3356239" y="1580590"/>
                    <a:pt x="3359096" y="1580590"/>
                  </a:cubicBezTo>
                  <a:cubicBezTo>
                    <a:pt x="3362906" y="1580590"/>
                    <a:pt x="3367669" y="1578685"/>
                    <a:pt x="3370526" y="1577733"/>
                  </a:cubicBezTo>
                  <a:cubicBezTo>
                    <a:pt x="3370526" y="1577733"/>
                    <a:pt x="3377194" y="1574875"/>
                    <a:pt x="3380051" y="1572018"/>
                  </a:cubicBezTo>
                  <a:cubicBezTo>
                    <a:pt x="3382909" y="1569160"/>
                    <a:pt x="3384814" y="1567255"/>
                    <a:pt x="3388624" y="1566303"/>
                  </a:cubicBezTo>
                  <a:cubicBezTo>
                    <a:pt x="3393386" y="1565350"/>
                    <a:pt x="3395291" y="1563445"/>
                    <a:pt x="3400054" y="1564398"/>
                  </a:cubicBezTo>
                  <a:cubicBezTo>
                    <a:pt x="3402911" y="1565350"/>
                    <a:pt x="3402911" y="1566303"/>
                    <a:pt x="3407674" y="1568208"/>
                  </a:cubicBezTo>
                  <a:cubicBezTo>
                    <a:pt x="3410531" y="1569160"/>
                    <a:pt x="3413389" y="1571065"/>
                    <a:pt x="3418151" y="1570113"/>
                  </a:cubicBezTo>
                  <a:cubicBezTo>
                    <a:pt x="3425771" y="1569160"/>
                    <a:pt x="3431486" y="1572018"/>
                    <a:pt x="3440059" y="1571065"/>
                  </a:cubicBezTo>
                  <a:cubicBezTo>
                    <a:pt x="3443869" y="1570113"/>
                    <a:pt x="3444821" y="1570113"/>
                    <a:pt x="3448631" y="1569160"/>
                  </a:cubicBezTo>
                  <a:cubicBezTo>
                    <a:pt x="3451489" y="1568208"/>
                    <a:pt x="3455299" y="1568208"/>
                    <a:pt x="3457204" y="1568208"/>
                  </a:cubicBezTo>
                  <a:cubicBezTo>
                    <a:pt x="3464824" y="1568208"/>
                    <a:pt x="3465776" y="1562493"/>
                    <a:pt x="3476254" y="1566303"/>
                  </a:cubicBezTo>
                  <a:cubicBezTo>
                    <a:pt x="3482921" y="1568208"/>
                    <a:pt x="3489589" y="1567255"/>
                    <a:pt x="3496256" y="1569160"/>
                  </a:cubicBezTo>
                  <a:cubicBezTo>
                    <a:pt x="3496256" y="1569160"/>
                    <a:pt x="3499114" y="1569160"/>
                    <a:pt x="3504829" y="1571065"/>
                  </a:cubicBezTo>
                  <a:cubicBezTo>
                    <a:pt x="3510544" y="1572970"/>
                    <a:pt x="3516259" y="1573923"/>
                    <a:pt x="3519116" y="1573923"/>
                  </a:cubicBezTo>
                  <a:cubicBezTo>
                    <a:pt x="3526736" y="1573923"/>
                    <a:pt x="3528641" y="1572970"/>
                    <a:pt x="3535309" y="1570113"/>
                  </a:cubicBezTo>
                  <a:cubicBezTo>
                    <a:pt x="3538166" y="1568208"/>
                    <a:pt x="3541976" y="1566303"/>
                    <a:pt x="3544834" y="1566303"/>
                  </a:cubicBezTo>
                  <a:cubicBezTo>
                    <a:pt x="3548644" y="1566303"/>
                    <a:pt x="3549596" y="1566303"/>
                    <a:pt x="3549596" y="1566303"/>
                  </a:cubicBezTo>
                  <a:lnTo>
                    <a:pt x="3554359" y="1567255"/>
                  </a:lnTo>
                  <a:cubicBezTo>
                    <a:pt x="3554359" y="1567255"/>
                    <a:pt x="3559121" y="1567255"/>
                    <a:pt x="3563884" y="1568208"/>
                  </a:cubicBezTo>
                  <a:cubicBezTo>
                    <a:pt x="3567694" y="1569160"/>
                    <a:pt x="3578171" y="1571065"/>
                    <a:pt x="3580076" y="1570113"/>
                  </a:cubicBezTo>
                  <a:lnTo>
                    <a:pt x="3582934" y="1570113"/>
                  </a:lnTo>
                  <a:cubicBezTo>
                    <a:pt x="3582934" y="1570113"/>
                    <a:pt x="3591506" y="1570113"/>
                    <a:pt x="3593411" y="1567255"/>
                  </a:cubicBezTo>
                  <a:cubicBezTo>
                    <a:pt x="3596269" y="1564398"/>
                    <a:pt x="3601984" y="1558683"/>
                    <a:pt x="3603889" y="1556778"/>
                  </a:cubicBezTo>
                  <a:lnTo>
                    <a:pt x="3607699" y="1553920"/>
                  </a:lnTo>
                  <a:cubicBezTo>
                    <a:pt x="3609604" y="1551063"/>
                    <a:pt x="3613414" y="1547253"/>
                    <a:pt x="3617224" y="1544395"/>
                  </a:cubicBezTo>
                  <a:cubicBezTo>
                    <a:pt x="3621986" y="1540585"/>
                    <a:pt x="3628654" y="1536775"/>
                    <a:pt x="3633416" y="1537728"/>
                  </a:cubicBezTo>
                  <a:cubicBezTo>
                    <a:pt x="3640084" y="1538680"/>
                    <a:pt x="3647704" y="1538680"/>
                    <a:pt x="3654371" y="1533918"/>
                  </a:cubicBezTo>
                  <a:cubicBezTo>
                    <a:pt x="3661039" y="1529155"/>
                    <a:pt x="3670564" y="1523440"/>
                    <a:pt x="3674374" y="1521535"/>
                  </a:cubicBezTo>
                  <a:cubicBezTo>
                    <a:pt x="3679136" y="1519630"/>
                    <a:pt x="3683899" y="1517725"/>
                    <a:pt x="3685804" y="1512010"/>
                  </a:cubicBezTo>
                  <a:cubicBezTo>
                    <a:pt x="3687709" y="1506295"/>
                    <a:pt x="3700091" y="1498675"/>
                    <a:pt x="3701996" y="1492960"/>
                  </a:cubicBezTo>
                  <a:cubicBezTo>
                    <a:pt x="3703901" y="1487245"/>
                    <a:pt x="3710569" y="1478673"/>
                    <a:pt x="3713426" y="1475815"/>
                  </a:cubicBezTo>
                  <a:cubicBezTo>
                    <a:pt x="3716284" y="1472005"/>
                    <a:pt x="3725809" y="1458670"/>
                    <a:pt x="3727714" y="1455813"/>
                  </a:cubicBezTo>
                  <a:cubicBezTo>
                    <a:pt x="3728666" y="1452955"/>
                    <a:pt x="3734381" y="1445335"/>
                    <a:pt x="3742954" y="1441525"/>
                  </a:cubicBezTo>
                  <a:cubicBezTo>
                    <a:pt x="3752479" y="1437715"/>
                    <a:pt x="3755336" y="1436763"/>
                    <a:pt x="3761051" y="1432953"/>
                  </a:cubicBezTo>
                  <a:cubicBezTo>
                    <a:pt x="3766766" y="1429143"/>
                    <a:pt x="3774386" y="1422475"/>
                    <a:pt x="3780101" y="1421523"/>
                  </a:cubicBezTo>
                  <a:cubicBezTo>
                    <a:pt x="3784864" y="1420570"/>
                    <a:pt x="3787721" y="1424380"/>
                    <a:pt x="3792484" y="1418665"/>
                  </a:cubicBezTo>
                  <a:cubicBezTo>
                    <a:pt x="3797246" y="1412950"/>
                    <a:pt x="3804866" y="1405330"/>
                    <a:pt x="3806771" y="1403425"/>
                  </a:cubicBezTo>
                  <a:cubicBezTo>
                    <a:pt x="3808676" y="1401520"/>
                    <a:pt x="3814391" y="1395805"/>
                    <a:pt x="3819154" y="1393900"/>
                  </a:cubicBezTo>
                  <a:cubicBezTo>
                    <a:pt x="3823916" y="1391995"/>
                    <a:pt x="3829631" y="1390090"/>
                    <a:pt x="3830584" y="1382470"/>
                  </a:cubicBezTo>
                  <a:cubicBezTo>
                    <a:pt x="3831536" y="1374850"/>
                    <a:pt x="3823916" y="1366278"/>
                    <a:pt x="3822964" y="1363420"/>
                  </a:cubicBezTo>
                  <a:cubicBezTo>
                    <a:pt x="3822011" y="1360563"/>
                    <a:pt x="3814391" y="1351038"/>
                    <a:pt x="3806771" y="1348180"/>
                  </a:cubicBezTo>
                  <a:cubicBezTo>
                    <a:pt x="3800104" y="1346275"/>
                    <a:pt x="3788674" y="1331035"/>
                    <a:pt x="3788674" y="1329130"/>
                  </a:cubicBezTo>
                  <a:cubicBezTo>
                    <a:pt x="3788674" y="1326273"/>
                    <a:pt x="3788674" y="1317700"/>
                    <a:pt x="3785816" y="1313890"/>
                  </a:cubicBezTo>
                  <a:cubicBezTo>
                    <a:pt x="3782959" y="1310080"/>
                    <a:pt x="3776291" y="1308175"/>
                    <a:pt x="3777244" y="1299603"/>
                  </a:cubicBezTo>
                  <a:cubicBezTo>
                    <a:pt x="3777244" y="1291983"/>
                    <a:pt x="3782006" y="1279600"/>
                    <a:pt x="3785816" y="1275790"/>
                  </a:cubicBezTo>
                  <a:cubicBezTo>
                    <a:pt x="3788674" y="1271980"/>
                    <a:pt x="3790579" y="1263408"/>
                    <a:pt x="3790579" y="1258645"/>
                  </a:cubicBezTo>
                  <a:cubicBezTo>
                    <a:pt x="3790579" y="1254835"/>
                    <a:pt x="3797246" y="1230070"/>
                    <a:pt x="3804866" y="1219593"/>
                  </a:cubicBezTo>
                  <a:cubicBezTo>
                    <a:pt x="3812486" y="1210068"/>
                    <a:pt x="3814391" y="1206258"/>
                    <a:pt x="3823916" y="1201495"/>
                  </a:cubicBezTo>
                  <a:cubicBezTo>
                    <a:pt x="3833441" y="1196733"/>
                    <a:pt x="3833441" y="1199590"/>
                    <a:pt x="3840109" y="1200543"/>
                  </a:cubicBezTo>
                  <a:cubicBezTo>
                    <a:pt x="3845824" y="1200543"/>
                    <a:pt x="3859159" y="1202448"/>
                    <a:pt x="3865826" y="1201495"/>
                  </a:cubicBezTo>
                  <a:cubicBezTo>
                    <a:pt x="3871541" y="1200543"/>
                    <a:pt x="3877256" y="1203400"/>
                    <a:pt x="3881066" y="1210068"/>
                  </a:cubicBezTo>
                  <a:cubicBezTo>
                    <a:pt x="3884876" y="1216735"/>
                    <a:pt x="3886781" y="1221498"/>
                    <a:pt x="3900116" y="1226260"/>
                  </a:cubicBezTo>
                  <a:cubicBezTo>
                    <a:pt x="3913451" y="1231023"/>
                    <a:pt x="3923929" y="1232928"/>
                    <a:pt x="3926786" y="1232928"/>
                  </a:cubicBezTo>
                  <a:cubicBezTo>
                    <a:pt x="3929644" y="1233880"/>
                    <a:pt x="3940121" y="1234833"/>
                    <a:pt x="3944884" y="1235785"/>
                  </a:cubicBezTo>
                  <a:cubicBezTo>
                    <a:pt x="3949646" y="1236738"/>
                    <a:pt x="3966791" y="1236738"/>
                    <a:pt x="3968696" y="1238643"/>
                  </a:cubicBezTo>
                  <a:cubicBezTo>
                    <a:pt x="3970601" y="1240548"/>
                    <a:pt x="3987746" y="1240548"/>
                    <a:pt x="3990604" y="1238643"/>
                  </a:cubicBezTo>
                  <a:cubicBezTo>
                    <a:pt x="3994414" y="1235785"/>
                    <a:pt x="4003939" y="1220545"/>
                    <a:pt x="4013464" y="1217688"/>
                  </a:cubicBezTo>
                  <a:cubicBezTo>
                    <a:pt x="4023941" y="1213878"/>
                    <a:pt x="4026799" y="1211020"/>
                    <a:pt x="4030609" y="1206258"/>
                  </a:cubicBezTo>
                  <a:cubicBezTo>
                    <a:pt x="4034419" y="1201495"/>
                    <a:pt x="4042039" y="1192923"/>
                    <a:pt x="4045849" y="1190065"/>
                  </a:cubicBezTo>
                  <a:cubicBezTo>
                    <a:pt x="4048706" y="1187208"/>
                    <a:pt x="4062041" y="1171015"/>
                    <a:pt x="4062994" y="1166253"/>
                  </a:cubicBezTo>
                  <a:cubicBezTo>
                    <a:pt x="4063946" y="1161490"/>
                    <a:pt x="4063946" y="1153870"/>
                    <a:pt x="4065851" y="1151965"/>
                  </a:cubicBezTo>
                  <a:cubicBezTo>
                    <a:pt x="4067756" y="1150060"/>
                    <a:pt x="4077281" y="1144345"/>
                    <a:pt x="4082044" y="1143393"/>
                  </a:cubicBezTo>
                  <a:cubicBezTo>
                    <a:pt x="4086806" y="1143393"/>
                    <a:pt x="4090616" y="1143393"/>
                    <a:pt x="4092521" y="1145298"/>
                  </a:cubicBezTo>
                  <a:cubicBezTo>
                    <a:pt x="4094426" y="1147203"/>
                    <a:pt x="4102046" y="1145298"/>
                    <a:pt x="4105856" y="1148155"/>
                  </a:cubicBezTo>
                  <a:cubicBezTo>
                    <a:pt x="4108714" y="1151013"/>
                    <a:pt x="4122049" y="1147203"/>
                    <a:pt x="4125859" y="1146250"/>
                  </a:cubicBezTo>
                  <a:cubicBezTo>
                    <a:pt x="4129669" y="1144345"/>
                    <a:pt x="4147766" y="1144345"/>
                    <a:pt x="4155386" y="1141488"/>
                  </a:cubicBezTo>
                  <a:cubicBezTo>
                    <a:pt x="4162054" y="1138630"/>
                    <a:pt x="4174436" y="1133868"/>
                    <a:pt x="4175389" y="1129108"/>
                  </a:cubicBezTo>
                  <a:cubicBezTo>
                    <a:pt x="4176341" y="1124346"/>
                    <a:pt x="4198249" y="1108153"/>
                    <a:pt x="4200154" y="1105296"/>
                  </a:cubicBezTo>
                  <a:cubicBezTo>
                    <a:pt x="4203012" y="1100533"/>
                    <a:pt x="4210631" y="1104343"/>
                    <a:pt x="4215394" y="1099581"/>
                  </a:cubicBezTo>
                  <a:cubicBezTo>
                    <a:pt x="4220156" y="1094818"/>
                    <a:pt x="4225872" y="1089103"/>
                    <a:pt x="4223014" y="1082436"/>
                  </a:cubicBezTo>
                  <a:cubicBezTo>
                    <a:pt x="4220156" y="1075768"/>
                    <a:pt x="4219204" y="1069101"/>
                    <a:pt x="4222062" y="1063386"/>
                  </a:cubicBezTo>
                  <a:cubicBezTo>
                    <a:pt x="4224919" y="1056718"/>
                    <a:pt x="4230634" y="1047193"/>
                    <a:pt x="4234444" y="1042431"/>
                  </a:cubicBezTo>
                  <a:cubicBezTo>
                    <a:pt x="4238254" y="1037668"/>
                    <a:pt x="4245874" y="1020523"/>
                    <a:pt x="4253494" y="1016713"/>
                  </a:cubicBezTo>
                  <a:cubicBezTo>
                    <a:pt x="4261114" y="1012903"/>
                    <a:pt x="4270639" y="1005283"/>
                    <a:pt x="4278259" y="1006236"/>
                  </a:cubicBezTo>
                  <a:cubicBezTo>
                    <a:pt x="4285879" y="1007188"/>
                    <a:pt x="4310644" y="1007188"/>
                    <a:pt x="4317312" y="1004331"/>
                  </a:cubicBezTo>
                  <a:cubicBezTo>
                    <a:pt x="4323979" y="1001473"/>
                    <a:pt x="4323027" y="990043"/>
                    <a:pt x="4324931" y="983376"/>
                  </a:cubicBezTo>
                  <a:cubicBezTo>
                    <a:pt x="4326837" y="976708"/>
                    <a:pt x="4326837" y="972898"/>
                    <a:pt x="4332552" y="973851"/>
                  </a:cubicBezTo>
                  <a:cubicBezTo>
                    <a:pt x="4338266" y="974803"/>
                    <a:pt x="4337314" y="966231"/>
                    <a:pt x="4343981" y="974803"/>
                  </a:cubicBezTo>
                  <a:cubicBezTo>
                    <a:pt x="4349697" y="983376"/>
                    <a:pt x="4355412" y="982423"/>
                    <a:pt x="4358269" y="981471"/>
                  </a:cubicBezTo>
                  <a:cubicBezTo>
                    <a:pt x="4361127" y="980518"/>
                    <a:pt x="4364937" y="980518"/>
                    <a:pt x="4364937" y="975756"/>
                  </a:cubicBezTo>
                  <a:cubicBezTo>
                    <a:pt x="4365889" y="970993"/>
                    <a:pt x="4383034" y="960516"/>
                    <a:pt x="4385891" y="958611"/>
                  </a:cubicBezTo>
                  <a:cubicBezTo>
                    <a:pt x="4388749" y="956706"/>
                    <a:pt x="4401131" y="951943"/>
                    <a:pt x="4403037" y="950038"/>
                  </a:cubicBezTo>
                  <a:cubicBezTo>
                    <a:pt x="4404941" y="948133"/>
                    <a:pt x="4413514" y="946228"/>
                    <a:pt x="4417324" y="949086"/>
                  </a:cubicBezTo>
                  <a:cubicBezTo>
                    <a:pt x="4421134" y="951943"/>
                    <a:pt x="4431612" y="948133"/>
                    <a:pt x="4434469" y="948133"/>
                  </a:cubicBezTo>
                  <a:cubicBezTo>
                    <a:pt x="4436374" y="949086"/>
                    <a:pt x="4448756" y="951943"/>
                    <a:pt x="4447804" y="947181"/>
                  </a:cubicBezTo>
                  <a:cubicBezTo>
                    <a:pt x="4446852" y="942418"/>
                    <a:pt x="4453519" y="938608"/>
                    <a:pt x="4457329" y="938608"/>
                  </a:cubicBezTo>
                  <a:cubicBezTo>
                    <a:pt x="4463997" y="937656"/>
                    <a:pt x="4463044" y="946228"/>
                    <a:pt x="4466854" y="943371"/>
                  </a:cubicBezTo>
                  <a:cubicBezTo>
                    <a:pt x="4472569" y="939561"/>
                    <a:pt x="4479237" y="952896"/>
                    <a:pt x="4483047" y="952896"/>
                  </a:cubicBezTo>
                  <a:cubicBezTo>
                    <a:pt x="4485904" y="952896"/>
                    <a:pt x="4491619" y="951943"/>
                    <a:pt x="4495429" y="953848"/>
                  </a:cubicBezTo>
                  <a:cubicBezTo>
                    <a:pt x="4499239" y="955753"/>
                    <a:pt x="4504954" y="954801"/>
                    <a:pt x="4509716" y="951943"/>
                  </a:cubicBezTo>
                  <a:cubicBezTo>
                    <a:pt x="4514479" y="949086"/>
                    <a:pt x="4524956" y="951943"/>
                    <a:pt x="4529719" y="952896"/>
                  </a:cubicBezTo>
                  <a:cubicBezTo>
                    <a:pt x="4535434" y="953848"/>
                    <a:pt x="4534481" y="956706"/>
                    <a:pt x="4537339" y="950991"/>
                  </a:cubicBezTo>
                  <a:cubicBezTo>
                    <a:pt x="4540197" y="945276"/>
                    <a:pt x="4540197" y="942418"/>
                    <a:pt x="4542102" y="942418"/>
                  </a:cubicBezTo>
                  <a:cubicBezTo>
                    <a:pt x="4544959" y="942418"/>
                    <a:pt x="4548769" y="939561"/>
                    <a:pt x="4548769" y="935751"/>
                  </a:cubicBezTo>
                  <a:cubicBezTo>
                    <a:pt x="4548769" y="931941"/>
                    <a:pt x="4548769" y="918606"/>
                    <a:pt x="4547816" y="916701"/>
                  </a:cubicBezTo>
                  <a:cubicBezTo>
                    <a:pt x="4546864" y="914796"/>
                    <a:pt x="4545912" y="912891"/>
                    <a:pt x="4543054" y="909081"/>
                  </a:cubicBezTo>
                  <a:cubicBezTo>
                    <a:pt x="4540197" y="906223"/>
                    <a:pt x="4538291" y="898603"/>
                    <a:pt x="4537339" y="892888"/>
                  </a:cubicBezTo>
                  <a:cubicBezTo>
                    <a:pt x="4536387" y="887173"/>
                    <a:pt x="4535434" y="882411"/>
                    <a:pt x="4531624" y="878601"/>
                  </a:cubicBezTo>
                  <a:lnTo>
                    <a:pt x="4529719" y="876696"/>
                  </a:lnTo>
                  <a:cubicBezTo>
                    <a:pt x="4527814" y="875743"/>
                    <a:pt x="4525909" y="874791"/>
                    <a:pt x="4524004" y="873838"/>
                  </a:cubicBezTo>
                  <a:cubicBezTo>
                    <a:pt x="4519241" y="870981"/>
                    <a:pt x="4513527" y="868123"/>
                    <a:pt x="4512574" y="865266"/>
                  </a:cubicBezTo>
                  <a:lnTo>
                    <a:pt x="4511622" y="863361"/>
                  </a:lnTo>
                  <a:cubicBezTo>
                    <a:pt x="4509716" y="860503"/>
                    <a:pt x="4506859" y="857646"/>
                    <a:pt x="4504954" y="855741"/>
                  </a:cubicBezTo>
                  <a:cubicBezTo>
                    <a:pt x="4501144" y="850978"/>
                    <a:pt x="4488762" y="850026"/>
                    <a:pt x="4489714" y="845263"/>
                  </a:cubicBezTo>
                  <a:cubicBezTo>
                    <a:pt x="4490666" y="842406"/>
                    <a:pt x="4490666" y="839548"/>
                    <a:pt x="4486856" y="839548"/>
                  </a:cubicBezTo>
                  <a:cubicBezTo>
                    <a:pt x="4482094" y="838596"/>
                    <a:pt x="4470664" y="834786"/>
                    <a:pt x="4470664" y="828118"/>
                  </a:cubicBezTo>
                  <a:cubicBezTo>
                    <a:pt x="4470664" y="822403"/>
                    <a:pt x="4467806" y="816688"/>
                    <a:pt x="4463044" y="816688"/>
                  </a:cubicBezTo>
                  <a:cubicBezTo>
                    <a:pt x="4458281" y="816688"/>
                    <a:pt x="4449709" y="810973"/>
                    <a:pt x="4447804" y="810021"/>
                  </a:cubicBezTo>
                  <a:cubicBezTo>
                    <a:pt x="4444947" y="809068"/>
                    <a:pt x="4440184" y="808116"/>
                    <a:pt x="4436374" y="808116"/>
                  </a:cubicBezTo>
                  <a:cubicBezTo>
                    <a:pt x="4432564" y="808116"/>
                    <a:pt x="4430659" y="804306"/>
                    <a:pt x="4427802" y="801448"/>
                  </a:cubicBezTo>
                  <a:cubicBezTo>
                    <a:pt x="4426849" y="799543"/>
                    <a:pt x="4422087" y="791923"/>
                    <a:pt x="4417324" y="786208"/>
                  </a:cubicBezTo>
                  <a:cubicBezTo>
                    <a:pt x="4412562" y="779541"/>
                    <a:pt x="4408752" y="778588"/>
                    <a:pt x="4408752" y="778588"/>
                  </a:cubicBezTo>
                  <a:cubicBezTo>
                    <a:pt x="4403989" y="779541"/>
                    <a:pt x="4403037" y="781446"/>
                    <a:pt x="4399227" y="778588"/>
                  </a:cubicBezTo>
                  <a:cubicBezTo>
                    <a:pt x="4397322" y="777636"/>
                    <a:pt x="4395416" y="776683"/>
                    <a:pt x="4393512" y="776683"/>
                  </a:cubicBezTo>
                  <a:cubicBezTo>
                    <a:pt x="4389702" y="777636"/>
                    <a:pt x="4388749" y="779541"/>
                    <a:pt x="4383987" y="776683"/>
                  </a:cubicBezTo>
                  <a:cubicBezTo>
                    <a:pt x="4381129" y="774778"/>
                    <a:pt x="4378272" y="775731"/>
                    <a:pt x="4376366" y="776683"/>
                  </a:cubicBezTo>
                  <a:cubicBezTo>
                    <a:pt x="4375414" y="776683"/>
                    <a:pt x="4374462" y="777636"/>
                    <a:pt x="4372556" y="776683"/>
                  </a:cubicBezTo>
                  <a:cubicBezTo>
                    <a:pt x="4368747" y="775731"/>
                    <a:pt x="4360174" y="777636"/>
                    <a:pt x="4355412" y="778588"/>
                  </a:cubicBezTo>
                  <a:cubicBezTo>
                    <a:pt x="4350649" y="779541"/>
                    <a:pt x="4350649" y="779541"/>
                    <a:pt x="4346839" y="782398"/>
                  </a:cubicBezTo>
                  <a:cubicBezTo>
                    <a:pt x="4344934" y="783351"/>
                    <a:pt x="4341124" y="784303"/>
                    <a:pt x="4339219" y="787161"/>
                  </a:cubicBezTo>
                  <a:cubicBezTo>
                    <a:pt x="4337314" y="791923"/>
                    <a:pt x="4327789" y="804306"/>
                    <a:pt x="4326837" y="807163"/>
                  </a:cubicBezTo>
                  <a:cubicBezTo>
                    <a:pt x="4325884" y="810021"/>
                    <a:pt x="4324931" y="814783"/>
                    <a:pt x="4321122" y="816688"/>
                  </a:cubicBezTo>
                  <a:cubicBezTo>
                    <a:pt x="4317312" y="818593"/>
                    <a:pt x="4313502" y="826213"/>
                    <a:pt x="4313502" y="827166"/>
                  </a:cubicBezTo>
                  <a:cubicBezTo>
                    <a:pt x="4313502" y="828118"/>
                    <a:pt x="4311597" y="835738"/>
                    <a:pt x="4304929" y="829071"/>
                  </a:cubicBezTo>
                  <a:cubicBezTo>
                    <a:pt x="4298262" y="822403"/>
                    <a:pt x="4276354" y="806211"/>
                    <a:pt x="4266829" y="803353"/>
                  </a:cubicBezTo>
                  <a:cubicBezTo>
                    <a:pt x="4258256" y="800496"/>
                    <a:pt x="4246827" y="801448"/>
                    <a:pt x="4240159" y="804306"/>
                  </a:cubicBezTo>
                  <a:cubicBezTo>
                    <a:pt x="4234444" y="807163"/>
                    <a:pt x="4228729" y="810973"/>
                    <a:pt x="4225872" y="810973"/>
                  </a:cubicBezTo>
                  <a:cubicBezTo>
                    <a:pt x="4223014" y="810973"/>
                    <a:pt x="4215394" y="810021"/>
                    <a:pt x="4212537" y="809068"/>
                  </a:cubicBezTo>
                  <a:cubicBezTo>
                    <a:pt x="4209679" y="808116"/>
                    <a:pt x="4203964" y="808116"/>
                    <a:pt x="4199202" y="813831"/>
                  </a:cubicBezTo>
                  <a:cubicBezTo>
                    <a:pt x="4194439" y="819546"/>
                    <a:pt x="4189676" y="825261"/>
                    <a:pt x="4187771" y="828118"/>
                  </a:cubicBezTo>
                  <a:cubicBezTo>
                    <a:pt x="4185866" y="830976"/>
                    <a:pt x="4184914" y="836691"/>
                    <a:pt x="4179199" y="832881"/>
                  </a:cubicBezTo>
                  <a:cubicBezTo>
                    <a:pt x="4172531" y="829071"/>
                    <a:pt x="4160149" y="821451"/>
                    <a:pt x="4153481" y="813831"/>
                  </a:cubicBezTo>
                  <a:cubicBezTo>
                    <a:pt x="4149671" y="809068"/>
                    <a:pt x="4144909" y="809068"/>
                    <a:pt x="4143004" y="797638"/>
                  </a:cubicBezTo>
                  <a:cubicBezTo>
                    <a:pt x="4143004" y="795733"/>
                    <a:pt x="4142051" y="793828"/>
                    <a:pt x="4142051" y="791923"/>
                  </a:cubicBezTo>
                  <a:cubicBezTo>
                    <a:pt x="4142051" y="790018"/>
                    <a:pt x="4143004" y="785256"/>
                    <a:pt x="4140146" y="782398"/>
                  </a:cubicBezTo>
                  <a:cubicBezTo>
                    <a:pt x="4137289" y="779541"/>
                    <a:pt x="4137289" y="777636"/>
                    <a:pt x="4144909" y="772873"/>
                  </a:cubicBezTo>
                  <a:cubicBezTo>
                    <a:pt x="4145861" y="771921"/>
                    <a:pt x="4147766" y="770968"/>
                    <a:pt x="4148719" y="770016"/>
                  </a:cubicBezTo>
                  <a:cubicBezTo>
                    <a:pt x="4155386" y="766206"/>
                    <a:pt x="4161101" y="762396"/>
                    <a:pt x="4161101" y="762396"/>
                  </a:cubicBezTo>
                  <a:cubicBezTo>
                    <a:pt x="4161101" y="762396"/>
                    <a:pt x="4163959" y="761443"/>
                    <a:pt x="4163006" y="756681"/>
                  </a:cubicBezTo>
                  <a:cubicBezTo>
                    <a:pt x="4161101" y="746203"/>
                    <a:pt x="4157291" y="729058"/>
                    <a:pt x="4163006" y="718581"/>
                  </a:cubicBezTo>
                  <a:lnTo>
                    <a:pt x="4182056" y="687148"/>
                  </a:lnTo>
                  <a:cubicBezTo>
                    <a:pt x="4182056" y="687148"/>
                    <a:pt x="4182056" y="685243"/>
                    <a:pt x="4180151" y="680481"/>
                  </a:cubicBezTo>
                  <a:cubicBezTo>
                    <a:pt x="4177294" y="676671"/>
                    <a:pt x="4179199" y="670956"/>
                    <a:pt x="4180151" y="669051"/>
                  </a:cubicBezTo>
                  <a:cubicBezTo>
                    <a:pt x="4181104" y="667146"/>
                    <a:pt x="4221109" y="567133"/>
                    <a:pt x="4229681" y="545226"/>
                  </a:cubicBezTo>
                  <a:cubicBezTo>
                    <a:pt x="4233491" y="536653"/>
                    <a:pt x="4240159" y="546178"/>
                    <a:pt x="4246827" y="549988"/>
                  </a:cubicBezTo>
                  <a:cubicBezTo>
                    <a:pt x="4246827" y="549988"/>
                    <a:pt x="4266829" y="562371"/>
                    <a:pt x="4272544" y="564276"/>
                  </a:cubicBezTo>
                  <a:cubicBezTo>
                    <a:pt x="4277306" y="565229"/>
                    <a:pt x="4280164" y="567133"/>
                    <a:pt x="4290641" y="566181"/>
                  </a:cubicBezTo>
                  <a:cubicBezTo>
                    <a:pt x="4301119" y="565229"/>
                    <a:pt x="4309691" y="569038"/>
                    <a:pt x="4313502" y="571896"/>
                  </a:cubicBezTo>
                  <a:cubicBezTo>
                    <a:pt x="4319216" y="576658"/>
                    <a:pt x="4323027" y="575707"/>
                    <a:pt x="4325884" y="573801"/>
                  </a:cubicBezTo>
                  <a:cubicBezTo>
                    <a:pt x="4329694" y="571896"/>
                    <a:pt x="4332552" y="566181"/>
                    <a:pt x="4339219" y="565229"/>
                  </a:cubicBezTo>
                  <a:cubicBezTo>
                    <a:pt x="4346839" y="563324"/>
                    <a:pt x="4351602" y="565229"/>
                    <a:pt x="4358269" y="556657"/>
                  </a:cubicBezTo>
                  <a:cubicBezTo>
                    <a:pt x="4362079" y="551893"/>
                    <a:pt x="4371604" y="544273"/>
                    <a:pt x="4373509" y="540464"/>
                  </a:cubicBezTo>
                  <a:cubicBezTo>
                    <a:pt x="4375414" y="536653"/>
                    <a:pt x="4378272" y="534748"/>
                    <a:pt x="4381129" y="532844"/>
                  </a:cubicBezTo>
                  <a:cubicBezTo>
                    <a:pt x="4383987" y="530938"/>
                    <a:pt x="4386844" y="525223"/>
                    <a:pt x="4391606" y="520461"/>
                  </a:cubicBezTo>
                  <a:cubicBezTo>
                    <a:pt x="4396369" y="515698"/>
                    <a:pt x="4404941" y="516652"/>
                    <a:pt x="4411609" y="515698"/>
                  </a:cubicBezTo>
                  <a:cubicBezTo>
                    <a:pt x="4423991" y="512841"/>
                    <a:pt x="4425897" y="511888"/>
                    <a:pt x="4433516" y="506173"/>
                  </a:cubicBezTo>
                  <a:cubicBezTo>
                    <a:pt x="4436374" y="504268"/>
                    <a:pt x="4443041" y="499506"/>
                    <a:pt x="4445899" y="496649"/>
                  </a:cubicBezTo>
                  <a:cubicBezTo>
                    <a:pt x="4449709" y="492838"/>
                    <a:pt x="4449709" y="490933"/>
                    <a:pt x="4452566" y="488076"/>
                  </a:cubicBezTo>
                  <a:cubicBezTo>
                    <a:pt x="4457329" y="483313"/>
                    <a:pt x="4458281" y="478551"/>
                    <a:pt x="4457329" y="476647"/>
                  </a:cubicBezTo>
                  <a:cubicBezTo>
                    <a:pt x="4456377" y="474742"/>
                    <a:pt x="4454472" y="470931"/>
                    <a:pt x="4456377" y="467122"/>
                  </a:cubicBezTo>
                  <a:cubicBezTo>
                    <a:pt x="4458281" y="464264"/>
                    <a:pt x="4456377" y="458548"/>
                    <a:pt x="4452566" y="458548"/>
                  </a:cubicBezTo>
                  <a:cubicBezTo>
                    <a:pt x="4448756" y="458548"/>
                    <a:pt x="4442089" y="459502"/>
                    <a:pt x="4438279" y="457597"/>
                  </a:cubicBezTo>
                  <a:cubicBezTo>
                    <a:pt x="4434469" y="455691"/>
                    <a:pt x="4435422" y="451882"/>
                    <a:pt x="4440184" y="449024"/>
                  </a:cubicBezTo>
                  <a:cubicBezTo>
                    <a:pt x="4444947" y="445213"/>
                    <a:pt x="4446852" y="438546"/>
                    <a:pt x="4445899" y="432831"/>
                  </a:cubicBezTo>
                  <a:cubicBezTo>
                    <a:pt x="4444947" y="427117"/>
                    <a:pt x="4448756" y="419497"/>
                    <a:pt x="4456377" y="414734"/>
                  </a:cubicBezTo>
                  <a:cubicBezTo>
                    <a:pt x="4463997" y="409018"/>
                    <a:pt x="4463044" y="390921"/>
                    <a:pt x="4463044" y="385207"/>
                  </a:cubicBezTo>
                  <a:cubicBezTo>
                    <a:pt x="4463044" y="379491"/>
                    <a:pt x="4473522" y="369013"/>
                    <a:pt x="4476379" y="366156"/>
                  </a:cubicBezTo>
                  <a:cubicBezTo>
                    <a:pt x="4479237" y="363298"/>
                    <a:pt x="4483999" y="355678"/>
                    <a:pt x="4482094" y="346153"/>
                  </a:cubicBezTo>
                  <a:cubicBezTo>
                    <a:pt x="4480189" y="336628"/>
                    <a:pt x="4483047" y="334723"/>
                    <a:pt x="4485904" y="331866"/>
                  </a:cubicBezTo>
                  <a:cubicBezTo>
                    <a:pt x="4489714" y="329008"/>
                    <a:pt x="4492572" y="323293"/>
                    <a:pt x="4492572" y="320436"/>
                  </a:cubicBezTo>
                  <a:cubicBezTo>
                    <a:pt x="4492572" y="317578"/>
                    <a:pt x="4490666" y="315673"/>
                    <a:pt x="4493524" y="313768"/>
                  </a:cubicBezTo>
                  <a:cubicBezTo>
                    <a:pt x="4496381" y="311863"/>
                    <a:pt x="4495429" y="310911"/>
                    <a:pt x="4496381" y="306148"/>
                  </a:cubicBezTo>
                  <a:cubicBezTo>
                    <a:pt x="4497334" y="302338"/>
                    <a:pt x="4500191" y="291861"/>
                    <a:pt x="4501144" y="285193"/>
                  </a:cubicBezTo>
                  <a:cubicBezTo>
                    <a:pt x="4502097" y="279478"/>
                    <a:pt x="4502097" y="273763"/>
                    <a:pt x="4504954" y="272811"/>
                  </a:cubicBezTo>
                  <a:cubicBezTo>
                    <a:pt x="4507812" y="271858"/>
                    <a:pt x="4510669" y="269953"/>
                    <a:pt x="4512574" y="266143"/>
                  </a:cubicBezTo>
                  <a:cubicBezTo>
                    <a:pt x="4514479" y="262333"/>
                    <a:pt x="4519241" y="255666"/>
                    <a:pt x="4523052" y="253761"/>
                  </a:cubicBezTo>
                  <a:cubicBezTo>
                    <a:pt x="4526862" y="251856"/>
                    <a:pt x="4530672" y="247093"/>
                    <a:pt x="4532577" y="244236"/>
                  </a:cubicBezTo>
                  <a:cubicBezTo>
                    <a:pt x="4534481" y="241379"/>
                    <a:pt x="4540197" y="239473"/>
                    <a:pt x="4544006" y="237568"/>
                  </a:cubicBezTo>
                  <a:cubicBezTo>
                    <a:pt x="4547816" y="235663"/>
                    <a:pt x="4552579" y="228996"/>
                    <a:pt x="4548769" y="226138"/>
                  </a:cubicBezTo>
                  <a:cubicBezTo>
                    <a:pt x="4544959" y="223281"/>
                    <a:pt x="4544959" y="220423"/>
                    <a:pt x="4547816" y="218518"/>
                  </a:cubicBezTo>
                  <a:cubicBezTo>
                    <a:pt x="4550674" y="216613"/>
                    <a:pt x="4551627" y="214708"/>
                    <a:pt x="4552579" y="208993"/>
                  </a:cubicBezTo>
                  <a:cubicBezTo>
                    <a:pt x="4553531" y="203278"/>
                    <a:pt x="4552579" y="196611"/>
                    <a:pt x="4544006" y="192801"/>
                  </a:cubicBezTo>
                  <a:cubicBezTo>
                    <a:pt x="4535434" y="188991"/>
                    <a:pt x="4538291" y="179466"/>
                    <a:pt x="4540197" y="176608"/>
                  </a:cubicBezTo>
                  <a:cubicBezTo>
                    <a:pt x="4542102" y="173751"/>
                    <a:pt x="4540197" y="168036"/>
                    <a:pt x="4541149" y="164226"/>
                  </a:cubicBezTo>
                  <a:cubicBezTo>
                    <a:pt x="4542102" y="160416"/>
                    <a:pt x="4539244" y="157558"/>
                    <a:pt x="4524956" y="151843"/>
                  </a:cubicBezTo>
                  <a:cubicBezTo>
                    <a:pt x="4510669" y="146128"/>
                    <a:pt x="4518289" y="153748"/>
                    <a:pt x="4502097" y="160416"/>
                  </a:cubicBezTo>
                  <a:cubicBezTo>
                    <a:pt x="4485904" y="167083"/>
                    <a:pt x="4485904" y="155653"/>
                    <a:pt x="4487809" y="151843"/>
                  </a:cubicBezTo>
                  <a:cubicBezTo>
                    <a:pt x="4488762" y="148033"/>
                    <a:pt x="4491619" y="148033"/>
                    <a:pt x="4488762" y="146128"/>
                  </a:cubicBezTo>
                  <a:cubicBezTo>
                    <a:pt x="4486856" y="144223"/>
                    <a:pt x="4485904" y="143271"/>
                    <a:pt x="4484952" y="139461"/>
                  </a:cubicBezTo>
                  <a:cubicBezTo>
                    <a:pt x="4483999" y="136603"/>
                    <a:pt x="4483999" y="133746"/>
                    <a:pt x="4493524" y="130888"/>
                  </a:cubicBezTo>
                  <a:cubicBezTo>
                    <a:pt x="4503049" y="128031"/>
                    <a:pt x="4506859" y="117553"/>
                    <a:pt x="4509716" y="109933"/>
                  </a:cubicBezTo>
                  <a:cubicBezTo>
                    <a:pt x="4512574" y="102313"/>
                    <a:pt x="4514479" y="99456"/>
                    <a:pt x="4519241" y="96598"/>
                  </a:cubicBezTo>
                  <a:cubicBezTo>
                    <a:pt x="4523052" y="93741"/>
                    <a:pt x="4527814" y="87073"/>
                    <a:pt x="4527814" y="85168"/>
                  </a:cubicBezTo>
                  <a:cubicBezTo>
                    <a:pt x="4527814" y="83263"/>
                    <a:pt x="4528766" y="80405"/>
                    <a:pt x="4531624" y="77547"/>
                  </a:cubicBezTo>
                  <a:cubicBezTo>
                    <a:pt x="4535434" y="74690"/>
                    <a:pt x="4536387" y="68975"/>
                    <a:pt x="4539244" y="65165"/>
                  </a:cubicBezTo>
                  <a:cubicBezTo>
                    <a:pt x="4541149" y="63261"/>
                    <a:pt x="4546864" y="64212"/>
                    <a:pt x="4553531" y="62307"/>
                  </a:cubicBezTo>
                  <a:cubicBezTo>
                    <a:pt x="4556389" y="62307"/>
                    <a:pt x="4559247" y="61355"/>
                    <a:pt x="4562104" y="61355"/>
                  </a:cubicBezTo>
                  <a:cubicBezTo>
                    <a:pt x="4572581" y="62307"/>
                    <a:pt x="4582106" y="58498"/>
                    <a:pt x="4585916" y="54687"/>
                  </a:cubicBezTo>
                  <a:cubicBezTo>
                    <a:pt x="4589727" y="50878"/>
                    <a:pt x="4590679" y="49925"/>
                    <a:pt x="4598299" y="48972"/>
                  </a:cubicBezTo>
                  <a:cubicBezTo>
                    <a:pt x="4605919" y="48020"/>
                    <a:pt x="4615444" y="40400"/>
                    <a:pt x="4617349" y="38496"/>
                  </a:cubicBezTo>
                  <a:cubicBezTo>
                    <a:pt x="4619254" y="36590"/>
                    <a:pt x="4624016" y="35637"/>
                    <a:pt x="4632589" y="35637"/>
                  </a:cubicBezTo>
                  <a:cubicBezTo>
                    <a:pt x="4641162" y="35637"/>
                    <a:pt x="4644972" y="31827"/>
                    <a:pt x="4646877" y="28017"/>
                  </a:cubicBezTo>
                  <a:cubicBezTo>
                    <a:pt x="4648781" y="25160"/>
                    <a:pt x="4656402" y="21350"/>
                    <a:pt x="4662116" y="25160"/>
                  </a:cubicBezTo>
                  <a:cubicBezTo>
                    <a:pt x="4668784" y="28970"/>
                    <a:pt x="4676404" y="26112"/>
                    <a:pt x="4678309" y="24207"/>
                  </a:cubicBezTo>
                  <a:cubicBezTo>
                    <a:pt x="4680214" y="22302"/>
                    <a:pt x="4687834" y="19445"/>
                    <a:pt x="4694502" y="22302"/>
                  </a:cubicBezTo>
                  <a:cubicBezTo>
                    <a:pt x="4701169" y="24207"/>
                    <a:pt x="4706884" y="18492"/>
                    <a:pt x="4709741" y="16587"/>
                  </a:cubicBezTo>
                  <a:cubicBezTo>
                    <a:pt x="4712599" y="14682"/>
                    <a:pt x="4715456" y="10872"/>
                    <a:pt x="4721172" y="11825"/>
                  </a:cubicBezTo>
                  <a:cubicBezTo>
                    <a:pt x="4726887" y="12777"/>
                    <a:pt x="4728791" y="8967"/>
                    <a:pt x="4730697" y="6110"/>
                  </a:cubicBezTo>
                  <a:cubicBezTo>
                    <a:pt x="4732602" y="3252"/>
                    <a:pt x="4737364" y="-1510"/>
                    <a:pt x="4743079" y="3252"/>
                  </a:cubicBezTo>
                  <a:cubicBezTo>
                    <a:pt x="4748794" y="8015"/>
                    <a:pt x="4751652" y="4205"/>
                    <a:pt x="4753556" y="3252"/>
                  </a:cubicBezTo>
                  <a:cubicBezTo>
                    <a:pt x="4754509" y="2300"/>
                    <a:pt x="4755462" y="871"/>
                    <a:pt x="4756533" y="276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5759" cap="flat">
              <a:solidFill>
                <a:schemeClr val="tx2"/>
              </a:solidFill>
              <a:prstDash val="solid"/>
              <a:miter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27" name="iŝḻîḑè" descr="5bf63c56-b07e-4485-930e-46ec5bca1a8f">
              <a:extLst>
                <a:ext uri="{FF2B5EF4-FFF2-40B4-BE49-F238E27FC236}">
                  <a16:creationId xmlns:a16="http://schemas.microsoft.com/office/drawing/2014/main" id="{7597D6CB-0C72-416B-9739-B9A031C39A7E}"/>
                </a:ext>
              </a:extLst>
            </p:cNvPr>
            <p:cNvSpPr/>
            <p:nvPr/>
          </p:nvSpPr>
          <p:spPr>
            <a:xfrm>
              <a:off x="5043401" y="5018926"/>
              <a:ext cx="702128" cy="1053192"/>
            </a:xfrm>
            <a:custGeom>
              <a:avLst/>
              <a:gdLst>
                <a:gd name="connsiteX0" fmla="*/ 96623 w 1028700"/>
                <a:gd name="connsiteY0" fmla="*/ 5184 h 1543050"/>
                <a:gd name="connsiteX1" fmla="*/ 1028168 w 1028700"/>
                <a:gd name="connsiteY1" fmla="*/ 5184 h 1543050"/>
                <a:gd name="connsiteX2" fmla="*/ 1028168 w 1028700"/>
                <a:gd name="connsiteY2" fmla="*/ 1541566 h 1543050"/>
                <a:gd name="connsiteX3" fmla="*/ 5184 w 1028700"/>
                <a:gd name="connsiteY3" fmla="*/ 1541566 h 1543050"/>
                <a:gd name="connsiteX4" fmla="*/ 5184 w 1028700"/>
                <a:gd name="connsiteY4" fmla="*/ 5184 h 1543050"/>
                <a:gd name="connsiteX5" fmla="*/ 96623 w 1028700"/>
                <a:gd name="connsiteY5" fmla="*/ 5184 h 154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8700" h="1543050">
                  <a:moveTo>
                    <a:pt x="96623" y="5184"/>
                  </a:moveTo>
                  <a:lnTo>
                    <a:pt x="1028168" y="5184"/>
                  </a:lnTo>
                  <a:lnTo>
                    <a:pt x="1028168" y="1541566"/>
                  </a:lnTo>
                  <a:lnTo>
                    <a:pt x="5184" y="1541566"/>
                  </a:lnTo>
                  <a:lnTo>
                    <a:pt x="5184" y="5184"/>
                  </a:lnTo>
                  <a:lnTo>
                    <a:pt x="96623" y="5184"/>
                  </a:lnTo>
                  <a:close/>
                </a:path>
              </a:pathLst>
            </a:custGeom>
            <a:noFill/>
            <a:ln w="6911" cap="flat">
              <a:solidFill>
                <a:schemeClr val="bg1">
                  <a:lumMod val="85000"/>
                </a:schemeClr>
              </a:solidFill>
              <a:prstDash val="solid"/>
              <a:miter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28" name="ïṡļiḋê" descr="1eb23070-3924-48a1-8465-5f61f0a1eed1">
              <a:extLst>
                <a:ext uri="{FF2B5EF4-FFF2-40B4-BE49-F238E27FC236}">
                  <a16:creationId xmlns:a16="http://schemas.microsoft.com/office/drawing/2014/main" id="{52C77EE3-0384-43EA-853C-899B4BD17C82}"/>
                </a:ext>
              </a:extLst>
            </p:cNvPr>
            <p:cNvSpPr/>
            <p:nvPr/>
          </p:nvSpPr>
          <p:spPr>
            <a:xfrm>
              <a:off x="5408767" y="5933643"/>
              <a:ext cx="338062" cy="136525"/>
            </a:xfrm>
            <a:custGeom>
              <a:avLst/>
              <a:gdLst>
                <a:gd name="connsiteX0" fmla="*/ 5184 w 495300"/>
                <a:gd name="connsiteY0" fmla="*/ 5184 h 200025"/>
                <a:gd name="connsiteX1" fmla="*/ 492863 w 495300"/>
                <a:gd name="connsiteY1" fmla="*/ 5184 h 200025"/>
                <a:gd name="connsiteX2" fmla="*/ 492863 w 495300"/>
                <a:gd name="connsiteY2" fmla="*/ 202351 h 200025"/>
                <a:gd name="connsiteX3" fmla="*/ 5184 w 495300"/>
                <a:gd name="connsiteY3" fmla="*/ 202351 h 200025"/>
                <a:gd name="connsiteX4" fmla="*/ 5184 w 495300"/>
                <a:gd name="connsiteY4" fmla="*/ 518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0" h="200025">
                  <a:moveTo>
                    <a:pt x="5184" y="5184"/>
                  </a:moveTo>
                  <a:lnTo>
                    <a:pt x="492863" y="5184"/>
                  </a:lnTo>
                  <a:lnTo>
                    <a:pt x="492863" y="202351"/>
                  </a:lnTo>
                  <a:lnTo>
                    <a:pt x="5184" y="202351"/>
                  </a:lnTo>
                  <a:lnTo>
                    <a:pt x="5184" y="5184"/>
                  </a:lnTo>
                  <a:close/>
                </a:path>
              </a:pathLst>
            </a:custGeom>
            <a:solidFill>
              <a:srgbClr val="FFFFFF"/>
            </a:solidFill>
            <a:ln w="6911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0" name="íṣļíďè" descr="78f581f6-8f45-4e6f-b38b-5a75160b0308">
              <a:extLst>
                <a:ext uri="{FF2B5EF4-FFF2-40B4-BE49-F238E27FC236}">
                  <a16:creationId xmlns:a16="http://schemas.microsoft.com/office/drawing/2014/main" id="{09FB3E48-124D-4741-937B-374A07811AE7}"/>
                </a:ext>
              </a:extLst>
            </p:cNvPr>
            <p:cNvSpPr/>
            <p:nvPr/>
          </p:nvSpPr>
          <p:spPr>
            <a:xfrm>
              <a:off x="5444162" y="5948234"/>
              <a:ext cx="274350" cy="57212"/>
            </a:xfrm>
            <a:custGeom>
              <a:avLst/>
              <a:gdLst>
                <a:gd name="connsiteX0" fmla="*/ 254317 w 401955"/>
                <a:gd name="connsiteY0" fmla="*/ 61913 h 83820"/>
                <a:gd name="connsiteX1" fmla="*/ 254317 w 401955"/>
                <a:gd name="connsiteY1" fmla="*/ 70485 h 83820"/>
                <a:gd name="connsiteX2" fmla="*/ 282892 w 401955"/>
                <a:gd name="connsiteY2" fmla="*/ 70485 h 83820"/>
                <a:gd name="connsiteX3" fmla="*/ 282892 w 401955"/>
                <a:gd name="connsiteY3" fmla="*/ 61913 h 83820"/>
                <a:gd name="connsiteX4" fmla="*/ 342900 w 401955"/>
                <a:gd name="connsiteY4" fmla="*/ 52387 h 83820"/>
                <a:gd name="connsiteX5" fmla="*/ 352425 w 401955"/>
                <a:gd name="connsiteY5" fmla="*/ 52387 h 83820"/>
                <a:gd name="connsiteX6" fmla="*/ 352425 w 401955"/>
                <a:gd name="connsiteY6" fmla="*/ 58102 h 83820"/>
                <a:gd name="connsiteX7" fmla="*/ 352425 w 401955"/>
                <a:gd name="connsiteY7" fmla="*/ 61912 h 83820"/>
                <a:gd name="connsiteX8" fmla="*/ 352425 w 401955"/>
                <a:gd name="connsiteY8" fmla="*/ 68580 h 83820"/>
                <a:gd name="connsiteX9" fmla="*/ 368617 w 401955"/>
                <a:gd name="connsiteY9" fmla="*/ 68580 h 83820"/>
                <a:gd name="connsiteX10" fmla="*/ 368617 w 401955"/>
                <a:gd name="connsiteY10" fmla="*/ 63817 h 83820"/>
                <a:gd name="connsiteX11" fmla="*/ 368617 w 401955"/>
                <a:gd name="connsiteY11" fmla="*/ 60007 h 83820"/>
                <a:gd name="connsiteX12" fmla="*/ 368617 w 401955"/>
                <a:gd name="connsiteY12" fmla="*/ 55245 h 83820"/>
                <a:gd name="connsiteX13" fmla="*/ 373380 w 401955"/>
                <a:gd name="connsiteY13" fmla="*/ 55245 h 83820"/>
                <a:gd name="connsiteX14" fmla="*/ 378142 w 401955"/>
                <a:gd name="connsiteY14" fmla="*/ 55245 h 83820"/>
                <a:gd name="connsiteX15" fmla="*/ 378142 w 401955"/>
                <a:gd name="connsiteY15" fmla="*/ 60007 h 83820"/>
                <a:gd name="connsiteX16" fmla="*/ 378142 w 401955"/>
                <a:gd name="connsiteY16" fmla="*/ 63817 h 83820"/>
                <a:gd name="connsiteX17" fmla="*/ 378142 w 401955"/>
                <a:gd name="connsiteY17" fmla="*/ 70485 h 83820"/>
                <a:gd name="connsiteX18" fmla="*/ 378142 w 401955"/>
                <a:gd name="connsiteY18" fmla="*/ 70580 h 83820"/>
                <a:gd name="connsiteX19" fmla="*/ 377190 w 401955"/>
                <a:gd name="connsiteY19" fmla="*/ 70485 h 83820"/>
                <a:gd name="connsiteX20" fmla="*/ 378142 w 401955"/>
                <a:gd name="connsiteY20" fmla="*/ 72151 h 83820"/>
                <a:gd name="connsiteX21" fmla="*/ 378142 w 401955"/>
                <a:gd name="connsiteY21" fmla="*/ 75247 h 83820"/>
                <a:gd name="connsiteX22" fmla="*/ 378142 w 401955"/>
                <a:gd name="connsiteY22" fmla="*/ 80010 h 83820"/>
                <a:gd name="connsiteX23" fmla="*/ 368617 w 401955"/>
                <a:gd name="connsiteY23" fmla="*/ 80010 h 83820"/>
                <a:gd name="connsiteX24" fmla="*/ 368617 w 401955"/>
                <a:gd name="connsiteY24" fmla="*/ 77152 h 83820"/>
                <a:gd name="connsiteX25" fmla="*/ 368617 w 401955"/>
                <a:gd name="connsiteY25" fmla="*/ 75247 h 83820"/>
                <a:gd name="connsiteX26" fmla="*/ 327660 w 401955"/>
                <a:gd name="connsiteY26" fmla="*/ 77152 h 83820"/>
                <a:gd name="connsiteX27" fmla="*/ 318135 w 401955"/>
                <a:gd name="connsiteY27" fmla="*/ 76200 h 83820"/>
                <a:gd name="connsiteX28" fmla="*/ 318135 w 401955"/>
                <a:gd name="connsiteY28" fmla="*/ 72390 h 83820"/>
                <a:gd name="connsiteX29" fmla="*/ 318135 w 401955"/>
                <a:gd name="connsiteY29" fmla="*/ 68580 h 83820"/>
                <a:gd name="connsiteX30" fmla="*/ 318135 w 401955"/>
                <a:gd name="connsiteY30" fmla="*/ 62865 h 83820"/>
                <a:gd name="connsiteX31" fmla="*/ 318135 w 401955"/>
                <a:gd name="connsiteY31" fmla="*/ 59055 h 83820"/>
                <a:gd name="connsiteX32" fmla="*/ 318135 w 401955"/>
                <a:gd name="connsiteY32" fmla="*/ 55245 h 83820"/>
                <a:gd name="connsiteX33" fmla="*/ 322897 w 401955"/>
                <a:gd name="connsiteY33" fmla="*/ 55245 h 83820"/>
                <a:gd name="connsiteX34" fmla="*/ 327660 w 401955"/>
                <a:gd name="connsiteY34" fmla="*/ 55245 h 83820"/>
                <a:gd name="connsiteX35" fmla="*/ 327660 w 401955"/>
                <a:gd name="connsiteY35" fmla="*/ 60007 h 83820"/>
                <a:gd name="connsiteX36" fmla="*/ 327660 w 401955"/>
                <a:gd name="connsiteY36" fmla="*/ 63817 h 83820"/>
                <a:gd name="connsiteX37" fmla="*/ 327660 w 401955"/>
                <a:gd name="connsiteY37" fmla="*/ 69532 h 83820"/>
                <a:gd name="connsiteX38" fmla="*/ 342900 w 401955"/>
                <a:gd name="connsiteY38" fmla="*/ 68580 h 83820"/>
                <a:gd name="connsiteX39" fmla="*/ 342900 w 401955"/>
                <a:gd name="connsiteY39" fmla="*/ 61912 h 83820"/>
                <a:gd name="connsiteX40" fmla="*/ 342900 w 401955"/>
                <a:gd name="connsiteY40" fmla="*/ 57150 h 83820"/>
                <a:gd name="connsiteX41" fmla="*/ 161924 w 401955"/>
                <a:gd name="connsiteY41" fmla="*/ 50482 h 83820"/>
                <a:gd name="connsiteX42" fmla="*/ 167640 w 401955"/>
                <a:gd name="connsiteY42" fmla="*/ 60960 h 83820"/>
                <a:gd name="connsiteX43" fmla="*/ 159067 w 401955"/>
                <a:gd name="connsiteY43" fmla="*/ 62865 h 83820"/>
                <a:gd name="connsiteX44" fmla="*/ 158115 w 401955"/>
                <a:gd name="connsiteY44" fmla="*/ 60960 h 83820"/>
                <a:gd name="connsiteX45" fmla="*/ 157162 w 401955"/>
                <a:gd name="connsiteY45" fmla="*/ 58102 h 83820"/>
                <a:gd name="connsiteX46" fmla="*/ 155257 w 401955"/>
                <a:gd name="connsiteY46" fmla="*/ 54292 h 83820"/>
                <a:gd name="connsiteX47" fmla="*/ 154305 w 401955"/>
                <a:gd name="connsiteY47" fmla="*/ 52387 h 83820"/>
                <a:gd name="connsiteX48" fmla="*/ 161924 w 401955"/>
                <a:gd name="connsiteY48" fmla="*/ 50482 h 83820"/>
                <a:gd name="connsiteX49" fmla="*/ 145732 w 401955"/>
                <a:gd name="connsiteY49" fmla="*/ 49530 h 83820"/>
                <a:gd name="connsiteX50" fmla="*/ 144780 w 401955"/>
                <a:gd name="connsiteY50" fmla="*/ 64770 h 83820"/>
                <a:gd name="connsiteX51" fmla="*/ 177165 w 401955"/>
                <a:gd name="connsiteY51" fmla="*/ 64770 h 83820"/>
                <a:gd name="connsiteX52" fmla="*/ 178117 w 401955"/>
                <a:gd name="connsiteY52" fmla="*/ 49530 h 83820"/>
                <a:gd name="connsiteX53" fmla="*/ 254317 w 401955"/>
                <a:gd name="connsiteY53" fmla="*/ 48578 h 83820"/>
                <a:gd name="connsiteX54" fmla="*/ 254317 w 401955"/>
                <a:gd name="connsiteY54" fmla="*/ 56198 h 83820"/>
                <a:gd name="connsiteX55" fmla="*/ 282892 w 401955"/>
                <a:gd name="connsiteY55" fmla="*/ 56198 h 83820"/>
                <a:gd name="connsiteX56" fmla="*/ 282892 w 401955"/>
                <a:gd name="connsiteY56" fmla="*/ 48578 h 83820"/>
                <a:gd name="connsiteX57" fmla="*/ 116205 w 401955"/>
                <a:gd name="connsiteY57" fmla="*/ 43815 h 83820"/>
                <a:gd name="connsiteX58" fmla="*/ 121919 w 401955"/>
                <a:gd name="connsiteY58" fmla="*/ 47625 h 83820"/>
                <a:gd name="connsiteX59" fmla="*/ 122872 w 401955"/>
                <a:gd name="connsiteY59" fmla="*/ 47943 h 83820"/>
                <a:gd name="connsiteX60" fmla="*/ 122872 w 401955"/>
                <a:gd name="connsiteY60" fmla="*/ 49530 h 83820"/>
                <a:gd name="connsiteX61" fmla="*/ 124396 w 401955"/>
                <a:gd name="connsiteY61" fmla="*/ 49530 h 83820"/>
                <a:gd name="connsiteX62" fmla="*/ 122872 w 401955"/>
                <a:gd name="connsiteY62" fmla="*/ 53340 h 83820"/>
                <a:gd name="connsiteX63" fmla="*/ 120967 w 401955"/>
                <a:gd name="connsiteY63" fmla="*/ 59055 h 83820"/>
                <a:gd name="connsiteX64" fmla="*/ 117157 w 401955"/>
                <a:gd name="connsiteY64" fmla="*/ 68580 h 83820"/>
                <a:gd name="connsiteX65" fmla="*/ 114299 w 401955"/>
                <a:gd name="connsiteY65" fmla="*/ 79057 h 83820"/>
                <a:gd name="connsiteX66" fmla="*/ 104774 w 401955"/>
                <a:gd name="connsiteY66" fmla="*/ 74295 h 83820"/>
                <a:gd name="connsiteX67" fmla="*/ 106680 w 401955"/>
                <a:gd name="connsiteY67" fmla="*/ 71437 h 83820"/>
                <a:gd name="connsiteX68" fmla="*/ 113347 w 401955"/>
                <a:gd name="connsiteY68" fmla="*/ 56197 h 83820"/>
                <a:gd name="connsiteX69" fmla="*/ 116205 w 401955"/>
                <a:gd name="connsiteY69" fmla="*/ 45720 h 83820"/>
                <a:gd name="connsiteX70" fmla="*/ 33337 w 401955"/>
                <a:gd name="connsiteY70" fmla="*/ 34290 h 83820"/>
                <a:gd name="connsiteX71" fmla="*/ 40957 w 401955"/>
                <a:gd name="connsiteY71" fmla="*/ 45720 h 83820"/>
                <a:gd name="connsiteX72" fmla="*/ 35242 w 401955"/>
                <a:gd name="connsiteY72" fmla="*/ 46672 h 83820"/>
                <a:gd name="connsiteX73" fmla="*/ 46672 w 401955"/>
                <a:gd name="connsiteY73" fmla="*/ 46672 h 83820"/>
                <a:gd name="connsiteX74" fmla="*/ 50482 w 401955"/>
                <a:gd name="connsiteY74" fmla="*/ 40957 h 83820"/>
                <a:gd name="connsiteX75" fmla="*/ 52387 w 401955"/>
                <a:gd name="connsiteY75" fmla="*/ 37147 h 83820"/>
                <a:gd name="connsiteX76" fmla="*/ 54292 w 401955"/>
                <a:gd name="connsiteY76" fmla="*/ 34290 h 83820"/>
                <a:gd name="connsiteX77" fmla="*/ 62865 w 401955"/>
                <a:gd name="connsiteY77" fmla="*/ 37147 h 83820"/>
                <a:gd name="connsiteX78" fmla="*/ 60007 w 401955"/>
                <a:gd name="connsiteY78" fmla="*/ 40957 h 83820"/>
                <a:gd name="connsiteX79" fmla="*/ 55245 w 401955"/>
                <a:gd name="connsiteY79" fmla="*/ 46672 h 83820"/>
                <a:gd name="connsiteX80" fmla="*/ 58103 w 401955"/>
                <a:gd name="connsiteY80" fmla="*/ 46672 h 83820"/>
                <a:gd name="connsiteX81" fmla="*/ 67628 w 401955"/>
                <a:gd name="connsiteY81" fmla="*/ 46672 h 83820"/>
                <a:gd name="connsiteX82" fmla="*/ 67628 w 401955"/>
                <a:gd name="connsiteY82" fmla="*/ 48577 h 83820"/>
                <a:gd name="connsiteX83" fmla="*/ 67628 w 401955"/>
                <a:gd name="connsiteY83" fmla="*/ 49530 h 83820"/>
                <a:gd name="connsiteX84" fmla="*/ 67628 w 401955"/>
                <a:gd name="connsiteY84" fmla="*/ 52387 h 83820"/>
                <a:gd name="connsiteX85" fmla="*/ 58103 w 401955"/>
                <a:gd name="connsiteY85" fmla="*/ 52387 h 83820"/>
                <a:gd name="connsiteX86" fmla="*/ 48578 w 401955"/>
                <a:gd name="connsiteY86" fmla="*/ 52387 h 83820"/>
                <a:gd name="connsiteX87" fmla="*/ 48578 w 401955"/>
                <a:gd name="connsiteY87" fmla="*/ 59055 h 83820"/>
                <a:gd name="connsiteX88" fmla="*/ 58103 w 401955"/>
                <a:gd name="connsiteY88" fmla="*/ 59055 h 83820"/>
                <a:gd name="connsiteX89" fmla="*/ 72390 w 401955"/>
                <a:gd name="connsiteY89" fmla="*/ 58102 h 83820"/>
                <a:gd name="connsiteX90" fmla="*/ 72390 w 401955"/>
                <a:gd name="connsiteY90" fmla="*/ 60007 h 83820"/>
                <a:gd name="connsiteX91" fmla="*/ 72390 w 401955"/>
                <a:gd name="connsiteY91" fmla="*/ 60960 h 83820"/>
                <a:gd name="connsiteX92" fmla="*/ 72390 w 401955"/>
                <a:gd name="connsiteY92" fmla="*/ 64770 h 83820"/>
                <a:gd name="connsiteX93" fmla="*/ 58103 w 401955"/>
                <a:gd name="connsiteY93" fmla="*/ 63817 h 83820"/>
                <a:gd name="connsiteX94" fmla="*/ 49530 w 401955"/>
                <a:gd name="connsiteY94" fmla="*/ 63817 h 83820"/>
                <a:gd name="connsiteX95" fmla="*/ 49530 w 401955"/>
                <a:gd name="connsiteY95" fmla="*/ 70485 h 83820"/>
                <a:gd name="connsiteX96" fmla="*/ 49530 w 401955"/>
                <a:gd name="connsiteY96" fmla="*/ 75247 h 83820"/>
                <a:gd name="connsiteX97" fmla="*/ 49530 w 401955"/>
                <a:gd name="connsiteY97" fmla="*/ 80010 h 83820"/>
                <a:gd name="connsiteX98" fmla="*/ 44767 w 401955"/>
                <a:gd name="connsiteY98" fmla="*/ 80010 h 83820"/>
                <a:gd name="connsiteX99" fmla="*/ 42862 w 401955"/>
                <a:gd name="connsiteY99" fmla="*/ 80010 h 83820"/>
                <a:gd name="connsiteX100" fmla="*/ 40005 w 401955"/>
                <a:gd name="connsiteY100" fmla="*/ 80010 h 83820"/>
                <a:gd name="connsiteX101" fmla="*/ 40005 w 401955"/>
                <a:gd name="connsiteY101" fmla="*/ 75247 h 83820"/>
                <a:gd name="connsiteX102" fmla="*/ 40005 w 401955"/>
                <a:gd name="connsiteY102" fmla="*/ 71437 h 83820"/>
                <a:gd name="connsiteX103" fmla="*/ 40005 w 401955"/>
                <a:gd name="connsiteY103" fmla="*/ 64770 h 83820"/>
                <a:gd name="connsiteX104" fmla="*/ 29528 w 401955"/>
                <a:gd name="connsiteY104" fmla="*/ 64770 h 83820"/>
                <a:gd name="connsiteX105" fmla="*/ 17145 w 401955"/>
                <a:gd name="connsiteY105" fmla="*/ 65654 h 83820"/>
                <a:gd name="connsiteX106" fmla="*/ 17145 w 401955"/>
                <a:gd name="connsiteY106" fmla="*/ 58238 h 83820"/>
                <a:gd name="connsiteX107" fmla="*/ 28575 w 401955"/>
                <a:gd name="connsiteY107" fmla="*/ 59055 h 83820"/>
                <a:gd name="connsiteX108" fmla="*/ 39053 w 401955"/>
                <a:gd name="connsiteY108" fmla="*/ 59055 h 83820"/>
                <a:gd name="connsiteX109" fmla="*/ 39053 w 401955"/>
                <a:gd name="connsiteY109" fmla="*/ 52387 h 83820"/>
                <a:gd name="connsiteX110" fmla="*/ 29528 w 401955"/>
                <a:gd name="connsiteY110" fmla="*/ 52387 h 83820"/>
                <a:gd name="connsiteX111" fmla="*/ 19050 w 401955"/>
                <a:gd name="connsiteY111" fmla="*/ 52387 h 83820"/>
                <a:gd name="connsiteX112" fmla="*/ 19050 w 401955"/>
                <a:gd name="connsiteY112" fmla="*/ 50482 h 83820"/>
                <a:gd name="connsiteX113" fmla="*/ 19050 w 401955"/>
                <a:gd name="connsiteY113" fmla="*/ 49530 h 83820"/>
                <a:gd name="connsiteX114" fmla="*/ 19050 w 401955"/>
                <a:gd name="connsiteY114" fmla="*/ 46672 h 83820"/>
                <a:gd name="connsiteX115" fmla="*/ 29528 w 401955"/>
                <a:gd name="connsiteY115" fmla="*/ 46672 h 83820"/>
                <a:gd name="connsiteX116" fmla="*/ 31432 w 401955"/>
                <a:gd name="connsiteY116" fmla="*/ 46672 h 83820"/>
                <a:gd name="connsiteX117" fmla="*/ 30480 w 401955"/>
                <a:gd name="connsiteY117" fmla="*/ 44767 h 83820"/>
                <a:gd name="connsiteX118" fmla="*/ 29528 w 401955"/>
                <a:gd name="connsiteY118" fmla="*/ 42862 h 83820"/>
                <a:gd name="connsiteX119" fmla="*/ 26670 w 401955"/>
                <a:gd name="connsiteY119" fmla="*/ 39052 h 83820"/>
                <a:gd name="connsiteX120" fmla="*/ 24765 w 401955"/>
                <a:gd name="connsiteY120" fmla="*/ 37147 h 83820"/>
                <a:gd name="connsiteX121" fmla="*/ 33337 w 401955"/>
                <a:gd name="connsiteY121" fmla="*/ 34290 h 83820"/>
                <a:gd name="connsiteX122" fmla="*/ 163830 w 401955"/>
                <a:gd name="connsiteY122" fmla="*/ 30480 h 83820"/>
                <a:gd name="connsiteX123" fmla="*/ 168592 w 401955"/>
                <a:gd name="connsiteY123" fmla="*/ 40005 h 83820"/>
                <a:gd name="connsiteX124" fmla="*/ 160019 w 401955"/>
                <a:gd name="connsiteY124" fmla="*/ 41910 h 83820"/>
                <a:gd name="connsiteX125" fmla="*/ 160019 w 401955"/>
                <a:gd name="connsiteY125" fmla="*/ 40005 h 83820"/>
                <a:gd name="connsiteX126" fmla="*/ 159067 w 401955"/>
                <a:gd name="connsiteY126" fmla="*/ 37147 h 83820"/>
                <a:gd name="connsiteX127" fmla="*/ 157162 w 401955"/>
                <a:gd name="connsiteY127" fmla="*/ 34290 h 83820"/>
                <a:gd name="connsiteX128" fmla="*/ 155257 w 401955"/>
                <a:gd name="connsiteY128" fmla="*/ 32385 h 83820"/>
                <a:gd name="connsiteX129" fmla="*/ 163830 w 401955"/>
                <a:gd name="connsiteY129" fmla="*/ 30480 h 83820"/>
                <a:gd name="connsiteX130" fmla="*/ 146685 w 401955"/>
                <a:gd name="connsiteY130" fmla="*/ 30480 h 83820"/>
                <a:gd name="connsiteX131" fmla="*/ 145732 w 401955"/>
                <a:gd name="connsiteY131" fmla="*/ 43815 h 83820"/>
                <a:gd name="connsiteX132" fmla="*/ 178117 w 401955"/>
                <a:gd name="connsiteY132" fmla="*/ 43815 h 83820"/>
                <a:gd name="connsiteX133" fmla="*/ 179069 w 401955"/>
                <a:gd name="connsiteY133" fmla="*/ 30480 h 83820"/>
                <a:gd name="connsiteX134" fmla="*/ 163830 w 401955"/>
                <a:gd name="connsiteY134" fmla="*/ 30480 h 83820"/>
                <a:gd name="connsiteX135" fmla="*/ 205740 w 401955"/>
                <a:gd name="connsiteY135" fmla="*/ 28575 h 83820"/>
                <a:gd name="connsiteX136" fmla="*/ 215265 w 401955"/>
                <a:gd name="connsiteY136" fmla="*/ 28575 h 83820"/>
                <a:gd name="connsiteX137" fmla="*/ 220027 w 401955"/>
                <a:gd name="connsiteY137" fmla="*/ 28575 h 83820"/>
                <a:gd name="connsiteX138" fmla="*/ 227647 w 401955"/>
                <a:gd name="connsiteY138" fmla="*/ 28575 h 83820"/>
                <a:gd name="connsiteX139" fmla="*/ 227647 w 401955"/>
                <a:gd name="connsiteY139" fmla="*/ 33338 h 83820"/>
                <a:gd name="connsiteX140" fmla="*/ 227647 w 401955"/>
                <a:gd name="connsiteY140" fmla="*/ 38100 h 83820"/>
                <a:gd name="connsiteX141" fmla="*/ 227647 w 401955"/>
                <a:gd name="connsiteY141" fmla="*/ 66675 h 83820"/>
                <a:gd name="connsiteX142" fmla="*/ 231457 w 401955"/>
                <a:gd name="connsiteY142" fmla="*/ 63818 h 83820"/>
                <a:gd name="connsiteX143" fmla="*/ 236219 w 401955"/>
                <a:gd name="connsiteY143" fmla="*/ 60008 h 83820"/>
                <a:gd name="connsiteX144" fmla="*/ 237172 w 401955"/>
                <a:gd name="connsiteY144" fmla="*/ 63818 h 83820"/>
                <a:gd name="connsiteX145" fmla="*/ 240030 w 401955"/>
                <a:gd name="connsiteY145" fmla="*/ 67628 h 83820"/>
                <a:gd name="connsiteX146" fmla="*/ 237172 w 401955"/>
                <a:gd name="connsiteY146" fmla="*/ 69533 h 83820"/>
                <a:gd name="connsiteX147" fmla="*/ 232410 w 401955"/>
                <a:gd name="connsiteY147" fmla="*/ 73343 h 83820"/>
                <a:gd name="connsiteX148" fmla="*/ 224790 w 401955"/>
                <a:gd name="connsiteY148" fmla="*/ 79058 h 83820"/>
                <a:gd name="connsiteX149" fmla="*/ 221932 w 401955"/>
                <a:gd name="connsiteY149" fmla="*/ 81915 h 83820"/>
                <a:gd name="connsiteX150" fmla="*/ 216217 w 401955"/>
                <a:gd name="connsiteY150" fmla="*/ 76200 h 83820"/>
                <a:gd name="connsiteX151" fmla="*/ 219074 w 401955"/>
                <a:gd name="connsiteY151" fmla="*/ 73343 h 83820"/>
                <a:gd name="connsiteX152" fmla="*/ 220027 w 401955"/>
                <a:gd name="connsiteY152" fmla="*/ 71438 h 83820"/>
                <a:gd name="connsiteX153" fmla="*/ 220027 w 401955"/>
                <a:gd name="connsiteY153" fmla="*/ 68580 h 83820"/>
                <a:gd name="connsiteX154" fmla="*/ 220027 w 401955"/>
                <a:gd name="connsiteY154" fmla="*/ 37148 h 83820"/>
                <a:gd name="connsiteX155" fmla="*/ 216217 w 401955"/>
                <a:gd name="connsiteY155" fmla="*/ 37148 h 83820"/>
                <a:gd name="connsiteX156" fmla="*/ 205740 w 401955"/>
                <a:gd name="connsiteY156" fmla="*/ 37148 h 83820"/>
                <a:gd name="connsiteX157" fmla="*/ 205740 w 401955"/>
                <a:gd name="connsiteY157" fmla="*/ 34290 h 83820"/>
                <a:gd name="connsiteX158" fmla="*/ 205740 w 401955"/>
                <a:gd name="connsiteY158" fmla="*/ 32385 h 83820"/>
                <a:gd name="connsiteX159" fmla="*/ 205740 w 401955"/>
                <a:gd name="connsiteY159" fmla="*/ 28575 h 83820"/>
                <a:gd name="connsiteX160" fmla="*/ 106680 w 401955"/>
                <a:gd name="connsiteY160" fmla="*/ 22860 h 83820"/>
                <a:gd name="connsiteX161" fmla="*/ 123824 w 401955"/>
                <a:gd name="connsiteY161" fmla="*/ 31432 h 83820"/>
                <a:gd name="connsiteX162" fmla="*/ 117157 w 401955"/>
                <a:gd name="connsiteY162" fmla="*/ 38100 h 83820"/>
                <a:gd name="connsiteX163" fmla="*/ 115252 w 401955"/>
                <a:gd name="connsiteY163" fmla="*/ 37147 h 83820"/>
                <a:gd name="connsiteX164" fmla="*/ 110490 w 401955"/>
                <a:gd name="connsiteY164" fmla="*/ 34290 h 83820"/>
                <a:gd name="connsiteX165" fmla="*/ 102869 w 401955"/>
                <a:gd name="connsiteY165" fmla="*/ 30480 h 83820"/>
                <a:gd name="connsiteX166" fmla="*/ 100965 w 401955"/>
                <a:gd name="connsiteY166" fmla="*/ 29527 h 83820"/>
                <a:gd name="connsiteX167" fmla="*/ 106680 w 401955"/>
                <a:gd name="connsiteY167" fmla="*/ 22860 h 83820"/>
                <a:gd name="connsiteX168" fmla="*/ 356235 w 401955"/>
                <a:gd name="connsiteY168" fmla="*/ 21907 h 83820"/>
                <a:gd name="connsiteX169" fmla="*/ 363855 w 401955"/>
                <a:gd name="connsiteY169" fmla="*/ 34290 h 83820"/>
                <a:gd name="connsiteX170" fmla="*/ 353377 w 401955"/>
                <a:gd name="connsiteY170" fmla="*/ 36195 h 83820"/>
                <a:gd name="connsiteX171" fmla="*/ 352425 w 401955"/>
                <a:gd name="connsiteY171" fmla="*/ 33337 h 83820"/>
                <a:gd name="connsiteX172" fmla="*/ 350519 w 401955"/>
                <a:gd name="connsiteY172" fmla="*/ 29527 h 83820"/>
                <a:gd name="connsiteX173" fmla="*/ 348615 w 401955"/>
                <a:gd name="connsiteY173" fmla="*/ 25717 h 83820"/>
                <a:gd name="connsiteX174" fmla="*/ 346710 w 401955"/>
                <a:gd name="connsiteY174" fmla="*/ 23812 h 83820"/>
                <a:gd name="connsiteX175" fmla="*/ 356235 w 401955"/>
                <a:gd name="connsiteY175" fmla="*/ 21907 h 83820"/>
                <a:gd name="connsiteX176" fmla="*/ 264794 w 401955"/>
                <a:gd name="connsiteY176" fmla="*/ 20003 h 83820"/>
                <a:gd name="connsiteX177" fmla="*/ 264794 w 401955"/>
                <a:gd name="connsiteY177" fmla="*/ 28575 h 83820"/>
                <a:gd name="connsiteX178" fmla="*/ 265747 w 401955"/>
                <a:gd name="connsiteY178" fmla="*/ 28575 h 83820"/>
                <a:gd name="connsiteX179" fmla="*/ 270510 w 401955"/>
                <a:gd name="connsiteY179" fmla="*/ 28575 h 83820"/>
                <a:gd name="connsiteX180" fmla="*/ 274319 w 401955"/>
                <a:gd name="connsiteY180" fmla="*/ 24765 h 83820"/>
                <a:gd name="connsiteX181" fmla="*/ 278130 w 401955"/>
                <a:gd name="connsiteY181" fmla="*/ 20003 h 83820"/>
                <a:gd name="connsiteX182" fmla="*/ 269557 w 401955"/>
                <a:gd name="connsiteY182" fmla="*/ 20003 h 83820"/>
                <a:gd name="connsiteX183" fmla="*/ 116205 w 401955"/>
                <a:gd name="connsiteY183" fmla="*/ 4762 h 83820"/>
                <a:gd name="connsiteX184" fmla="*/ 131444 w 401955"/>
                <a:gd name="connsiteY184" fmla="*/ 14287 h 83820"/>
                <a:gd name="connsiteX185" fmla="*/ 124777 w 401955"/>
                <a:gd name="connsiteY185" fmla="*/ 20955 h 83820"/>
                <a:gd name="connsiteX186" fmla="*/ 122872 w 401955"/>
                <a:gd name="connsiteY186" fmla="*/ 19050 h 83820"/>
                <a:gd name="connsiteX187" fmla="*/ 113347 w 401955"/>
                <a:gd name="connsiteY187" fmla="*/ 12382 h 83820"/>
                <a:gd name="connsiteX188" fmla="*/ 109537 w 401955"/>
                <a:gd name="connsiteY188" fmla="*/ 10477 h 83820"/>
                <a:gd name="connsiteX189" fmla="*/ 116205 w 401955"/>
                <a:gd name="connsiteY189" fmla="*/ 4762 h 83820"/>
                <a:gd name="connsiteX190" fmla="*/ 223837 w 401955"/>
                <a:gd name="connsiteY190" fmla="*/ 3810 h 83820"/>
                <a:gd name="connsiteX191" fmla="*/ 235267 w 401955"/>
                <a:gd name="connsiteY191" fmla="*/ 19050 h 83820"/>
                <a:gd name="connsiteX192" fmla="*/ 231457 w 401955"/>
                <a:gd name="connsiteY192" fmla="*/ 20003 h 83820"/>
                <a:gd name="connsiteX193" fmla="*/ 228599 w 401955"/>
                <a:gd name="connsiteY193" fmla="*/ 20955 h 83820"/>
                <a:gd name="connsiteX194" fmla="*/ 225742 w 401955"/>
                <a:gd name="connsiteY194" fmla="*/ 21908 h 83820"/>
                <a:gd name="connsiteX195" fmla="*/ 223837 w 401955"/>
                <a:gd name="connsiteY195" fmla="*/ 19050 h 83820"/>
                <a:gd name="connsiteX196" fmla="*/ 217169 w 401955"/>
                <a:gd name="connsiteY196" fmla="*/ 10478 h 83820"/>
                <a:gd name="connsiteX197" fmla="*/ 214312 w 401955"/>
                <a:gd name="connsiteY197" fmla="*/ 7620 h 83820"/>
                <a:gd name="connsiteX198" fmla="*/ 223837 w 401955"/>
                <a:gd name="connsiteY198" fmla="*/ 3810 h 83820"/>
                <a:gd name="connsiteX199" fmla="*/ 40005 w 401955"/>
                <a:gd name="connsiteY199" fmla="*/ 3810 h 83820"/>
                <a:gd name="connsiteX200" fmla="*/ 44767 w 401955"/>
                <a:gd name="connsiteY200" fmla="*/ 3810 h 83820"/>
                <a:gd name="connsiteX201" fmla="*/ 49530 w 401955"/>
                <a:gd name="connsiteY201" fmla="*/ 3810 h 83820"/>
                <a:gd name="connsiteX202" fmla="*/ 49530 w 401955"/>
                <a:gd name="connsiteY202" fmla="*/ 9525 h 83820"/>
                <a:gd name="connsiteX203" fmla="*/ 49530 w 401955"/>
                <a:gd name="connsiteY203" fmla="*/ 12382 h 83820"/>
                <a:gd name="connsiteX204" fmla="*/ 49530 w 401955"/>
                <a:gd name="connsiteY204" fmla="*/ 15240 h 83820"/>
                <a:gd name="connsiteX205" fmla="*/ 68580 w 401955"/>
                <a:gd name="connsiteY205" fmla="*/ 15240 h 83820"/>
                <a:gd name="connsiteX206" fmla="*/ 91440 w 401955"/>
                <a:gd name="connsiteY206" fmla="*/ 14287 h 83820"/>
                <a:gd name="connsiteX207" fmla="*/ 91440 w 401955"/>
                <a:gd name="connsiteY207" fmla="*/ 16192 h 83820"/>
                <a:gd name="connsiteX208" fmla="*/ 91440 w 401955"/>
                <a:gd name="connsiteY208" fmla="*/ 17145 h 83820"/>
                <a:gd name="connsiteX209" fmla="*/ 91440 w 401955"/>
                <a:gd name="connsiteY209" fmla="*/ 20955 h 83820"/>
                <a:gd name="connsiteX210" fmla="*/ 68580 w 401955"/>
                <a:gd name="connsiteY210" fmla="*/ 20002 h 83820"/>
                <a:gd name="connsiteX211" fmla="*/ 49530 w 401955"/>
                <a:gd name="connsiteY211" fmla="*/ 20002 h 83820"/>
                <a:gd name="connsiteX212" fmla="*/ 49530 w 401955"/>
                <a:gd name="connsiteY212" fmla="*/ 27622 h 83820"/>
                <a:gd name="connsiteX213" fmla="*/ 73342 w 401955"/>
                <a:gd name="connsiteY213" fmla="*/ 27622 h 83820"/>
                <a:gd name="connsiteX214" fmla="*/ 83820 w 401955"/>
                <a:gd name="connsiteY214" fmla="*/ 26670 h 83820"/>
                <a:gd name="connsiteX215" fmla="*/ 83820 w 401955"/>
                <a:gd name="connsiteY215" fmla="*/ 32385 h 83820"/>
                <a:gd name="connsiteX216" fmla="*/ 83820 w 401955"/>
                <a:gd name="connsiteY216" fmla="*/ 36195 h 83820"/>
                <a:gd name="connsiteX217" fmla="*/ 83820 w 401955"/>
                <a:gd name="connsiteY217" fmla="*/ 75247 h 83820"/>
                <a:gd name="connsiteX218" fmla="*/ 82867 w 401955"/>
                <a:gd name="connsiteY218" fmla="*/ 80010 h 83820"/>
                <a:gd name="connsiteX219" fmla="*/ 79057 w 401955"/>
                <a:gd name="connsiteY219" fmla="*/ 81915 h 83820"/>
                <a:gd name="connsiteX220" fmla="*/ 66675 w 401955"/>
                <a:gd name="connsiteY220" fmla="*/ 83820 h 83820"/>
                <a:gd name="connsiteX221" fmla="*/ 66675 w 401955"/>
                <a:gd name="connsiteY221" fmla="*/ 80962 h 83820"/>
                <a:gd name="connsiteX222" fmla="*/ 65722 w 401955"/>
                <a:gd name="connsiteY222" fmla="*/ 78105 h 83820"/>
                <a:gd name="connsiteX223" fmla="*/ 61912 w 401955"/>
                <a:gd name="connsiteY223" fmla="*/ 73342 h 83820"/>
                <a:gd name="connsiteX224" fmla="*/ 73342 w 401955"/>
                <a:gd name="connsiteY224" fmla="*/ 74295 h 83820"/>
                <a:gd name="connsiteX225" fmla="*/ 76200 w 401955"/>
                <a:gd name="connsiteY225" fmla="*/ 73342 h 83820"/>
                <a:gd name="connsiteX226" fmla="*/ 77153 w 401955"/>
                <a:gd name="connsiteY226" fmla="*/ 70485 h 83820"/>
                <a:gd name="connsiteX227" fmla="*/ 77153 w 401955"/>
                <a:gd name="connsiteY227" fmla="*/ 32385 h 83820"/>
                <a:gd name="connsiteX228" fmla="*/ 17145 w 401955"/>
                <a:gd name="connsiteY228" fmla="*/ 32385 h 83820"/>
                <a:gd name="connsiteX229" fmla="*/ 17145 w 401955"/>
                <a:gd name="connsiteY229" fmla="*/ 58238 h 83820"/>
                <a:gd name="connsiteX230" fmla="*/ 15240 w 401955"/>
                <a:gd name="connsiteY230" fmla="*/ 58102 h 83820"/>
                <a:gd name="connsiteX231" fmla="*/ 16192 w 401955"/>
                <a:gd name="connsiteY231" fmla="*/ 61912 h 83820"/>
                <a:gd name="connsiteX232" fmla="*/ 16192 w 401955"/>
                <a:gd name="connsiteY232" fmla="*/ 62865 h 83820"/>
                <a:gd name="connsiteX233" fmla="*/ 16192 w 401955"/>
                <a:gd name="connsiteY233" fmla="*/ 63817 h 83820"/>
                <a:gd name="connsiteX234" fmla="*/ 16192 w 401955"/>
                <a:gd name="connsiteY234" fmla="*/ 65722 h 83820"/>
                <a:gd name="connsiteX235" fmla="*/ 17145 w 401955"/>
                <a:gd name="connsiteY235" fmla="*/ 65654 h 83820"/>
                <a:gd name="connsiteX236" fmla="*/ 17145 w 401955"/>
                <a:gd name="connsiteY236" fmla="*/ 69532 h 83820"/>
                <a:gd name="connsiteX237" fmla="*/ 17145 w 401955"/>
                <a:gd name="connsiteY237" fmla="*/ 75247 h 83820"/>
                <a:gd name="connsiteX238" fmla="*/ 18097 w 401955"/>
                <a:gd name="connsiteY238" fmla="*/ 80962 h 83820"/>
                <a:gd name="connsiteX239" fmla="*/ 8572 w 401955"/>
                <a:gd name="connsiteY239" fmla="*/ 80962 h 83820"/>
                <a:gd name="connsiteX240" fmla="*/ 8572 w 401955"/>
                <a:gd name="connsiteY240" fmla="*/ 75247 h 83820"/>
                <a:gd name="connsiteX241" fmla="*/ 8572 w 401955"/>
                <a:gd name="connsiteY241" fmla="*/ 68580 h 83820"/>
                <a:gd name="connsiteX242" fmla="*/ 8572 w 401955"/>
                <a:gd name="connsiteY242" fmla="*/ 34290 h 83820"/>
                <a:gd name="connsiteX243" fmla="*/ 8572 w 401955"/>
                <a:gd name="connsiteY243" fmla="*/ 29527 h 83820"/>
                <a:gd name="connsiteX244" fmla="*/ 8572 w 401955"/>
                <a:gd name="connsiteY244" fmla="*/ 25717 h 83820"/>
                <a:gd name="connsiteX245" fmla="*/ 20003 w 401955"/>
                <a:gd name="connsiteY245" fmla="*/ 26670 h 83820"/>
                <a:gd name="connsiteX246" fmla="*/ 43815 w 401955"/>
                <a:gd name="connsiteY246" fmla="*/ 26670 h 83820"/>
                <a:gd name="connsiteX247" fmla="*/ 43815 w 401955"/>
                <a:gd name="connsiteY247" fmla="*/ 19050 h 83820"/>
                <a:gd name="connsiteX248" fmla="*/ 26670 w 401955"/>
                <a:gd name="connsiteY248" fmla="*/ 19050 h 83820"/>
                <a:gd name="connsiteX249" fmla="*/ 0 w 401955"/>
                <a:gd name="connsiteY249" fmla="*/ 20002 h 83820"/>
                <a:gd name="connsiteX250" fmla="*/ 0 w 401955"/>
                <a:gd name="connsiteY250" fmla="*/ 18097 h 83820"/>
                <a:gd name="connsiteX251" fmla="*/ 0 w 401955"/>
                <a:gd name="connsiteY251" fmla="*/ 17145 h 83820"/>
                <a:gd name="connsiteX252" fmla="*/ 0 w 401955"/>
                <a:gd name="connsiteY252" fmla="*/ 13335 h 83820"/>
                <a:gd name="connsiteX253" fmla="*/ 22860 w 401955"/>
                <a:gd name="connsiteY253" fmla="*/ 14287 h 83820"/>
                <a:gd name="connsiteX254" fmla="*/ 40005 w 401955"/>
                <a:gd name="connsiteY254" fmla="*/ 14287 h 83820"/>
                <a:gd name="connsiteX255" fmla="*/ 40005 w 401955"/>
                <a:gd name="connsiteY255" fmla="*/ 12382 h 83820"/>
                <a:gd name="connsiteX256" fmla="*/ 40005 w 401955"/>
                <a:gd name="connsiteY256" fmla="*/ 11430 h 83820"/>
                <a:gd name="connsiteX257" fmla="*/ 40005 w 401955"/>
                <a:gd name="connsiteY257" fmla="*/ 10477 h 83820"/>
                <a:gd name="connsiteX258" fmla="*/ 148590 w 401955"/>
                <a:gd name="connsiteY258" fmla="*/ 1905 h 83820"/>
                <a:gd name="connsiteX259" fmla="*/ 159067 w 401955"/>
                <a:gd name="connsiteY259" fmla="*/ 4762 h 83820"/>
                <a:gd name="connsiteX260" fmla="*/ 156210 w 401955"/>
                <a:gd name="connsiteY260" fmla="*/ 7620 h 83820"/>
                <a:gd name="connsiteX261" fmla="*/ 152399 w 401955"/>
                <a:gd name="connsiteY261" fmla="*/ 11430 h 83820"/>
                <a:gd name="connsiteX262" fmla="*/ 182880 w 401955"/>
                <a:gd name="connsiteY262" fmla="*/ 11430 h 83820"/>
                <a:gd name="connsiteX263" fmla="*/ 194310 w 401955"/>
                <a:gd name="connsiteY263" fmla="*/ 10477 h 83820"/>
                <a:gd name="connsiteX264" fmla="*/ 194310 w 401955"/>
                <a:gd name="connsiteY264" fmla="*/ 13335 h 83820"/>
                <a:gd name="connsiteX265" fmla="*/ 194310 w 401955"/>
                <a:gd name="connsiteY265" fmla="*/ 14287 h 83820"/>
                <a:gd name="connsiteX266" fmla="*/ 194310 w 401955"/>
                <a:gd name="connsiteY266" fmla="*/ 16192 h 83820"/>
                <a:gd name="connsiteX267" fmla="*/ 194310 w 401955"/>
                <a:gd name="connsiteY267" fmla="*/ 18097 h 83820"/>
                <a:gd name="connsiteX268" fmla="*/ 182880 w 401955"/>
                <a:gd name="connsiteY268" fmla="*/ 17145 h 83820"/>
                <a:gd name="connsiteX269" fmla="*/ 146685 w 401955"/>
                <a:gd name="connsiteY269" fmla="*/ 17145 h 83820"/>
                <a:gd name="connsiteX270" fmla="*/ 140969 w 401955"/>
                <a:gd name="connsiteY270" fmla="*/ 22860 h 83820"/>
                <a:gd name="connsiteX271" fmla="*/ 147637 w 401955"/>
                <a:gd name="connsiteY271" fmla="*/ 22860 h 83820"/>
                <a:gd name="connsiteX272" fmla="*/ 178117 w 401955"/>
                <a:gd name="connsiteY272" fmla="*/ 22860 h 83820"/>
                <a:gd name="connsiteX273" fmla="*/ 186690 w 401955"/>
                <a:gd name="connsiteY273" fmla="*/ 22860 h 83820"/>
                <a:gd name="connsiteX274" fmla="*/ 185737 w 401955"/>
                <a:gd name="connsiteY274" fmla="*/ 31432 h 83820"/>
                <a:gd name="connsiteX275" fmla="*/ 184785 w 401955"/>
                <a:gd name="connsiteY275" fmla="*/ 42862 h 83820"/>
                <a:gd name="connsiteX276" fmla="*/ 187642 w 401955"/>
                <a:gd name="connsiteY276" fmla="*/ 42862 h 83820"/>
                <a:gd name="connsiteX277" fmla="*/ 196215 w 401955"/>
                <a:gd name="connsiteY277" fmla="*/ 41910 h 83820"/>
                <a:gd name="connsiteX278" fmla="*/ 196215 w 401955"/>
                <a:gd name="connsiteY278" fmla="*/ 44767 h 83820"/>
                <a:gd name="connsiteX279" fmla="*/ 196215 w 401955"/>
                <a:gd name="connsiteY279" fmla="*/ 45720 h 83820"/>
                <a:gd name="connsiteX280" fmla="*/ 196215 w 401955"/>
                <a:gd name="connsiteY280" fmla="*/ 49530 h 83820"/>
                <a:gd name="connsiteX281" fmla="*/ 187642 w 401955"/>
                <a:gd name="connsiteY281" fmla="*/ 48577 h 83820"/>
                <a:gd name="connsiteX282" fmla="*/ 183832 w 401955"/>
                <a:gd name="connsiteY282" fmla="*/ 48577 h 83820"/>
                <a:gd name="connsiteX283" fmla="*/ 182880 w 401955"/>
                <a:gd name="connsiteY283" fmla="*/ 63817 h 83820"/>
                <a:gd name="connsiteX284" fmla="*/ 184785 w 401955"/>
                <a:gd name="connsiteY284" fmla="*/ 63817 h 83820"/>
                <a:gd name="connsiteX285" fmla="*/ 193357 w 401955"/>
                <a:gd name="connsiteY285" fmla="*/ 63817 h 83820"/>
                <a:gd name="connsiteX286" fmla="*/ 193357 w 401955"/>
                <a:gd name="connsiteY286" fmla="*/ 65722 h 83820"/>
                <a:gd name="connsiteX287" fmla="*/ 193357 w 401955"/>
                <a:gd name="connsiteY287" fmla="*/ 66675 h 83820"/>
                <a:gd name="connsiteX288" fmla="*/ 193357 w 401955"/>
                <a:gd name="connsiteY288" fmla="*/ 70485 h 83820"/>
                <a:gd name="connsiteX289" fmla="*/ 184785 w 401955"/>
                <a:gd name="connsiteY289" fmla="*/ 70485 h 83820"/>
                <a:gd name="connsiteX290" fmla="*/ 182880 w 401955"/>
                <a:gd name="connsiteY290" fmla="*/ 70485 h 83820"/>
                <a:gd name="connsiteX291" fmla="*/ 180974 w 401955"/>
                <a:gd name="connsiteY291" fmla="*/ 76200 h 83820"/>
                <a:gd name="connsiteX292" fmla="*/ 176212 w 401955"/>
                <a:gd name="connsiteY292" fmla="*/ 80010 h 83820"/>
                <a:gd name="connsiteX293" fmla="*/ 164782 w 401955"/>
                <a:gd name="connsiteY293" fmla="*/ 82867 h 83820"/>
                <a:gd name="connsiteX294" fmla="*/ 163830 w 401955"/>
                <a:gd name="connsiteY294" fmla="*/ 80010 h 83820"/>
                <a:gd name="connsiteX295" fmla="*/ 158115 w 401955"/>
                <a:gd name="connsiteY295" fmla="*/ 73342 h 83820"/>
                <a:gd name="connsiteX296" fmla="*/ 166687 w 401955"/>
                <a:gd name="connsiteY296" fmla="*/ 74295 h 83820"/>
                <a:gd name="connsiteX297" fmla="*/ 172402 w 401955"/>
                <a:gd name="connsiteY297" fmla="*/ 72390 h 83820"/>
                <a:gd name="connsiteX298" fmla="*/ 172402 w 401955"/>
                <a:gd name="connsiteY298" fmla="*/ 70485 h 83820"/>
                <a:gd name="connsiteX299" fmla="*/ 140017 w 401955"/>
                <a:gd name="connsiteY299" fmla="*/ 70485 h 83820"/>
                <a:gd name="connsiteX300" fmla="*/ 131444 w 401955"/>
                <a:gd name="connsiteY300" fmla="*/ 70485 h 83820"/>
                <a:gd name="connsiteX301" fmla="*/ 132397 w 401955"/>
                <a:gd name="connsiteY301" fmla="*/ 62865 h 83820"/>
                <a:gd name="connsiteX302" fmla="*/ 133349 w 401955"/>
                <a:gd name="connsiteY302" fmla="*/ 49530 h 83820"/>
                <a:gd name="connsiteX303" fmla="*/ 131444 w 401955"/>
                <a:gd name="connsiteY303" fmla="*/ 49530 h 83820"/>
                <a:gd name="connsiteX304" fmla="*/ 127635 w 401955"/>
                <a:gd name="connsiteY304" fmla="*/ 49530 h 83820"/>
                <a:gd name="connsiteX305" fmla="*/ 124396 w 401955"/>
                <a:gd name="connsiteY305" fmla="*/ 49530 h 83820"/>
                <a:gd name="connsiteX306" fmla="*/ 124777 w 401955"/>
                <a:gd name="connsiteY306" fmla="*/ 48577 h 83820"/>
                <a:gd name="connsiteX307" fmla="*/ 122872 w 401955"/>
                <a:gd name="connsiteY307" fmla="*/ 47943 h 83820"/>
                <a:gd name="connsiteX308" fmla="*/ 122872 w 401955"/>
                <a:gd name="connsiteY308" fmla="*/ 47625 h 83820"/>
                <a:gd name="connsiteX309" fmla="*/ 122872 w 401955"/>
                <a:gd name="connsiteY309" fmla="*/ 46672 h 83820"/>
                <a:gd name="connsiteX310" fmla="*/ 122872 w 401955"/>
                <a:gd name="connsiteY310" fmla="*/ 42862 h 83820"/>
                <a:gd name="connsiteX311" fmla="*/ 131444 w 401955"/>
                <a:gd name="connsiteY311" fmla="*/ 43815 h 83820"/>
                <a:gd name="connsiteX312" fmla="*/ 133349 w 401955"/>
                <a:gd name="connsiteY312" fmla="*/ 43815 h 83820"/>
                <a:gd name="connsiteX313" fmla="*/ 134302 w 401955"/>
                <a:gd name="connsiteY313" fmla="*/ 32385 h 83820"/>
                <a:gd name="connsiteX314" fmla="*/ 134302 w 401955"/>
                <a:gd name="connsiteY314" fmla="*/ 28575 h 83820"/>
                <a:gd name="connsiteX315" fmla="*/ 134302 w 401955"/>
                <a:gd name="connsiteY315" fmla="*/ 26670 h 83820"/>
                <a:gd name="connsiteX316" fmla="*/ 130492 w 401955"/>
                <a:gd name="connsiteY316" fmla="*/ 30480 h 83820"/>
                <a:gd name="connsiteX317" fmla="*/ 125730 w 401955"/>
                <a:gd name="connsiteY317" fmla="*/ 26670 h 83820"/>
                <a:gd name="connsiteX318" fmla="*/ 127635 w 401955"/>
                <a:gd name="connsiteY318" fmla="*/ 25717 h 83820"/>
                <a:gd name="connsiteX319" fmla="*/ 137160 w 401955"/>
                <a:gd name="connsiteY319" fmla="*/ 18097 h 83820"/>
                <a:gd name="connsiteX320" fmla="*/ 142874 w 401955"/>
                <a:gd name="connsiteY320" fmla="*/ 11430 h 83820"/>
                <a:gd name="connsiteX321" fmla="*/ 145732 w 401955"/>
                <a:gd name="connsiteY321" fmla="*/ 7620 h 83820"/>
                <a:gd name="connsiteX322" fmla="*/ 147637 w 401955"/>
                <a:gd name="connsiteY322" fmla="*/ 3810 h 83820"/>
                <a:gd name="connsiteX323" fmla="*/ 259080 w 401955"/>
                <a:gd name="connsiteY323" fmla="*/ 953 h 83820"/>
                <a:gd name="connsiteX324" fmla="*/ 263842 w 401955"/>
                <a:gd name="connsiteY324" fmla="*/ 953 h 83820"/>
                <a:gd name="connsiteX325" fmla="*/ 268605 w 401955"/>
                <a:gd name="connsiteY325" fmla="*/ 953 h 83820"/>
                <a:gd name="connsiteX326" fmla="*/ 268605 w 401955"/>
                <a:gd name="connsiteY326" fmla="*/ 4763 h 83820"/>
                <a:gd name="connsiteX327" fmla="*/ 268605 w 401955"/>
                <a:gd name="connsiteY327" fmla="*/ 8573 h 83820"/>
                <a:gd name="connsiteX328" fmla="*/ 268605 w 401955"/>
                <a:gd name="connsiteY328" fmla="*/ 11430 h 83820"/>
                <a:gd name="connsiteX329" fmla="*/ 273367 w 401955"/>
                <a:gd name="connsiteY329" fmla="*/ 11430 h 83820"/>
                <a:gd name="connsiteX330" fmla="*/ 282892 w 401955"/>
                <a:gd name="connsiteY330" fmla="*/ 11430 h 83820"/>
                <a:gd name="connsiteX331" fmla="*/ 282892 w 401955"/>
                <a:gd name="connsiteY331" fmla="*/ 15240 h 83820"/>
                <a:gd name="connsiteX332" fmla="*/ 282892 w 401955"/>
                <a:gd name="connsiteY332" fmla="*/ 16193 h 83820"/>
                <a:gd name="connsiteX333" fmla="*/ 282892 w 401955"/>
                <a:gd name="connsiteY333" fmla="*/ 18098 h 83820"/>
                <a:gd name="connsiteX334" fmla="*/ 290512 w 401955"/>
                <a:gd name="connsiteY334" fmla="*/ 7620 h 83820"/>
                <a:gd name="connsiteX335" fmla="*/ 292417 w 401955"/>
                <a:gd name="connsiteY335" fmla="*/ 4763 h 83820"/>
                <a:gd name="connsiteX336" fmla="*/ 301942 w 401955"/>
                <a:gd name="connsiteY336" fmla="*/ 8573 h 83820"/>
                <a:gd name="connsiteX337" fmla="*/ 299085 w 401955"/>
                <a:gd name="connsiteY337" fmla="*/ 11430 h 83820"/>
                <a:gd name="connsiteX338" fmla="*/ 296227 w 401955"/>
                <a:gd name="connsiteY338" fmla="*/ 15240 h 83820"/>
                <a:gd name="connsiteX339" fmla="*/ 286702 w 401955"/>
                <a:gd name="connsiteY339" fmla="*/ 26670 h 83820"/>
                <a:gd name="connsiteX340" fmla="*/ 295274 w 401955"/>
                <a:gd name="connsiteY340" fmla="*/ 26670 h 83820"/>
                <a:gd name="connsiteX341" fmla="*/ 309562 w 401955"/>
                <a:gd name="connsiteY341" fmla="*/ 26670 h 83820"/>
                <a:gd name="connsiteX342" fmla="*/ 309562 w 401955"/>
                <a:gd name="connsiteY342" fmla="*/ 29528 h 83820"/>
                <a:gd name="connsiteX343" fmla="*/ 309562 w 401955"/>
                <a:gd name="connsiteY343" fmla="*/ 31433 h 83820"/>
                <a:gd name="connsiteX344" fmla="*/ 309562 w 401955"/>
                <a:gd name="connsiteY344" fmla="*/ 33338 h 83820"/>
                <a:gd name="connsiteX345" fmla="*/ 295274 w 401955"/>
                <a:gd name="connsiteY345" fmla="*/ 33338 h 83820"/>
                <a:gd name="connsiteX346" fmla="*/ 280035 w 401955"/>
                <a:gd name="connsiteY346" fmla="*/ 33338 h 83820"/>
                <a:gd name="connsiteX347" fmla="*/ 270510 w 401955"/>
                <a:gd name="connsiteY347" fmla="*/ 40958 h 83820"/>
                <a:gd name="connsiteX348" fmla="*/ 285749 w 401955"/>
                <a:gd name="connsiteY348" fmla="*/ 40958 h 83820"/>
                <a:gd name="connsiteX349" fmla="*/ 298132 w 401955"/>
                <a:gd name="connsiteY349" fmla="*/ 40958 h 83820"/>
                <a:gd name="connsiteX350" fmla="*/ 298132 w 401955"/>
                <a:gd name="connsiteY350" fmla="*/ 46673 h 83820"/>
                <a:gd name="connsiteX351" fmla="*/ 298132 w 401955"/>
                <a:gd name="connsiteY351" fmla="*/ 51435 h 83820"/>
                <a:gd name="connsiteX352" fmla="*/ 298132 w 401955"/>
                <a:gd name="connsiteY352" fmla="*/ 70485 h 83820"/>
                <a:gd name="connsiteX353" fmla="*/ 298132 w 401955"/>
                <a:gd name="connsiteY353" fmla="*/ 75248 h 83820"/>
                <a:gd name="connsiteX354" fmla="*/ 298132 w 401955"/>
                <a:gd name="connsiteY354" fmla="*/ 80010 h 83820"/>
                <a:gd name="connsiteX355" fmla="*/ 293369 w 401955"/>
                <a:gd name="connsiteY355" fmla="*/ 80010 h 83820"/>
                <a:gd name="connsiteX356" fmla="*/ 287655 w 401955"/>
                <a:gd name="connsiteY356" fmla="*/ 80010 h 83820"/>
                <a:gd name="connsiteX357" fmla="*/ 287655 w 401955"/>
                <a:gd name="connsiteY357" fmla="*/ 78105 h 83820"/>
                <a:gd name="connsiteX358" fmla="*/ 287655 w 401955"/>
                <a:gd name="connsiteY358" fmla="*/ 77153 h 83820"/>
                <a:gd name="connsiteX359" fmla="*/ 287655 w 401955"/>
                <a:gd name="connsiteY359" fmla="*/ 76200 h 83820"/>
                <a:gd name="connsiteX360" fmla="*/ 259080 w 401955"/>
                <a:gd name="connsiteY360" fmla="*/ 76200 h 83820"/>
                <a:gd name="connsiteX361" fmla="*/ 259080 w 401955"/>
                <a:gd name="connsiteY361" fmla="*/ 78105 h 83820"/>
                <a:gd name="connsiteX362" fmla="*/ 259080 w 401955"/>
                <a:gd name="connsiteY362" fmla="*/ 80010 h 83820"/>
                <a:gd name="connsiteX363" fmla="*/ 259080 w 401955"/>
                <a:gd name="connsiteY363" fmla="*/ 81915 h 83820"/>
                <a:gd name="connsiteX364" fmla="*/ 254317 w 401955"/>
                <a:gd name="connsiteY364" fmla="*/ 81915 h 83820"/>
                <a:gd name="connsiteX365" fmla="*/ 249555 w 401955"/>
                <a:gd name="connsiteY365" fmla="*/ 81915 h 83820"/>
                <a:gd name="connsiteX366" fmla="*/ 249555 w 401955"/>
                <a:gd name="connsiteY366" fmla="*/ 77153 h 83820"/>
                <a:gd name="connsiteX367" fmla="*/ 249555 w 401955"/>
                <a:gd name="connsiteY367" fmla="*/ 72390 h 83820"/>
                <a:gd name="connsiteX368" fmla="*/ 249555 w 401955"/>
                <a:gd name="connsiteY368" fmla="*/ 54293 h 83820"/>
                <a:gd name="connsiteX369" fmla="*/ 245744 w 401955"/>
                <a:gd name="connsiteY369" fmla="*/ 57150 h 83820"/>
                <a:gd name="connsiteX370" fmla="*/ 243840 w 401955"/>
                <a:gd name="connsiteY370" fmla="*/ 58103 h 83820"/>
                <a:gd name="connsiteX371" fmla="*/ 240982 w 401955"/>
                <a:gd name="connsiteY371" fmla="*/ 60008 h 83820"/>
                <a:gd name="connsiteX372" fmla="*/ 236219 w 401955"/>
                <a:gd name="connsiteY372" fmla="*/ 56198 h 83820"/>
                <a:gd name="connsiteX373" fmla="*/ 228599 w 401955"/>
                <a:gd name="connsiteY373" fmla="*/ 54293 h 83820"/>
                <a:gd name="connsiteX374" fmla="*/ 233362 w 401955"/>
                <a:gd name="connsiteY374" fmla="*/ 53340 h 83820"/>
                <a:gd name="connsiteX375" fmla="*/ 246697 w 401955"/>
                <a:gd name="connsiteY375" fmla="*/ 46673 h 83820"/>
                <a:gd name="connsiteX376" fmla="*/ 246697 w 401955"/>
                <a:gd name="connsiteY376" fmla="*/ 41910 h 83820"/>
                <a:gd name="connsiteX377" fmla="*/ 254317 w 401955"/>
                <a:gd name="connsiteY377" fmla="*/ 41910 h 83820"/>
                <a:gd name="connsiteX378" fmla="*/ 265747 w 401955"/>
                <a:gd name="connsiteY378" fmla="*/ 34290 h 83820"/>
                <a:gd name="connsiteX379" fmla="*/ 248602 w 401955"/>
                <a:gd name="connsiteY379" fmla="*/ 34290 h 83820"/>
                <a:gd name="connsiteX380" fmla="*/ 233362 w 401955"/>
                <a:gd name="connsiteY380" fmla="*/ 34290 h 83820"/>
                <a:gd name="connsiteX381" fmla="*/ 233362 w 401955"/>
                <a:gd name="connsiteY381" fmla="*/ 31433 h 83820"/>
                <a:gd name="connsiteX382" fmla="*/ 233362 w 401955"/>
                <a:gd name="connsiteY382" fmla="*/ 30480 h 83820"/>
                <a:gd name="connsiteX383" fmla="*/ 233362 w 401955"/>
                <a:gd name="connsiteY383" fmla="*/ 27623 h 83820"/>
                <a:gd name="connsiteX384" fmla="*/ 248602 w 401955"/>
                <a:gd name="connsiteY384" fmla="*/ 27623 h 83820"/>
                <a:gd name="connsiteX385" fmla="*/ 259080 w 401955"/>
                <a:gd name="connsiteY385" fmla="*/ 27623 h 83820"/>
                <a:gd name="connsiteX386" fmla="*/ 259080 w 401955"/>
                <a:gd name="connsiteY386" fmla="*/ 18098 h 83820"/>
                <a:gd name="connsiteX387" fmla="*/ 254317 w 401955"/>
                <a:gd name="connsiteY387" fmla="*/ 18098 h 83820"/>
                <a:gd name="connsiteX388" fmla="*/ 243840 w 401955"/>
                <a:gd name="connsiteY388" fmla="*/ 18098 h 83820"/>
                <a:gd name="connsiteX389" fmla="*/ 243840 w 401955"/>
                <a:gd name="connsiteY389" fmla="*/ 16193 h 83820"/>
                <a:gd name="connsiteX390" fmla="*/ 243840 w 401955"/>
                <a:gd name="connsiteY390" fmla="*/ 15240 h 83820"/>
                <a:gd name="connsiteX391" fmla="*/ 243840 w 401955"/>
                <a:gd name="connsiteY391" fmla="*/ 11430 h 83820"/>
                <a:gd name="connsiteX392" fmla="*/ 254317 w 401955"/>
                <a:gd name="connsiteY392" fmla="*/ 11430 h 83820"/>
                <a:gd name="connsiteX393" fmla="*/ 259080 w 401955"/>
                <a:gd name="connsiteY393" fmla="*/ 11430 h 83820"/>
                <a:gd name="connsiteX394" fmla="*/ 259080 w 401955"/>
                <a:gd name="connsiteY394" fmla="*/ 8573 h 83820"/>
                <a:gd name="connsiteX395" fmla="*/ 259080 w 401955"/>
                <a:gd name="connsiteY395" fmla="*/ 4763 h 83820"/>
                <a:gd name="connsiteX396" fmla="*/ 347662 w 401955"/>
                <a:gd name="connsiteY396" fmla="*/ 0 h 83820"/>
                <a:gd name="connsiteX397" fmla="*/ 359092 w 401955"/>
                <a:gd name="connsiteY397" fmla="*/ 1905 h 83820"/>
                <a:gd name="connsiteX398" fmla="*/ 357187 w 401955"/>
                <a:gd name="connsiteY398" fmla="*/ 3810 h 83820"/>
                <a:gd name="connsiteX399" fmla="*/ 354330 w 401955"/>
                <a:gd name="connsiteY399" fmla="*/ 8572 h 83820"/>
                <a:gd name="connsiteX400" fmla="*/ 381000 w 401955"/>
                <a:gd name="connsiteY400" fmla="*/ 8572 h 83820"/>
                <a:gd name="connsiteX401" fmla="*/ 391477 w 401955"/>
                <a:gd name="connsiteY401" fmla="*/ 8572 h 83820"/>
                <a:gd name="connsiteX402" fmla="*/ 390525 w 401955"/>
                <a:gd name="connsiteY402" fmla="*/ 12382 h 83820"/>
                <a:gd name="connsiteX403" fmla="*/ 390525 w 401955"/>
                <a:gd name="connsiteY403" fmla="*/ 14287 h 83820"/>
                <a:gd name="connsiteX404" fmla="*/ 388619 w 401955"/>
                <a:gd name="connsiteY404" fmla="*/ 28575 h 83820"/>
                <a:gd name="connsiteX405" fmla="*/ 387667 w 401955"/>
                <a:gd name="connsiteY405" fmla="*/ 32385 h 83820"/>
                <a:gd name="connsiteX406" fmla="*/ 385762 w 401955"/>
                <a:gd name="connsiteY406" fmla="*/ 35242 h 83820"/>
                <a:gd name="connsiteX407" fmla="*/ 381000 w 401955"/>
                <a:gd name="connsiteY407" fmla="*/ 37147 h 83820"/>
                <a:gd name="connsiteX408" fmla="*/ 369569 w 401955"/>
                <a:gd name="connsiteY408" fmla="*/ 39052 h 83820"/>
                <a:gd name="connsiteX409" fmla="*/ 368617 w 401955"/>
                <a:gd name="connsiteY409" fmla="*/ 35242 h 83820"/>
                <a:gd name="connsiteX410" fmla="*/ 365760 w 401955"/>
                <a:gd name="connsiteY410" fmla="*/ 30480 h 83820"/>
                <a:gd name="connsiteX411" fmla="*/ 373380 w 401955"/>
                <a:gd name="connsiteY411" fmla="*/ 31432 h 83820"/>
                <a:gd name="connsiteX412" fmla="*/ 378142 w 401955"/>
                <a:gd name="connsiteY412" fmla="*/ 30480 h 83820"/>
                <a:gd name="connsiteX413" fmla="*/ 380047 w 401955"/>
                <a:gd name="connsiteY413" fmla="*/ 25717 h 83820"/>
                <a:gd name="connsiteX414" fmla="*/ 381000 w 401955"/>
                <a:gd name="connsiteY414" fmla="*/ 16192 h 83820"/>
                <a:gd name="connsiteX415" fmla="*/ 335280 w 401955"/>
                <a:gd name="connsiteY415" fmla="*/ 16192 h 83820"/>
                <a:gd name="connsiteX416" fmla="*/ 335280 w 401955"/>
                <a:gd name="connsiteY416" fmla="*/ 42862 h 83820"/>
                <a:gd name="connsiteX417" fmla="*/ 391477 w 401955"/>
                <a:gd name="connsiteY417" fmla="*/ 42862 h 83820"/>
                <a:gd name="connsiteX418" fmla="*/ 401955 w 401955"/>
                <a:gd name="connsiteY418" fmla="*/ 42862 h 83820"/>
                <a:gd name="connsiteX419" fmla="*/ 401955 w 401955"/>
                <a:gd name="connsiteY419" fmla="*/ 46672 h 83820"/>
                <a:gd name="connsiteX420" fmla="*/ 401955 w 401955"/>
                <a:gd name="connsiteY420" fmla="*/ 49530 h 83820"/>
                <a:gd name="connsiteX421" fmla="*/ 401002 w 401955"/>
                <a:gd name="connsiteY421" fmla="*/ 69532 h 83820"/>
                <a:gd name="connsiteX422" fmla="*/ 399097 w 401955"/>
                <a:gd name="connsiteY422" fmla="*/ 76200 h 83820"/>
                <a:gd name="connsiteX423" fmla="*/ 393382 w 401955"/>
                <a:gd name="connsiteY423" fmla="*/ 79057 h 83820"/>
                <a:gd name="connsiteX424" fmla="*/ 381000 w 401955"/>
                <a:gd name="connsiteY424" fmla="*/ 80962 h 83820"/>
                <a:gd name="connsiteX425" fmla="*/ 381000 w 401955"/>
                <a:gd name="connsiteY425" fmla="*/ 77152 h 83820"/>
                <a:gd name="connsiteX426" fmla="*/ 378142 w 401955"/>
                <a:gd name="connsiteY426" fmla="*/ 72151 h 83820"/>
                <a:gd name="connsiteX427" fmla="*/ 378142 w 401955"/>
                <a:gd name="connsiteY427" fmla="*/ 70580 h 83820"/>
                <a:gd name="connsiteX428" fmla="*/ 386715 w 401955"/>
                <a:gd name="connsiteY428" fmla="*/ 71437 h 83820"/>
                <a:gd name="connsiteX429" fmla="*/ 389572 w 401955"/>
                <a:gd name="connsiteY429" fmla="*/ 70485 h 83820"/>
                <a:gd name="connsiteX430" fmla="*/ 390525 w 401955"/>
                <a:gd name="connsiteY430" fmla="*/ 67627 h 83820"/>
                <a:gd name="connsiteX431" fmla="*/ 391477 w 401955"/>
                <a:gd name="connsiteY431" fmla="*/ 48577 h 83820"/>
                <a:gd name="connsiteX432" fmla="*/ 335280 w 401955"/>
                <a:gd name="connsiteY432" fmla="*/ 48577 h 83820"/>
                <a:gd name="connsiteX433" fmla="*/ 325755 w 401955"/>
                <a:gd name="connsiteY433" fmla="*/ 51435 h 83820"/>
                <a:gd name="connsiteX434" fmla="*/ 325755 w 401955"/>
                <a:gd name="connsiteY434" fmla="*/ 46672 h 83820"/>
                <a:gd name="connsiteX435" fmla="*/ 325755 w 401955"/>
                <a:gd name="connsiteY435" fmla="*/ 41910 h 83820"/>
                <a:gd name="connsiteX436" fmla="*/ 325755 w 401955"/>
                <a:gd name="connsiteY436" fmla="*/ 18097 h 83820"/>
                <a:gd name="connsiteX437" fmla="*/ 325755 w 401955"/>
                <a:gd name="connsiteY437" fmla="*/ 14287 h 83820"/>
                <a:gd name="connsiteX438" fmla="*/ 325755 w 401955"/>
                <a:gd name="connsiteY438" fmla="*/ 9525 h 83820"/>
                <a:gd name="connsiteX439" fmla="*/ 336232 w 401955"/>
                <a:gd name="connsiteY439" fmla="*/ 9525 h 83820"/>
                <a:gd name="connsiteX440" fmla="*/ 344805 w 401955"/>
                <a:gd name="connsiteY440" fmla="*/ 9525 h 83820"/>
                <a:gd name="connsiteX441" fmla="*/ 347662 w 401955"/>
                <a:gd name="connsiteY441" fmla="*/ 0 h 83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</a:cxnLst>
              <a:rect l="l" t="t" r="r" b="b"/>
              <a:pathLst>
                <a:path w="401955" h="83820">
                  <a:moveTo>
                    <a:pt x="254317" y="61913"/>
                  </a:moveTo>
                  <a:lnTo>
                    <a:pt x="254317" y="70485"/>
                  </a:lnTo>
                  <a:lnTo>
                    <a:pt x="282892" y="70485"/>
                  </a:lnTo>
                  <a:lnTo>
                    <a:pt x="282892" y="61913"/>
                  </a:lnTo>
                  <a:close/>
                  <a:moveTo>
                    <a:pt x="342900" y="52387"/>
                  </a:moveTo>
                  <a:cubicBezTo>
                    <a:pt x="345757" y="52387"/>
                    <a:pt x="348615" y="52387"/>
                    <a:pt x="352425" y="52387"/>
                  </a:cubicBezTo>
                  <a:cubicBezTo>
                    <a:pt x="352425" y="54292"/>
                    <a:pt x="352425" y="56197"/>
                    <a:pt x="352425" y="58102"/>
                  </a:cubicBezTo>
                  <a:cubicBezTo>
                    <a:pt x="352425" y="60007"/>
                    <a:pt x="352425" y="60960"/>
                    <a:pt x="352425" y="61912"/>
                  </a:cubicBezTo>
                  <a:lnTo>
                    <a:pt x="352425" y="68580"/>
                  </a:lnTo>
                  <a:lnTo>
                    <a:pt x="368617" y="68580"/>
                  </a:lnTo>
                  <a:lnTo>
                    <a:pt x="368617" y="63817"/>
                  </a:lnTo>
                  <a:cubicBezTo>
                    <a:pt x="368617" y="61912"/>
                    <a:pt x="368617" y="60007"/>
                    <a:pt x="368617" y="60007"/>
                  </a:cubicBezTo>
                  <a:lnTo>
                    <a:pt x="368617" y="55245"/>
                  </a:lnTo>
                  <a:cubicBezTo>
                    <a:pt x="371475" y="55245"/>
                    <a:pt x="373380" y="55245"/>
                    <a:pt x="373380" y="55245"/>
                  </a:cubicBezTo>
                  <a:cubicBezTo>
                    <a:pt x="374332" y="55245"/>
                    <a:pt x="375285" y="55245"/>
                    <a:pt x="378142" y="55245"/>
                  </a:cubicBezTo>
                  <a:cubicBezTo>
                    <a:pt x="378142" y="57150"/>
                    <a:pt x="378142" y="59055"/>
                    <a:pt x="378142" y="60007"/>
                  </a:cubicBezTo>
                  <a:cubicBezTo>
                    <a:pt x="378142" y="61912"/>
                    <a:pt x="378142" y="62865"/>
                    <a:pt x="378142" y="63817"/>
                  </a:cubicBezTo>
                  <a:lnTo>
                    <a:pt x="378142" y="70485"/>
                  </a:lnTo>
                  <a:lnTo>
                    <a:pt x="378142" y="70580"/>
                  </a:lnTo>
                  <a:lnTo>
                    <a:pt x="377190" y="70485"/>
                  </a:lnTo>
                  <a:lnTo>
                    <a:pt x="378142" y="72151"/>
                  </a:lnTo>
                  <a:lnTo>
                    <a:pt x="378142" y="75247"/>
                  </a:lnTo>
                  <a:lnTo>
                    <a:pt x="378142" y="80010"/>
                  </a:lnTo>
                  <a:cubicBezTo>
                    <a:pt x="374332" y="80010"/>
                    <a:pt x="371475" y="80010"/>
                    <a:pt x="368617" y="80010"/>
                  </a:cubicBezTo>
                  <a:cubicBezTo>
                    <a:pt x="368617" y="78105"/>
                    <a:pt x="368617" y="77152"/>
                    <a:pt x="368617" y="77152"/>
                  </a:cubicBezTo>
                  <a:lnTo>
                    <a:pt x="368617" y="75247"/>
                  </a:lnTo>
                  <a:lnTo>
                    <a:pt x="327660" y="77152"/>
                  </a:lnTo>
                  <a:cubicBezTo>
                    <a:pt x="322897" y="76200"/>
                    <a:pt x="320992" y="76200"/>
                    <a:pt x="318135" y="76200"/>
                  </a:cubicBezTo>
                  <a:cubicBezTo>
                    <a:pt x="318135" y="75247"/>
                    <a:pt x="318135" y="73342"/>
                    <a:pt x="318135" y="72390"/>
                  </a:cubicBezTo>
                  <a:cubicBezTo>
                    <a:pt x="318135" y="71437"/>
                    <a:pt x="318135" y="70485"/>
                    <a:pt x="318135" y="68580"/>
                  </a:cubicBezTo>
                  <a:lnTo>
                    <a:pt x="318135" y="62865"/>
                  </a:lnTo>
                  <a:cubicBezTo>
                    <a:pt x="318135" y="60960"/>
                    <a:pt x="318135" y="59055"/>
                    <a:pt x="318135" y="59055"/>
                  </a:cubicBezTo>
                  <a:lnTo>
                    <a:pt x="318135" y="55245"/>
                  </a:lnTo>
                  <a:cubicBezTo>
                    <a:pt x="320992" y="55245"/>
                    <a:pt x="321944" y="55245"/>
                    <a:pt x="322897" y="55245"/>
                  </a:cubicBezTo>
                  <a:cubicBezTo>
                    <a:pt x="323850" y="55245"/>
                    <a:pt x="324802" y="55245"/>
                    <a:pt x="327660" y="55245"/>
                  </a:cubicBezTo>
                  <a:cubicBezTo>
                    <a:pt x="327660" y="57150"/>
                    <a:pt x="327660" y="58102"/>
                    <a:pt x="327660" y="60007"/>
                  </a:cubicBezTo>
                  <a:cubicBezTo>
                    <a:pt x="327660" y="60960"/>
                    <a:pt x="327660" y="61912"/>
                    <a:pt x="327660" y="63817"/>
                  </a:cubicBezTo>
                  <a:lnTo>
                    <a:pt x="327660" y="69532"/>
                  </a:lnTo>
                  <a:lnTo>
                    <a:pt x="342900" y="68580"/>
                  </a:lnTo>
                  <a:lnTo>
                    <a:pt x="342900" y="61912"/>
                  </a:lnTo>
                  <a:cubicBezTo>
                    <a:pt x="342900" y="60007"/>
                    <a:pt x="342900" y="58102"/>
                    <a:pt x="342900" y="57150"/>
                  </a:cubicBezTo>
                  <a:close/>
                  <a:moveTo>
                    <a:pt x="161924" y="50482"/>
                  </a:moveTo>
                  <a:lnTo>
                    <a:pt x="167640" y="60960"/>
                  </a:lnTo>
                  <a:cubicBezTo>
                    <a:pt x="164782" y="60960"/>
                    <a:pt x="161924" y="61912"/>
                    <a:pt x="159067" y="62865"/>
                  </a:cubicBezTo>
                  <a:lnTo>
                    <a:pt x="158115" y="60960"/>
                  </a:lnTo>
                  <a:cubicBezTo>
                    <a:pt x="158115" y="60007"/>
                    <a:pt x="157162" y="59055"/>
                    <a:pt x="157162" y="58102"/>
                  </a:cubicBezTo>
                  <a:cubicBezTo>
                    <a:pt x="157162" y="57150"/>
                    <a:pt x="156210" y="56197"/>
                    <a:pt x="155257" y="54292"/>
                  </a:cubicBezTo>
                  <a:lnTo>
                    <a:pt x="154305" y="52387"/>
                  </a:lnTo>
                  <a:cubicBezTo>
                    <a:pt x="157162" y="52387"/>
                    <a:pt x="160019" y="51435"/>
                    <a:pt x="161924" y="50482"/>
                  </a:cubicBezTo>
                  <a:close/>
                  <a:moveTo>
                    <a:pt x="145732" y="49530"/>
                  </a:moveTo>
                  <a:lnTo>
                    <a:pt x="144780" y="64770"/>
                  </a:lnTo>
                  <a:lnTo>
                    <a:pt x="177165" y="64770"/>
                  </a:lnTo>
                  <a:lnTo>
                    <a:pt x="178117" y="49530"/>
                  </a:lnTo>
                  <a:close/>
                  <a:moveTo>
                    <a:pt x="254317" y="48578"/>
                  </a:moveTo>
                  <a:lnTo>
                    <a:pt x="254317" y="56198"/>
                  </a:lnTo>
                  <a:lnTo>
                    <a:pt x="282892" y="56198"/>
                  </a:lnTo>
                  <a:lnTo>
                    <a:pt x="282892" y="48578"/>
                  </a:lnTo>
                  <a:close/>
                  <a:moveTo>
                    <a:pt x="116205" y="43815"/>
                  </a:moveTo>
                  <a:cubicBezTo>
                    <a:pt x="119062" y="46672"/>
                    <a:pt x="120967" y="47625"/>
                    <a:pt x="121919" y="47625"/>
                  </a:cubicBezTo>
                  <a:lnTo>
                    <a:pt x="122872" y="47943"/>
                  </a:lnTo>
                  <a:lnTo>
                    <a:pt x="122872" y="49530"/>
                  </a:lnTo>
                  <a:lnTo>
                    <a:pt x="124396" y="49530"/>
                  </a:lnTo>
                  <a:lnTo>
                    <a:pt x="122872" y="53340"/>
                  </a:lnTo>
                  <a:cubicBezTo>
                    <a:pt x="122872" y="54292"/>
                    <a:pt x="121919" y="56197"/>
                    <a:pt x="120967" y="59055"/>
                  </a:cubicBezTo>
                  <a:cubicBezTo>
                    <a:pt x="120015" y="61912"/>
                    <a:pt x="119062" y="64770"/>
                    <a:pt x="117157" y="68580"/>
                  </a:cubicBezTo>
                  <a:cubicBezTo>
                    <a:pt x="116205" y="72390"/>
                    <a:pt x="114299" y="75247"/>
                    <a:pt x="114299" y="79057"/>
                  </a:cubicBezTo>
                  <a:cubicBezTo>
                    <a:pt x="111442" y="77152"/>
                    <a:pt x="108585" y="75247"/>
                    <a:pt x="104774" y="74295"/>
                  </a:cubicBezTo>
                  <a:lnTo>
                    <a:pt x="106680" y="71437"/>
                  </a:lnTo>
                  <a:cubicBezTo>
                    <a:pt x="109537" y="66675"/>
                    <a:pt x="111442" y="61912"/>
                    <a:pt x="113347" y="56197"/>
                  </a:cubicBezTo>
                  <a:cubicBezTo>
                    <a:pt x="115252" y="50482"/>
                    <a:pt x="116205" y="46672"/>
                    <a:pt x="116205" y="45720"/>
                  </a:cubicBezTo>
                  <a:close/>
                  <a:moveTo>
                    <a:pt x="33337" y="34290"/>
                  </a:moveTo>
                  <a:lnTo>
                    <a:pt x="40957" y="45720"/>
                  </a:lnTo>
                  <a:cubicBezTo>
                    <a:pt x="39053" y="45720"/>
                    <a:pt x="37147" y="46672"/>
                    <a:pt x="35242" y="46672"/>
                  </a:cubicBezTo>
                  <a:lnTo>
                    <a:pt x="46672" y="46672"/>
                  </a:lnTo>
                  <a:cubicBezTo>
                    <a:pt x="47625" y="44767"/>
                    <a:pt x="49530" y="42862"/>
                    <a:pt x="50482" y="40957"/>
                  </a:cubicBezTo>
                  <a:cubicBezTo>
                    <a:pt x="51435" y="39052"/>
                    <a:pt x="52387" y="37147"/>
                    <a:pt x="52387" y="37147"/>
                  </a:cubicBezTo>
                  <a:lnTo>
                    <a:pt x="54292" y="34290"/>
                  </a:lnTo>
                  <a:cubicBezTo>
                    <a:pt x="57150" y="36195"/>
                    <a:pt x="60007" y="37147"/>
                    <a:pt x="62865" y="37147"/>
                  </a:cubicBezTo>
                  <a:lnTo>
                    <a:pt x="60007" y="40957"/>
                  </a:lnTo>
                  <a:cubicBezTo>
                    <a:pt x="59055" y="42862"/>
                    <a:pt x="57150" y="44767"/>
                    <a:pt x="55245" y="46672"/>
                  </a:cubicBezTo>
                  <a:lnTo>
                    <a:pt x="58103" y="46672"/>
                  </a:lnTo>
                  <a:cubicBezTo>
                    <a:pt x="60960" y="46672"/>
                    <a:pt x="64770" y="46672"/>
                    <a:pt x="67628" y="46672"/>
                  </a:cubicBezTo>
                  <a:cubicBezTo>
                    <a:pt x="67628" y="47625"/>
                    <a:pt x="67628" y="48577"/>
                    <a:pt x="67628" y="48577"/>
                  </a:cubicBezTo>
                  <a:cubicBezTo>
                    <a:pt x="67628" y="49530"/>
                    <a:pt x="67628" y="49530"/>
                    <a:pt x="67628" y="49530"/>
                  </a:cubicBezTo>
                  <a:cubicBezTo>
                    <a:pt x="67628" y="49530"/>
                    <a:pt x="67628" y="50482"/>
                    <a:pt x="67628" y="52387"/>
                  </a:cubicBezTo>
                  <a:cubicBezTo>
                    <a:pt x="63817" y="52387"/>
                    <a:pt x="60960" y="52387"/>
                    <a:pt x="58103" y="52387"/>
                  </a:cubicBezTo>
                  <a:lnTo>
                    <a:pt x="48578" y="52387"/>
                  </a:lnTo>
                  <a:lnTo>
                    <a:pt x="48578" y="59055"/>
                  </a:lnTo>
                  <a:lnTo>
                    <a:pt x="58103" y="59055"/>
                  </a:lnTo>
                  <a:cubicBezTo>
                    <a:pt x="62865" y="59055"/>
                    <a:pt x="67628" y="59055"/>
                    <a:pt x="72390" y="58102"/>
                  </a:cubicBezTo>
                  <a:cubicBezTo>
                    <a:pt x="72390" y="59055"/>
                    <a:pt x="72390" y="60007"/>
                    <a:pt x="72390" y="60007"/>
                  </a:cubicBezTo>
                  <a:cubicBezTo>
                    <a:pt x="72390" y="60960"/>
                    <a:pt x="72390" y="60960"/>
                    <a:pt x="72390" y="60960"/>
                  </a:cubicBezTo>
                  <a:cubicBezTo>
                    <a:pt x="72390" y="60960"/>
                    <a:pt x="72390" y="62865"/>
                    <a:pt x="72390" y="64770"/>
                  </a:cubicBezTo>
                  <a:cubicBezTo>
                    <a:pt x="67628" y="64770"/>
                    <a:pt x="62865" y="63817"/>
                    <a:pt x="58103" y="63817"/>
                  </a:cubicBezTo>
                  <a:lnTo>
                    <a:pt x="49530" y="63817"/>
                  </a:lnTo>
                  <a:lnTo>
                    <a:pt x="49530" y="70485"/>
                  </a:lnTo>
                  <a:cubicBezTo>
                    <a:pt x="49530" y="72390"/>
                    <a:pt x="49530" y="74295"/>
                    <a:pt x="49530" y="75247"/>
                  </a:cubicBezTo>
                  <a:lnTo>
                    <a:pt x="49530" y="80010"/>
                  </a:lnTo>
                  <a:lnTo>
                    <a:pt x="44767" y="80010"/>
                  </a:lnTo>
                  <a:lnTo>
                    <a:pt x="42862" y="80010"/>
                  </a:lnTo>
                  <a:lnTo>
                    <a:pt x="40005" y="80010"/>
                  </a:lnTo>
                  <a:cubicBezTo>
                    <a:pt x="40005" y="78105"/>
                    <a:pt x="40005" y="76200"/>
                    <a:pt x="40005" y="75247"/>
                  </a:cubicBezTo>
                  <a:cubicBezTo>
                    <a:pt x="40005" y="74295"/>
                    <a:pt x="40005" y="72390"/>
                    <a:pt x="40005" y="71437"/>
                  </a:cubicBezTo>
                  <a:lnTo>
                    <a:pt x="40005" y="64770"/>
                  </a:lnTo>
                  <a:lnTo>
                    <a:pt x="29528" y="64770"/>
                  </a:lnTo>
                  <a:lnTo>
                    <a:pt x="17145" y="65654"/>
                  </a:lnTo>
                  <a:lnTo>
                    <a:pt x="17145" y="58238"/>
                  </a:lnTo>
                  <a:lnTo>
                    <a:pt x="28575" y="59055"/>
                  </a:lnTo>
                  <a:lnTo>
                    <a:pt x="39053" y="59055"/>
                  </a:lnTo>
                  <a:lnTo>
                    <a:pt x="39053" y="52387"/>
                  </a:lnTo>
                  <a:lnTo>
                    <a:pt x="29528" y="52387"/>
                  </a:lnTo>
                  <a:cubicBezTo>
                    <a:pt x="26670" y="52387"/>
                    <a:pt x="22860" y="52387"/>
                    <a:pt x="19050" y="52387"/>
                  </a:cubicBezTo>
                  <a:cubicBezTo>
                    <a:pt x="19050" y="51435"/>
                    <a:pt x="19050" y="50482"/>
                    <a:pt x="19050" y="50482"/>
                  </a:cubicBezTo>
                  <a:cubicBezTo>
                    <a:pt x="19050" y="50482"/>
                    <a:pt x="19050" y="49530"/>
                    <a:pt x="19050" y="49530"/>
                  </a:cubicBezTo>
                  <a:cubicBezTo>
                    <a:pt x="19050" y="49530"/>
                    <a:pt x="19050" y="48577"/>
                    <a:pt x="19050" y="46672"/>
                  </a:cubicBezTo>
                  <a:cubicBezTo>
                    <a:pt x="22860" y="46672"/>
                    <a:pt x="26670" y="46672"/>
                    <a:pt x="29528" y="46672"/>
                  </a:cubicBezTo>
                  <a:lnTo>
                    <a:pt x="31432" y="46672"/>
                  </a:lnTo>
                  <a:lnTo>
                    <a:pt x="30480" y="44767"/>
                  </a:lnTo>
                  <a:cubicBezTo>
                    <a:pt x="30480" y="44767"/>
                    <a:pt x="29528" y="43815"/>
                    <a:pt x="29528" y="42862"/>
                  </a:cubicBezTo>
                  <a:cubicBezTo>
                    <a:pt x="29528" y="41910"/>
                    <a:pt x="27622" y="40005"/>
                    <a:pt x="26670" y="39052"/>
                  </a:cubicBezTo>
                  <a:lnTo>
                    <a:pt x="24765" y="37147"/>
                  </a:lnTo>
                  <a:cubicBezTo>
                    <a:pt x="28575" y="36195"/>
                    <a:pt x="31432" y="35242"/>
                    <a:pt x="33337" y="34290"/>
                  </a:cubicBezTo>
                  <a:close/>
                  <a:moveTo>
                    <a:pt x="163830" y="30480"/>
                  </a:moveTo>
                  <a:lnTo>
                    <a:pt x="168592" y="40005"/>
                  </a:lnTo>
                  <a:cubicBezTo>
                    <a:pt x="165735" y="40005"/>
                    <a:pt x="162877" y="40957"/>
                    <a:pt x="160019" y="41910"/>
                  </a:cubicBezTo>
                  <a:lnTo>
                    <a:pt x="160019" y="40005"/>
                  </a:lnTo>
                  <a:cubicBezTo>
                    <a:pt x="160019" y="39052"/>
                    <a:pt x="159067" y="38100"/>
                    <a:pt x="159067" y="37147"/>
                  </a:cubicBezTo>
                  <a:cubicBezTo>
                    <a:pt x="159067" y="36195"/>
                    <a:pt x="158115" y="35242"/>
                    <a:pt x="157162" y="34290"/>
                  </a:cubicBezTo>
                  <a:lnTo>
                    <a:pt x="155257" y="32385"/>
                  </a:lnTo>
                  <a:cubicBezTo>
                    <a:pt x="158115" y="32385"/>
                    <a:pt x="160972" y="31432"/>
                    <a:pt x="163830" y="30480"/>
                  </a:cubicBezTo>
                  <a:close/>
                  <a:moveTo>
                    <a:pt x="146685" y="30480"/>
                  </a:moveTo>
                  <a:lnTo>
                    <a:pt x="145732" y="43815"/>
                  </a:lnTo>
                  <a:lnTo>
                    <a:pt x="178117" y="43815"/>
                  </a:lnTo>
                  <a:lnTo>
                    <a:pt x="179069" y="30480"/>
                  </a:lnTo>
                  <a:lnTo>
                    <a:pt x="163830" y="30480"/>
                  </a:lnTo>
                  <a:close/>
                  <a:moveTo>
                    <a:pt x="205740" y="28575"/>
                  </a:moveTo>
                  <a:cubicBezTo>
                    <a:pt x="208597" y="28575"/>
                    <a:pt x="212407" y="28575"/>
                    <a:pt x="215265" y="28575"/>
                  </a:cubicBezTo>
                  <a:lnTo>
                    <a:pt x="220027" y="28575"/>
                  </a:lnTo>
                  <a:cubicBezTo>
                    <a:pt x="222885" y="28575"/>
                    <a:pt x="224790" y="28575"/>
                    <a:pt x="227647" y="28575"/>
                  </a:cubicBezTo>
                  <a:cubicBezTo>
                    <a:pt x="227647" y="30480"/>
                    <a:pt x="227647" y="32385"/>
                    <a:pt x="227647" y="33338"/>
                  </a:cubicBezTo>
                  <a:cubicBezTo>
                    <a:pt x="227647" y="34290"/>
                    <a:pt x="227647" y="36195"/>
                    <a:pt x="227647" y="38100"/>
                  </a:cubicBezTo>
                  <a:lnTo>
                    <a:pt x="227647" y="66675"/>
                  </a:lnTo>
                  <a:lnTo>
                    <a:pt x="231457" y="63818"/>
                  </a:lnTo>
                  <a:cubicBezTo>
                    <a:pt x="233362" y="62865"/>
                    <a:pt x="234315" y="60960"/>
                    <a:pt x="236219" y="60008"/>
                  </a:cubicBezTo>
                  <a:cubicBezTo>
                    <a:pt x="236219" y="60960"/>
                    <a:pt x="237172" y="62865"/>
                    <a:pt x="237172" y="63818"/>
                  </a:cubicBezTo>
                  <a:cubicBezTo>
                    <a:pt x="237172" y="64770"/>
                    <a:pt x="238124" y="65723"/>
                    <a:pt x="240030" y="67628"/>
                  </a:cubicBezTo>
                  <a:lnTo>
                    <a:pt x="237172" y="69533"/>
                  </a:lnTo>
                  <a:lnTo>
                    <a:pt x="232410" y="73343"/>
                  </a:lnTo>
                  <a:cubicBezTo>
                    <a:pt x="230505" y="75248"/>
                    <a:pt x="227647" y="77153"/>
                    <a:pt x="224790" y="79058"/>
                  </a:cubicBezTo>
                  <a:lnTo>
                    <a:pt x="221932" y="81915"/>
                  </a:lnTo>
                  <a:cubicBezTo>
                    <a:pt x="219074" y="79058"/>
                    <a:pt x="217169" y="77153"/>
                    <a:pt x="216217" y="76200"/>
                  </a:cubicBezTo>
                  <a:cubicBezTo>
                    <a:pt x="218122" y="75248"/>
                    <a:pt x="219074" y="74295"/>
                    <a:pt x="219074" y="73343"/>
                  </a:cubicBezTo>
                  <a:cubicBezTo>
                    <a:pt x="220027" y="72390"/>
                    <a:pt x="220027" y="71438"/>
                    <a:pt x="220027" y="71438"/>
                  </a:cubicBezTo>
                  <a:cubicBezTo>
                    <a:pt x="220027" y="70485"/>
                    <a:pt x="220027" y="69533"/>
                    <a:pt x="220027" y="68580"/>
                  </a:cubicBezTo>
                  <a:lnTo>
                    <a:pt x="220027" y="37148"/>
                  </a:lnTo>
                  <a:lnTo>
                    <a:pt x="216217" y="37148"/>
                  </a:lnTo>
                  <a:cubicBezTo>
                    <a:pt x="211455" y="36195"/>
                    <a:pt x="208597" y="36195"/>
                    <a:pt x="205740" y="37148"/>
                  </a:cubicBezTo>
                  <a:cubicBezTo>
                    <a:pt x="205740" y="36195"/>
                    <a:pt x="205740" y="35243"/>
                    <a:pt x="205740" y="34290"/>
                  </a:cubicBezTo>
                  <a:cubicBezTo>
                    <a:pt x="205740" y="34290"/>
                    <a:pt x="205740" y="33338"/>
                    <a:pt x="205740" y="32385"/>
                  </a:cubicBezTo>
                  <a:cubicBezTo>
                    <a:pt x="205740" y="32385"/>
                    <a:pt x="205740" y="30480"/>
                    <a:pt x="205740" y="28575"/>
                  </a:cubicBezTo>
                  <a:close/>
                  <a:moveTo>
                    <a:pt x="106680" y="22860"/>
                  </a:moveTo>
                  <a:lnTo>
                    <a:pt x="123824" y="31432"/>
                  </a:lnTo>
                  <a:cubicBezTo>
                    <a:pt x="121919" y="33337"/>
                    <a:pt x="119062" y="36195"/>
                    <a:pt x="117157" y="38100"/>
                  </a:cubicBezTo>
                  <a:lnTo>
                    <a:pt x="115252" y="37147"/>
                  </a:lnTo>
                  <a:cubicBezTo>
                    <a:pt x="113347" y="36195"/>
                    <a:pt x="111442" y="34290"/>
                    <a:pt x="110490" y="34290"/>
                  </a:cubicBezTo>
                  <a:cubicBezTo>
                    <a:pt x="109537" y="33337"/>
                    <a:pt x="106680" y="32385"/>
                    <a:pt x="102869" y="30480"/>
                  </a:cubicBezTo>
                  <a:lnTo>
                    <a:pt x="100965" y="29527"/>
                  </a:lnTo>
                  <a:cubicBezTo>
                    <a:pt x="102869" y="27622"/>
                    <a:pt x="104774" y="25717"/>
                    <a:pt x="106680" y="22860"/>
                  </a:cubicBezTo>
                  <a:close/>
                  <a:moveTo>
                    <a:pt x="356235" y="21907"/>
                  </a:moveTo>
                  <a:lnTo>
                    <a:pt x="363855" y="34290"/>
                  </a:lnTo>
                  <a:cubicBezTo>
                    <a:pt x="360044" y="34290"/>
                    <a:pt x="357187" y="35242"/>
                    <a:pt x="353377" y="36195"/>
                  </a:cubicBezTo>
                  <a:lnTo>
                    <a:pt x="352425" y="33337"/>
                  </a:lnTo>
                  <a:cubicBezTo>
                    <a:pt x="352425" y="32385"/>
                    <a:pt x="351472" y="31432"/>
                    <a:pt x="350519" y="29527"/>
                  </a:cubicBezTo>
                  <a:cubicBezTo>
                    <a:pt x="349567" y="27622"/>
                    <a:pt x="348615" y="26670"/>
                    <a:pt x="348615" y="25717"/>
                  </a:cubicBezTo>
                  <a:lnTo>
                    <a:pt x="346710" y="23812"/>
                  </a:lnTo>
                  <a:cubicBezTo>
                    <a:pt x="350519" y="23812"/>
                    <a:pt x="353377" y="22860"/>
                    <a:pt x="356235" y="21907"/>
                  </a:cubicBezTo>
                  <a:close/>
                  <a:moveTo>
                    <a:pt x="264794" y="20003"/>
                  </a:moveTo>
                  <a:lnTo>
                    <a:pt x="264794" y="28575"/>
                  </a:lnTo>
                  <a:lnTo>
                    <a:pt x="265747" y="28575"/>
                  </a:lnTo>
                  <a:lnTo>
                    <a:pt x="270510" y="28575"/>
                  </a:lnTo>
                  <a:cubicBezTo>
                    <a:pt x="271462" y="27623"/>
                    <a:pt x="272415" y="26670"/>
                    <a:pt x="274319" y="24765"/>
                  </a:cubicBezTo>
                  <a:cubicBezTo>
                    <a:pt x="276224" y="22860"/>
                    <a:pt x="278130" y="20955"/>
                    <a:pt x="278130" y="20003"/>
                  </a:cubicBezTo>
                  <a:cubicBezTo>
                    <a:pt x="275272" y="20003"/>
                    <a:pt x="272415" y="20003"/>
                    <a:pt x="269557" y="20003"/>
                  </a:cubicBezTo>
                  <a:close/>
                  <a:moveTo>
                    <a:pt x="116205" y="4762"/>
                  </a:moveTo>
                  <a:lnTo>
                    <a:pt x="131444" y="14287"/>
                  </a:lnTo>
                  <a:cubicBezTo>
                    <a:pt x="128587" y="16192"/>
                    <a:pt x="126682" y="19050"/>
                    <a:pt x="124777" y="20955"/>
                  </a:cubicBezTo>
                  <a:lnTo>
                    <a:pt x="122872" y="19050"/>
                  </a:lnTo>
                  <a:cubicBezTo>
                    <a:pt x="120015" y="17145"/>
                    <a:pt x="117157" y="14287"/>
                    <a:pt x="113347" y="12382"/>
                  </a:cubicBezTo>
                  <a:lnTo>
                    <a:pt x="109537" y="10477"/>
                  </a:lnTo>
                  <a:cubicBezTo>
                    <a:pt x="112394" y="8572"/>
                    <a:pt x="114299" y="6667"/>
                    <a:pt x="116205" y="4762"/>
                  </a:cubicBezTo>
                  <a:close/>
                  <a:moveTo>
                    <a:pt x="223837" y="3810"/>
                  </a:moveTo>
                  <a:lnTo>
                    <a:pt x="235267" y="19050"/>
                  </a:lnTo>
                  <a:cubicBezTo>
                    <a:pt x="233362" y="19050"/>
                    <a:pt x="232410" y="20003"/>
                    <a:pt x="231457" y="20003"/>
                  </a:cubicBezTo>
                  <a:lnTo>
                    <a:pt x="228599" y="20955"/>
                  </a:lnTo>
                  <a:lnTo>
                    <a:pt x="225742" y="21908"/>
                  </a:lnTo>
                  <a:lnTo>
                    <a:pt x="223837" y="19050"/>
                  </a:lnTo>
                  <a:cubicBezTo>
                    <a:pt x="222885" y="17145"/>
                    <a:pt x="220980" y="14288"/>
                    <a:pt x="217169" y="10478"/>
                  </a:cubicBezTo>
                  <a:lnTo>
                    <a:pt x="214312" y="7620"/>
                  </a:lnTo>
                  <a:cubicBezTo>
                    <a:pt x="218122" y="6668"/>
                    <a:pt x="220980" y="4763"/>
                    <a:pt x="223837" y="3810"/>
                  </a:cubicBezTo>
                  <a:close/>
                  <a:moveTo>
                    <a:pt x="40005" y="3810"/>
                  </a:moveTo>
                  <a:cubicBezTo>
                    <a:pt x="42862" y="3810"/>
                    <a:pt x="44767" y="3810"/>
                    <a:pt x="44767" y="3810"/>
                  </a:cubicBezTo>
                  <a:cubicBezTo>
                    <a:pt x="45720" y="3810"/>
                    <a:pt x="46672" y="3810"/>
                    <a:pt x="49530" y="3810"/>
                  </a:cubicBezTo>
                  <a:lnTo>
                    <a:pt x="49530" y="9525"/>
                  </a:lnTo>
                  <a:lnTo>
                    <a:pt x="49530" y="12382"/>
                  </a:lnTo>
                  <a:lnTo>
                    <a:pt x="49530" y="15240"/>
                  </a:lnTo>
                  <a:lnTo>
                    <a:pt x="68580" y="15240"/>
                  </a:lnTo>
                  <a:cubicBezTo>
                    <a:pt x="70485" y="15240"/>
                    <a:pt x="77153" y="15240"/>
                    <a:pt x="91440" y="14287"/>
                  </a:cubicBezTo>
                  <a:cubicBezTo>
                    <a:pt x="91440" y="15240"/>
                    <a:pt x="91440" y="16192"/>
                    <a:pt x="91440" y="16192"/>
                  </a:cubicBezTo>
                  <a:cubicBezTo>
                    <a:pt x="91440" y="17145"/>
                    <a:pt x="91440" y="17145"/>
                    <a:pt x="91440" y="17145"/>
                  </a:cubicBezTo>
                  <a:cubicBezTo>
                    <a:pt x="91440" y="17145"/>
                    <a:pt x="91440" y="19050"/>
                    <a:pt x="91440" y="20955"/>
                  </a:cubicBezTo>
                  <a:cubicBezTo>
                    <a:pt x="81915" y="20955"/>
                    <a:pt x="74295" y="20002"/>
                    <a:pt x="68580" y="20002"/>
                  </a:cubicBezTo>
                  <a:lnTo>
                    <a:pt x="49530" y="20002"/>
                  </a:lnTo>
                  <a:lnTo>
                    <a:pt x="49530" y="27622"/>
                  </a:lnTo>
                  <a:lnTo>
                    <a:pt x="73342" y="27622"/>
                  </a:lnTo>
                  <a:cubicBezTo>
                    <a:pt x="75247" y="27622"/>
                    <a:pt x="79057" y="27622"/>
                    <a:pt x="83820" y="26670"/>
                  </a:cubicBezTo>
                  <a:cubicBezTo>
                    <a:pt x="83820" y="28575"/>
                    <a:pt x="83820" y="30480"/>
                    <a:pt x="83820" y="32385"/>
                  </a:cubicBezTo>
                  <a:cubicBezTo>
                    <a:pt x="83820" y="34290"/>
                    <a:pt x="83820" y="35242"/>
                    <a:pt x="83820" y="36195"/>
                  </a:cubicBezTo>
                  <a:lnTo>
                    <a:pt x="83820" y="75247"/>
                  </a:lnTo>
                  <a:cubicBezTo>
                    <a:pt x="83820" y="77152"/>
                    <a:pt x="83820" y="79057"/>
                    <a:pt x="82867" y="80010"/>
                  </a:cubicBezTo>
                  <a:cubicBezTo>
                    <a:pt x="81915" y="80962"/>
                    <a:pt x="80962" y="81915"/>
                    <a:pt x="79057" y="81915"/>
                  </a:cubicBezTo>
                  <a:cubicBezTo>
                    <a:pt x="77153" y="81915"/>
                    <a:pt x="73342" y="82867"/>
                    <a:pt x="66675" y="83820"/>
                  </a:cubicBezTo>
                  <a:cubicBezTo>
                    <a:pt x="66675" y="82867"/>
                    <a:pt x="66675" y="81915"/>
                    <a:pt x="66675" y="80962"/>
                  </a:cubicBezTo>
                  <a:cubicBezTo>
                    <a:pt x="66675" y="80010"/>
                    <a:pt x="65722" y="79057"/>
                    <a:pt x="65722" y="78105"/>
                  </a:cubicBezTo>
                  <a:cubicBezTo>
                    <a:pt x="64770" y="77152"/>
                    <a:pt x="63817" y="75247"/>
                    <a:pt x="61912" y="73342"/>
                  </a:cubicBezTo>
                  <a:cubicBezTo>
                    <a:pt x="66675" y="74295"/>
                    <a:pt x="70485" y="74295"/>
                    <a:pt x="73342" y="74295"/>
                  </a:cubicBezTo>
                  <a:cubicBezTo>
                    <a:pt x="75247" y="74295"/>
                    <a:pt x="76200" y="74295"/>
                    <a:pt x="76200" y="73342"/>
                  </a:cubicBezTo>
                  <a:cubicBezTo>
                    <a:pt x="76200" y="72390"/>
                    <a:pt x="77153" y="71437"/>
                    <a:pt x="77153" y="70485"/>
                  </a:cubicBezTo>
                  <a:lnTo>
                    <a:pt x="77153" y="32385"/>
                  </a:lnTo>
                  <a:lnTo>
                    <a:pt x="17145" y="32385"/>
                  </a:lnTo>
                  <a:lnTo>
                    <a:pt x="17145" y="58238"/>
                  </a:lnTo>
                  <a:lnTo>
                    <a:pt x="15240" y="58102"/>
                  </a:lnTo>
                  <a:lnTo>
                    <a:pt x="16192" y="61912"/>
                  </a:lnTo>
                  <a:cubicBezTo>
                    <a:pt x="16192" y="61912"/>
                    <a:pt x="16192" y="61912"/>
                    <a:pt x="16192" y="62865"/>
                  </a:cubicBezTo>
                  <a:lnTo>
                    <a:pt x="16192" y="63817"/>
                  </a:lnTo>
                  <a:cubicBezTo>
                    <a:pt x="16192" y="63817"/>
                    <a:pt x="16192" y="64770"/>
                    <a:pt x="16192" y="65722"/>
                  </a:cubicBezTo>
                  <a:lnTo>
                    <a:pt x="17145" y="65654"/>
                  </a:lnTo>
                  <a:lnTo>
                    <a:pt x="17145" y="69532"/>
                  </a:lnTo>
                  <a:cubicBezTo>
                    <a:pt x="17145" y="73342"/>
                    <a:pt x="17145" y="75247"/>
                    <a:pt x="17145" y="75247"/>
                  </a:cubicBezTo>
                  <a:lnTo>
                    <a:pt x="18097" y="80962"/>
                  </a:lnTo>
                  <a:cubicBezTo>
                    <a:pt x="14287" y="80962"/>
                    <a:pt x="10478" y="80962"/>
                    <a:pt x="8572" y="80962"/>
                  </a:cubicBezTo>
                  <a:cubicBezTo>
                    <a:pt x="8572" y="78105"/>
                    <a:pt x="8572" y="76200"/>
                    <a:pt x="8572" y="75247"/>
                  </a:cubicBezTo>
                  <a:cubicBezTo>
                    <a:pt x="8572" y="74295"/>
                    <a:pt x="8572" y="71437"/>
                    <a:pt x="8572" y="68580"/>
                  </a:cubicBezTo>
                  <a:lnTo>
                    <a:pt x="8572" y="34290"/>
                  </a:lnTo>
                  <a:cubicBezTo>
                    <a:pt x="8572" y="32385"/>
                    <a:pt x="8572" y="31432"/>
                    <a:pt x="8572" y="29527"/>
                  </a:cubicBezTo>
                  <a:lnTo>
                    <a:pt x="8572" y="25717"/>
                  </a:lnTo>
                  <a:cubicBezTo>
                    <a:pt x="13335" y="25717"/>
                    <a:pt x="17145" y="26670"/>
                    <a:pt x="20003" y="26670"/>
                  </a:cubicBezTo>
                  <a:lnTo>
                    <a:pt x="43815" y="26670"/>
                  </a:lnTo>
                  <a:lnTo>
                    <a:pt x="43815" y="19050"/>
                  </a:lnTo>
                  <a:lnTo>
                    <a:pt x="26670" y="19050"/>
                  </a:lnTo>
                  <a:cubicBezTo>
                    <a:pt x="17145" y="19050"/>
                    <a:pt x="9525" y="19050"/>
                    <a:pt x="0" y="20002"/>
                  </a:cubicBezTo>
                  <a:cubicBezTo>
                    <a:pt x="0" y="19050"/>
                    <a:pt x="0" y="18097"/>
                    <a:pt x="0" y="18097"/>
                  </a:cubicBezTo>
                  <a:cubicBezTo>
                    <a:pt x="0" y="18097"/>
                    <a:pt x="0" y="17145"/>
                    <a:pt x="0" y="17145"/>
                  </a:cubicBezTo>
                  <a:cubicBezTo>
                    <a:pt x="0" y="16192"/>
                    <a:pt x="0" y="15240"/>
                    <a:pt x="0" y="13335"/>
                  </a:cubicBezTo>
                  <a:cubicBezTo>
                    <a:pt x="13335" y="13335"/>
                    <a:pt x="20955" y="14287"/>
                    <a:pt x="22860" y="14287"/>
                  </a:cubicBezTo>
                  <a:lnTo>
                    <a:pt x="40005" y="14287"/>
                  </a:lnTo>
                  <a:cubicBezTo>
                    <a:pt x="40005" y="13335"/>
                    <a:pt x="40005" y="12382"/>
                    <a:pt x="40005" y="12382"/>
                  </a:cubicBezTo>
                  <a:lnTo>
                    <a:pt x="40005" y="11430"/>
                  </a:lnTo>
                  <a:cubicBezTo>
                    <a:pt x="40005" y="10477"/>
                    <a:pt x="40005" y="10477"/>
                    <a:pt x="40005" y="10477"/>
                  </a:cubicBezTo>
                  <a:close/>
                  <a:moveTo>
                    <a:pt x="148590" y="1905"/>
                  </a:moveTo>
                  <a:cubicBezTo>
                    <a:pt x="152399" y="3810"/>
                    <a:pt x="155257" y="4762"/>
                    <a:pt x="159067" y="4762"/>
                  </a:cubicBezTo>
                  <a:lnTo>
                    <a:pt x="156210" y="7620"/>
                  </a:lnTo>
                  <a:cubicBezTo>
                    <a:pt x="155257" y="8572"/>
                    <a:pt x="153352" y="10477"/>
                    <a:pt x="152399" y="11430"/>
                  </a:cubicBezTo>
                  <a:lnTo>
                    <a:pt x="182880" y="11430"/>
                  </a:lnTo>
                  <a:cubicBezTo>
                    <a:pt x="185737" y="11430"/>
                    <a:pt x="189547" y="11430"/>
                    <a:pt x="194310" y="10477"/>
                  </a:cubicBezTo>
                  <a:cubicBezTo>
                    <a:pt x="194310" y="11430"/>
                    <a:pt x="194310" y="12382"/>
                    <a:pt x="194310" y="13335"/>
                  </a:cubicBezTo>
                  <a:cubicBezTo>
                    <a:pt x="194310" y="14287"/>
                    <a:pt x="194310" y="14287"/>
                    <a:pt x="194310" y="14287"/>
                  </a:cubicBezTo>
                  <a:cubicBezTo>
                    <a:pt x="194310" y="14287"/>
                    <a:pt x="194310" y="15240"/>
                    <a:pt x="194310" y="16192"/>
                  </a:cubicBezTo>
                  <a:lnTo>
                    <a:pt x="194310" y="18097"/>
                  </a:lnTo>
                  <a:cubicBezTo>
                    <a:pt x="188594" y="18097"/>
                    <a:pt x="184785" y="17145"/>
                    <a:pt x="182880" y="17145"/>
                  </a:cubicBezTo>
                  <a:lnTo>
                    <a:pt x="146685" y="17145"/>
                  </a:lnTo>
                  <a:lnTo>
                    <a:pt x="140969" y="22860"/>
                  </a:lnTo>
                  <a:cubicBezTo>
                    <a:pt x="143827" y="22860"/>
                    <a:pt x="145732" y="22860"/>
                    <a:pt x="147637" y="22860"/>
                  </a:cubicBezTo>
                  <a:lnTo>
                    <a:pt x="178117" y="22860"/>
                  </a:lnTo>
                  <a:cubicBezTo>
                    <a:pt x="180022" y="22860"/>
                    <a:pt x="182880" y="22860"/>
                    <a:pt x="186690" y="22860"/>
                  </a:cubicBezTo>
                  <a:cubicBezTo>
                    <a:pt x="185737" y="26670"/>
                    <a:pt x="185737" y="29527"/>
                    <a:pt x="185737" y="31432"/>
                  </a:cubicBezTo>
                  <a:lnTo>
                    <a:pt x="184785" y="42862"/>
                  </a:lnTo>
                  <a:lnTo>
                    <a:pt x="187642" y="42862"/>
                  </a:lnTo>
                  <a:cubicBezTo>
                    <a:pt x="190499" y="42862"/>
                    <a:pt x="193357" y="42862"/>
                    <a:pt x="196215" y="41910"/>
                  </a:cubicBezTo>
                  <a:cubicBezTo>
                    <a:pt x="196215" y="42862"/>
                    <a:pt x="196215" y="43815"/>
                    <a:pt x="196215" y="44767"/>
                  </a:cubicBezTo>
                  <a:cubicBezTo>
                    <a:pt x="196215" y="45720"/>
                    <a:pt x="196215" y="45720"/>
                    <a:pt x="196215" y="45720"/>
                  </a:cubicBezTo>
                  <a:cubicBezTo>
                    <a:pt x="196215" y="45720"/>
                    <a:pt x="196215" y="47625"/>
                    <a:pt x="196215" y="49530"/>
                  </a:cubicBezTo>
                  <a:cubicBezTo>
                    <a:pt x="190499" y="49530"/>
                    <a:pt x="187642" y="48577"/>
                    <a:pt x="187642" y="48577"/>
                  </a:cubicBezTo>
                  <a:lnTo>
                    <a:pt x="183832" y="48577"/>
                  </a:lnTo>
                  <a:lnTo>
                    <a:pt x="182880" y="63817"/>
                  </a:lnTo>
                  <a:lnTo>
                    <a:pt x="184785" y="63817"/>
                  </a:lnTo>
                  <a:cubicBezTo>
                    <a:pt x="187642" y="63817"/>
                    <a:pt x="189547" y="63817"/>
                    <a:pt x="193357" y="63817"/>
                  </a:cubicBezTo>
                  <a:cubicBezTo>
                    <a:pt x="193357" y="64770"/>
                    <a:pt x="193357" y="65722"/>
                    <a:pt x="193357" y="65722"/>
                  </a:cubicBezTo>
                  <a:cubicBezTo>
                    <a:pt x="193357" y="65722"/>
                    <a:pt x="193357" y="66675"/>
                    <a:pt x="193357" y="66675"/>
                  </a:cubicBezTo>
                  <a:cubicBezTo>
                    <a:pt x="193357" y="66675"/>
                    <a:pt x="193357" y="68580"/>
                    <a:pt x="193357" y="70485"/>
                  </a:cubicBezTo>
                  <a:cubicBezTo>
                    <a:pt x="190499" y="70485"/>
                    <a:pt x="187642" y="70485"/>
                    <a:pt x="184785" y="70485"/>
                  </a:cubicBezTo>
                  <a:lnTo>
                    <a:pt x="182880" y="70485"/>
                  </a:lnTo>
                  <a:cubicBezTo>
                    <a:pt x="182880" y="73342"/>
                    <a:pt x="181927" y="75247"/>
                    <a:pt x="180974" y="76200"/>
                  </a:cubicBezTo>
                  <a:cubicBezTo>
                    <a:pt x="180022" y="78105"/>
                    <a:pt x="179069" y="79057"/>
                    <a:pt x="176212" y="80010"/>
                  </a:cubicBezTo>
                  <a:cubicBezTo>
                    <a:pt x="174307" y="80962"/>
                    <a:pt x="170497" y="81915"/>
                    <a:pt x="164782" y="82867"/>
                  </a:cubicBezTo>
                  <a:cubicBezTo>
                    <a:pt x="164782" y="81915"/>
                    <a:pt x="164782" y="80962"/>
                    <a:pt x="163830" y="80010"/>
                  </a:cubicBezTo>
                  <a:cubicBezTo>
                    <a:pt x="163830" y="79057"/>
                    <a:pt x="161924" y="77152"/>
                    <a:pt x="158115" y="73342"/>
                  </a:cubicBezTo>
                  <a:cubicBezTo>
                    <a:pt x="160972" y="74295"/>
                    <a:pt x="163830" y="74295"/>
                    <a:pt x="166687" y="74295"/>
                  </a:cubicBezTo>
                  <a:cubicBezTo>
                    <a:pt x="170497" y="74295"/>
                    <a:pt x="172402" y="73342"/>
                    <a:pt x="172402" y="72390"/>
                  </a:cubicBezTo>
                  <a:lnTo>
                    <a:pt x="172402" y="70485"/>
                  </a:lnTo>
                  <a:lnTo>
                    <a:pt x="140017" y="70485"/>
                  </a:lnTo>
                  <a:cubicBezTo>
                    <a:pt x="137160" y="70485"/>
                    <a:pt x="134302" y="70485"/>
                    <a:pt x="131444" y="70485"/>
                  </a:cubicBezTo>
                  <a:cubicBezTo>
                    <a:pt x="131444" y="66675"/>
                    <a:pt x="132397" y="64770"/>
                    <a:pt x="132397" y="62865"/>
                  </a:cubicBezTo>
                  <a:lnTo>
                    <a:pt x="133349" y="49530"/>
                  </a:lnTo>
                  <a:lnTo>
                    <a:pt x="131444" y="49530"/>
                  </a:lnTo>
                  <a:cubicBezTo>
                    <a:pt x="131444" y="49530"/>
                    <a:pt x="130492" y="49530"/>
                    <a:pt x="127635" y="49530"/>
                  </a:cubicBezTo>
                  <a:lnTo>
                    <a:pt x="124396" y="49530"/>
                  </a:lnTo>
                  <a:lnTo>
                    <a:pt x="124777" y="48577"/>
                  </a:lnTo>
                  <a:lnTo>
                    <a:pt x="122872" y="47943"/>
                  </a:lnTo>
                  <a:lnTo>
                    <a:pt x="122872" y="47625"/>
                  </a:lnTo>
                  <a:cubicBezTo>
                    <a:pt x="122872" y="46672"/>
                    <a:pt x="122872" y="46672"/>
                    <a:pt x="122872" y="46672"/>
                  </a:cubicBezTo>
                  <a:cubicBezTo>
                    <a:pt x="122872" y="46672"/>
                    <a:pt x="122872" y="44767"/>
                    <a:pt x="122872" y="42862"/>
                  </a:cubicBezTo>
                  <a:cubicBezTo>
                    <a:pt x="126682" y="42862"/>
                    <a:pt x="128587" y="43815"/>
                    <a:pt x="131444" y="43815"/>
                  </a:cubicBezTo>
                  <a:lnTo>
                    <a:pt x="133349" y="43815"/>
                  </a:lnTo>
                  <a:lnTo>
                    <a:pt x="134302" y="32385"/>
                  </a:lnTo>
                  <a:cubicBezTo>
                    <a:pt x="134302" y="30480"/>
                    <a:pt x="134302" y="29527"/>
                    <a:pt x="134302" y="28575"/>
                  </a:cubicBezTo>
                  <a:lnTo>
                    <a:pt x="134302" y="26670"/>
                  </a:lnTo>
                  <a:lnTo>
                    <a:pt x="130492" y="30480"/>
                  </a:lnTo>
                  <a:cubicBezTo>
                    <a:pt x="132397" y="28575"/>
                    <a:pt x="129540" y="27622"/>
                    <a:pt x="125730" y="26670"/>
                  </a:cubicBezTo>
                  <a:lnTo>
                    <a:pt x="127635" y="25717"/>
                  </a:lnTo>
                  <a:cubicBezTo>
                    <a:pt x="132397" y="22860"/>
                    <a:pt x="135255" y="20002"/>
                    <a:pt x="137160" y="18097"/>
                  </a:cubicBezTo>
                  <a:cubicBezTo>
                    <a:pt x="139065" y="16192"/>
                    <a:pt x="140969" y="13335"/>
                    <a:pt x="142874" y="11430"/>
                  </a:cubicBezTo>
                  <a:cubicBezTo>
                    <a:pt x="144780" y="9525"/>
                    <a:pt x="145732" y="7620"/>
                    <a:pt x="145732" y="7620"/>
                  </a:cubicBezTo>
                  <a:cubicBezTo>
                    <a:pt x="145732" y="7620"/>
                    <a:pt x="146685" y="5715"/>
                    <a:pt x="147637" y="3810"/>
                  </a:cubicBezTo>
                  <a:close/>
                  <a:moveTo>
                    <a:pt x="259080" y="953"/>
                  </a:moveTo>
                  <a:cubicBezTo>
                    <a:pt x="261937" y="953"/>
                    <a:pt x="262890" y="953"/>
                    <a:pt x="263842" y="953"/>
                  </a:cubicBezTo>
                  <a:cubicBezTo>
                    <a:pt x="264794" y="953"/>
                    <a:pt x="265747" y="953"/>
                    <a:pt x="268605" y="953"/>
                  </a:cubicBezTo>
                  <a:cubicBezTo>
                    <a:pt x="268605" y="2858"/>
                    <a:pt x="268605" y="3810"/>
                    <a:pt x="268605" y="4763"/>
                  </a:cubicBezTo>
                  <a:cubicBezTo>
                    <a:pt x="268605" y="5715"/>
                    <a:pt x="268605" y="6668"/>
                    <a:pt x="268605" y="8573"/>
                  </a:cubicBezTo>
                  <a:lnTo>
                    <a:pt x="268605" y="11430"/>
                  </a:lnTo>
                  <a:lnTo>
                    <a:pt x="273367" y="11430"/>
                  </a:lnTo>
                  <a:cubicBezTo>
                    <a:pt x="276224" y="11430"/>
                    <a:pt x="279082" y="11430"/>
                    <a:pt x="282892" y="11430"/>
                  </a:cubicBezTo>
                  <a:cubicBezTo>
                    <a:pt x="282892" y="13335"/>
                    <a:pt x="282892" y="14288"/>
                    <a:pt x="282892" y="15240"/>
                  </a:cubicBezTo>
                  <a:lnTo>
                    <a:pt x="282892" y="16193"/>
                  </a:lnTo>
                  <a:lnTo>
                    <a:pt x="282892" y="18098"/>
                  </a:lnTo>
                  <a:cubicBezTo>
                    <a:pt x="285749" y="14288"/>
                    <a:pt x="288607" y="11430"/>
                    <a:pt x="290512" y="7620"/>
                  </a:cubicBezTo>
                  <a:lnTo>
                    <a:pt x="292417" y="4763"/>
                  </a:lnTo>
                  <a:cubicBezTo>
                    <a:pt x="296227" y="6668"/>
                    <a:pt x="299085" y="7620"/>
                    <a:pt x="301942" y="8573"/>
                  </a:cubicBezTo>
                  <a:lnTo>
                    <a:pt x="299085" y="11430"/>
                  </a:lnTo>
                  <a:cubicBezTo>
                    <a:pt x="299085" y="11430"/>
                    <a:pt x="298132" y="13335"/>
                    <a:pt x="296227" y="15240"/>
                  </a:cubicBezTo>
                  <a:cubicBezTo>
                    <a:pt x="294322" y="17145"/>
                    <a:pt x="291465" y="20955"/>
                    <a:pt x="286702" y="26670"/>
                  </a:cubicBezTo>
                  <a:lnTo>
                    <a:pt x="295274" y="26670"/>
                  </a:lnTo>
                  <a:cubicBezTo>
                    <a:pt x="299085" y="26670"/>
                    <a:pt x="303847" y="26670"/>
                    <a:pt x="309562" y="26670"/>
                  </a:cubicBezTo>
                  <a:cubicBezTo>
                    <a:pt x="309562" y="27623"/>
                    <a:pt x="309562" y="28575"/>
                    <a:pt x="309562" y="29528"/>
                  </a:cubicBezTo>
                  <a:cubicBezTo>
                    <a:pt x="309562" y="30480"/>
                    <a:pt x="309562" y="30480"/>
                    <a:pt x="309562" y="31433"/>
                  </a:cubicBezTo>
                  <a:lnTo>
                    <a:pt x="309562" y="33338"/>
                  </a:lnTo>
                  <a:cubicBezTo>
                    <a:pt x="303847" y="33338"/>
                    <a:pt x="299085" y="33338"/>
                    <a:pt x="295274" y="33338"/>
                  </a:cubicBezTo>
                  <a:lnTo>
                    <a:pt x="280035" y="33338"/>
                  </a:lnTo>
                  <a:cubicBezTo>
                    <a:pt x="279082" y="34290"/>
                    <a:pt x="275272" y="37148"/>
                    <a:pt x="270510" y="40958"/>
                  </a:cubicBezTo>
                  <a:lnTo>
                    <a:pt x="285749" y="40958"/>
                  </a:lnTo>
                  <a:cubicBezTo>
                    <a:pt x="286702" y="40958"/>
                    <a:pt x="290512" y="40958"/>
                    <a:pt x="298132" y="40958"/>
                  </a:cubicBezTo>
                  <a:cubicBezTo>
                    <a:pt x="298132" y="43815"/>
                    <a:pt x="298132" y="45720"/>
                    <a:pt x="298132" y="46673"/>
                  </a:cubicBezTo>
                  <a:cubicBezTo>
                    <a:pt x="298132" y="47625"/>
                    <a:pt x="298132" y="49530"/>
                    <a:pt x="298132" y="51435"/>
                  </a:cubicBezTo>
                  <a:lnTo>
                    <a:pt x="298132" y="70485"/>
                  </a:lnTo>
                  <a:cubicBezTo>
                    <a:pt x="298132" y="73343"/>
                    <a:pt x="298132" y="74295"/>
                    <a:pt x="298132" y="75248"/>
                  </a:cubicBezTo>
                  <a:lnTo>
                    <a:pt x="298132" y="80010"/>
                  </a:lnTo>
                  <a:cubicBezTo>
                    <a:pt x="295274" y="80010"/>
                    <a:pt x="294322" y="80010"/>
                    <a:pt x="293369" y="80010"/>
                  </a:cubicBezTo>
                  <a:cubicBezTo>
                    <a:pt x="292417" y="80010"/>
                    <a:pt x="291465" y="80010"/>
                    <a:pt x="287655" y="80010"/>
                  </a:cubicBezTo>
                  <a:cubicBezTo>
                    <a:pt x="287655" y="79058"/>
                    <a:pt x="287655" y="79058"/>
                    <a:pt x="287655" y="78105"/>
                  </a:cubicBezTo>
                  <a:cubicBezTo>
                    <a:pt x="287655" y="77153"/>
                    <a:pt x="287655" y="77153"/>
                    <a:pt x="287655" y="77153"/>
                  </a:cubicBezTo>
                  <a:lnTo>
                    <a:pt x="287655" y="76200"/>
                  </a:lnTo>
                  <a:lnTo>
                    <a:pt x="259080" y="76200"/>
                  </a:lnTo>
                  <a:lnTo>
                    <a:pt x="259080" y="78105"/>
                  </a:lnTo>
                  <a:lnTo>
                    <a:pt x="259080" y="80010"/>
                  </a:lnTo>
                  <a:lnTo>
                    <a:pt x="259080" y="81915"/>
                  </a:lnTo>
                  <a:cubicBezTo>
                    <a:pt x="256222" y="81915"/>
                    <a:pt x="254317" y="81915"/>
                    <a:pt x="254317" y="81915"/>
                  </a:cubicBezTo>
                  <a:cubicBezTo>
                    <a:pt x="253365" y="81915"/>
                    <a:pt x="252412" y="81915"/>
                    <a:pt x="249555" y="81915"/>
                  </a:cubicBezTo>
                  <a:cubicBezTo>
                    <a:pt x="249555" y="80010"/>
                    <a:pt x="249555" y="78105"/>
                    <a:pt x="249555" y="77153"/>
                  </a:cubicBezTo>
                  <a:cubicBezTo>
                    <a:pt x="249555" y="76200"/>
                    <a:pt x="249555" y="74295"/>
                    <a:pt x="249555" y="72390"/>
                  </a:cubicBezTo>
                  <a:lnTo>
                    <a:pt x="249555" y="54293"/>
                  </a:lnTo>
                  <a:cubicBezTo>
                    <a:pt x="248602" y="55245"/>
                    <a:pt x="246697" y="56198"/>
                    <a:pt x="245744" y="57150"/>
                  </a:cubicBezTo>
                  <a:cubicBezTo>
                    <a:pt x="244792" y="58103"/>
                    <a:pt x="243840" y="58103"/>
                    <a:pt x="243840" y="58103"/>
                  </a:cubicBezTo>
                  <a:lnTo>
                    <a:pt x="240982" y="60008"/>
                  </a:lnTo>
                  <a:cubicBezTo>
                    <a:pt x="238124" y="58103"/>
                    <a:pt x="237172" y="56198"/>
                    <a:pt x="236219" y="56198"/>
                  </a:cubicBezTo>
                  <a:lnTo>
                    <a:pt x="228599" y="54293"/>
                  </a:lnTo>
                  <a:lnTo>
                    <a:pt x="233362" y="53340"/>
                  </a:lnTo>
                  <a:cubicBezTo>
                    <a:pt x="237172" y="52388"/>
                    <a:pt x="241935" y="49530"/>
                    <a:pt x="246697" y="46673"/>
                  </a:cubicBezTo>
                  <a:lnTo>
                    <a:pt x="246697" y="41910"/>
                  </a:lnTo>
                  <a:lnTo>
                    <a:pt x="254317" y="41910"/>
                  </a:lnTo>
                  <a:cubicBezTo>
                    <a:pt x="258127" y="40005"/>
                    <a:pt x="261937" y="37148"/>
                    <a:pt x="265747" y="34290"/>
                  </a:cubicBezTo>
                  <a:lnTo>
                    <a:pt x="248602" y="34290"/>
                  </a:lnTo>
                  <a:cubicBezTo>
                    <a:pt x="244792" y="34290"/>
                    <a:pt x="240030" y="34290"/>
                    <a:pt x="233362" y="34290"/>
                  </a:cubicBezTo>
                  <a:cubicBezTo>
                    <a:pt x="233362" y="33338"/>
                    <a:pt x="233362" y="32385"/>
                    <a:pt x="233362" y="31433"/>
                  </a:cubicBezTo>
                  <a:cubicBezTo>
                    <a:pt x="233362" y="30480"/>
                    <a:pt x="233362" y="30480"/>
                    <a:pt x="233362" y="30480"/>
                  </a:cubicBezTo>
                  <a:cubicBezTo>
                    <a:pt x="233362" y="30480"/>
                    <a:pt x="233362" y="29528"/>
                    <a:pt x="233362" y="27623"/>
                  </a:cubicBezTo>
                  <a:cubicBezTo>
                    <a:pt x="239077" y="27623"/>
                    <a:pt x="243840" y="27623"/>
                    <a:pt x="248602" y="27623"/>
                  </a:cubicBezTo>
                  <a:lnTo>
                    <a:pt x="259080" y="27623"/>
                  </a:lnTo>
                  <a:lnTo>
                    <a:pt x="259080" y="18098"/>
                  </a:lnTo>
                  <a:lnTo>
                    <a:pt x="254317" y="18098"/>
                  </a:lnTo>
                  <a:cubicBezTo>
                    <a:pt x="250507" y="18098"/>
                    <a:pt x="247649" y="18098"/>
                    <a:pt x="243840" y="18098"/>
                  </a:cubicBezTo>
                  <a:cubicBezTo>
                    <a:pt x="243840" y="17145"/>
                    <a:pt x="243840" y="16193"/>
                    <a:pt x="243840" y="16193"/>
                  </a:cubicBezTo>
                  <a:cubicBezTo>
                    <a:pt x="243840" y="15240"/>
                    <a:pt x="243840" y="15240"/>
                    <a:pt x="243840" y="15240"/>
                  </a:cubicBezTo>
                  <a:cubicBezTo>
                    <a:pt x="243840" y="15240"/>
                    <a:pt x="243840" y="13335"/>
                    <a:pt x="243840" y="11430"/>
                  </a:cubicBezTo>
                  <a:cubicBezTo>
                    <a:pt x="247649" y="11430"/>
                    <a:pt x="251460" y="11430"/>
                    <a:pt x="254317" y="11430"/>
                  </a:cubicBezTo>
                  <a:lnTo>
                    <a:pt x="259080" y="11430"/>
                  </a:lnTo>
                  <a:lnTo>
                    <a:pt x="259080" y="8573"/>
                  </a:lnTo>
                  <a:cubicBezTo>
                    <a:pt x="259080" y="8573"/>
                    <a:pt x="259080" y="6668"/>
                    <a:pt x="259080" y="4763"/>
                  </a:cubicBezTo>
                  <a:close/>
                  <a:moveTo>
                    <a:pt x="347662" y="0"/>
                  </a:moveTo>
                  <a:cubicBezTo>
                    <a:pt x="352425" y="952"/>
                    <a:pt x="355282" y="1905"/>
                    <a:pt x="359092" y="1905"/>
                  </a:cubicBezTo>
                  <a:cubicBezTo>
                    <a:pt x="358140" y="2857"/>
                    <a:pt x="358140" y="3810"/>
                    <a:pt x="357187" y="3810"/>
                  </a:cubicBezTo>
                  <a:cubicBezTo>
                    <a:pt x="357187" y="3810"/>
                    <a:pt x="356235" y="5715"/>
                    <a:pt x="354330" y="8572"/>
                  </a:cubicBezTo>
                  <a:lnTo>
                    <a:pt x="381000" y="8572"/>
                  </a:lnTo>
                  <a:cubicBezTo>
                    <a:pt x="383857" y="8572"/>
                    <a:pt x="387667" y="8572"/>
                    <a:pt x="391477" y="8572"/>
                  </a:cubicBezTo>
                  <a:cubicBezTo>
                    <a:pt x="391477" y="10477"/>
                    <a:pt x="391477" y="11430"/>
                    <a:pt x="390525" y="12382"/>
                  </a:cubicBezTo>
                  <a:lnTo>
                    <a:pt x="390525" y="14287"/>
                  </a:lnTo>
                  <a:lnTo>
                    <a:pt x="388619" y="28575"/>
                  </a:lnTo>
                  <a:cubicBezTo>
                    <a:pt x="388619" y="29527"/>
                    <a:pt x="387667" y="31432"/>
                    <a:pt x="387667" y="32385"/>
                  </a:cubicBezTo>
                  <a:cubicBezTo>
                    <a:pt x="387667" y="33337"/>
                    <a:pt x="386715" y="34290"/>
                    <a:pt x="385762" y="35242"/>
                  </a:cubicBezTo>
                  <a:cubicBezTo>
                    <a:pt x="384810" y="36195"/>
                    <a:pt x="383857" y="37147"/>
                    <a:pt x="381000" y="37147"/>
                  </a:cubicBezTo>
                  <a:cubicBezTo>
                    <a:pt x="379094" y="38100"/>
                    <a:pt x="375285" y="38100"/>
                    <a:pt x="369569" y="39052"/>
                  </a:cubicBezTo>
                  <a:cubicBezTo>
                    <a:pt x="369569" y="37147"/>
                    <a:pt x="368617" y="36195"/>
                    <a:pt x="368617" y="35242"/>
                  </a:cubicBezTo>
                  <a:cubicBezTo>
                    <a:pt x="368617" y="34290"/>
                    <a:pt x="367665" y="32385"/>
                    <a:pt x="365760" y="30480"/>
                  </a:cubicBezTo>
                  <a:cubicBezTo>
                    <a:pt x="369569" y="31432"/>
                    <a:pt x="371475" y="31432"/>
                    <a:pt x="373380" y="31432"/>
                  </a:cubicBezTo>
                  <a:cubicBezTo>
                    <a:pt x="375285" y="31432"/>
                    <a:pt x="377190" y="31432"/>
                    <a:pt x="378142" y="30480"/>
                  </a:cubicBezTo>
                  <a:cubicBezTo>
                    <a:pt x="379094" y="29527"/>
                    <a:pt x="379094" y="27622"/>
                    <a:pt x="380047" y="25717"/>
                  </a:cubicBezTo>
                  <a:lnTo>
                    <a:pt x="381000" y="16192"/>
                  </a:lnTo>
                  <a:lnTo>
                    <a:pt x="335280" y="16192"/>
                  </a:lnTo>
                  <a:lnTo>
                    <a:pt x="335280" y="42862"/>
                  </a:lnTo>
                  <a:lnTo>
                    <a:pt x="391477" y="42862"/>
                  </a:lnTo>
                  <a:cubicBezTo>
                    <a:pt x="395287" y="42862"/>
                    <a:pt x="398144" y="42862"/>
                    <a:pt x="401955" y="42862"/>
                  </a:cubicBezTo>
                  <a:cubicBezTo>
                    <a:pt x="401955" y="44767"/>
                    <a:pt x="401955" y="45720"/>
                    <a:pt x="401955" y="46672"/>
                  </a:cubicBezTo>
                  <a:lnTo>
                    <a:pt x="401955" y="49530"/>
                  </a:lnTo>
                  <a:lnTo>
                    <a:pt x="401002" y="69532"/>
                  </a:lnTo>
                  <a:cubicBezTo>
                    <a:pt x="401002" y="72390"/>
                    <a:pt x="400050" y="75247"/>
                    <a:pt x="399097" y="76200"/>
                  </a:cubicBezTo>
                  <a:cubicBezTo>
                    <a:pt x="398144" y="77152"/>
                    <a:pt x="396240" y="78105"/>
                    <a:pt x="393382" y="79057"/>
                  </a:cubicBezTo>
                  <a:cubicBezTo>
                    <a:pt x="390525" y="80010"/>
                    <a:pt x="386715" y="80010"/>
                    <a:pt x="381000" y="80962"/>
                  </a:cubicBezTo>
                  <a:cubicBezTo>
                    <a:pt x="381000" y="80010"/>
                    <a:pt x="381000" y="79057"/>
                    <a:pt x="381000" y="77152"/>
                  </a:cubicBezTo>
                  <a:lnTo>
                    <a:pt x="378142" y="72151"/>
                  </a:lnTo>
                  <a:lnTo>
                    <a:pt x="378142" y="70580"/>
                  </a:lnTo>
                  <a:lnTo>
                    <a:pt x="386715" y="71437"/>
                  </a:lnTo>
                  <a:cubicBezTo>
                    <a:pt x="388619" y="71437"/>
                    <a:pt x="389572" y="71437"/>
                    <a:pt x="389572" y="70485"/>
                  </a:cubicBezTo>
                  <a:cubicBezTo>
                    <a:pt x="390525" y="69532"/>
                    <a:pt x="390525" y="68580"/>
                    <a:pt x="390525" y="67627"/>
                  </a:cubicBezTo>
                  <a:lnTo>
                    <a:pt x="391477" y="48577"/>
                  </a:lnTo>
                  <a:lnTo>
                    <a:pt x="335280" y="48577"/>
                  </a:lnTo>
                  <a:cubicBezTo>
                    <a:pt x="332422" y="51435"/>
                    <a:pt x="328612" y="51435"/>
                    <a:pt x="325755" y="51435"/>
                  </a:cubicBezTo>
                  <a:cubicBezTo>
                    <a:pt x="325755" y="49530"/>
                    <a:pt x="325755" y="47625"/>
                    <a:pt x="325755" y="46672"/>
                  </a:cubicBezTo>
                  <a:cubicBezTo>
                    <a:pt x="325755" y="45720"/>
                    <a:pt x="325755" y="43815"/>
                    <a:pt x="325755" y="41910"/>
                  </a:cubicBezTo>
                  <a:lnTo>
                    <a:pt x="325755" y="18097"/>
                  </a:lnTo>
                  <a:cubicBezTo>
                    <a:pt x="325755" y="16192"/>
                    <a:pt x="325755" y="14287"/>
                    <a:pt x="325755" y="14287"/>
                  </a:cubicBezTo>
                  <a:lnTo>
                    <a:pt x="325755" y="9525"/>
                  </a:lnTo>
                  <a:cubicBezTo>
                    <a:pt x="329565" y="9525"/>
                    <a:pt x="332422" y="9525"/>
                    <a:pt x="336232" y="9525"/>
                  </a:cubicBezTo>
                  <a:lnTo>
                    <a:pt x="344805" y="9525"/>
                  </a:lnTo>
                  <a:cubicBezTo>
                    <a:pt x="345757" y="6667"/>
                    <a:pt x="346710" y="3810"/>
                    <a:pt x="3476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1" name="îş1îḍê" descr="2ddebbc3-7b6c-4941-bb59-3266c6e64331">
              <a:extLst>
                <a:ext uri="{FF2B5EF4-FFF2-40B4-BE49-F238E27FC236}">
                  <a16:creationId xmlns:a16="http://schemas.microsoft.com/office/drawing/2014/main" id="{D6246290-B0BC-4458-8831-FFB541E9AE28}"/>
                </a:ext>
              </a:extLst>
            </p:cNvPr>
            <p:cNvSpPr/>
            <p:nvPr/>
          </p:nvSpPr>
          <p:spPr>
            <a:xfrm>
              <a:off x="5425308" y="6019745"/>
              <a:ext cx="310107" cy="39659"/>
            </a:xfrm>
            <a:custGeom>
              <a:avLst/>
              <a:gdLst>
                <a:gd name="connsiteX0" fmla="*/ 50483 w 454343"/>
                <a:gd name="connsiteY0" fmla="*/ 37148 h 58103"/>
                <a:gd name="connsiteX1" fmla="*/ 60008 w 454343"/>
                <a:gd name="connsiteY1" fmla="*/ 37148 h 58103"/>
                <a:gd name="connsiteX2" fmla="*/ 60008 w 454343"/>
                <a:gd name="connsiteY2" fmla="*/ 46673 h 58103"/>
                <a:gd name="connsiteX3" fmla="*/ 50483 w 454343"/>
                <a:gd name="connsiteY3" fmla="*/ 46673 h 58103"/>
                <a:gd name="connsiteX4" fmla="*/ 140970 w 454343"/>
                <a:gd name="connsiteY4" fmla="*/ 27623 h 58103"/>
                <a:gd name="connsiteX5" fmla="*/ 135255 w 454343"/>
                <a:gd name="connsiteY5" fmla="*/ 29528 h 58103"/>
                <a:gd name="connsiteX6" fmla="*/ 131445 w 454343"/>
                <a:gd name="connsiteY6" fmla="*/ 33338 h 58103"/>
                <a:gd name="connsiteX7" fmla="*/ 130493 w 454343"/>
                <a:gd name="connsiteY7" fmla="*/ 39053 h 58103"/>
                <a:gd name="connsiteX8" fmla="*/ 131445 w 454343"/>
                <a:gd name="connsiteY8" fmla="*/ 44768 h 58103"/>
                <a:gd name="connsiteX9" fmla="*/ 135255 w 454343"/>
                <a:gd name="connsiteY9" fmla="*/ 49530 h 58103"/>
                <a:gd name="connsiteX10" fmla="*/ 141923 w 454343"/>
                <a:gd name="connsiteY10" fmla="*/ 51435 h 58103"/>
                <a:gd name="connsiteX11" fmla="*/ 147638 w 454343"/>
                <a:gd name="connsiteY11" fmla="*/ 49530 h 58103"/>
                <a:gd name="connsiteX12" fmla="*/ 150495 w 454343"/>
                <a:gd name="connsiteY12" fmla="*/ 45720 h 58103"/>
                <a:gd name="connsiteX13" fmla="*/ 151448 w 454343"/>
                <a:gd name="connsiteY13" fmla="*/ 40958 h 58103"/>
                <a:gd name="connsiteX14" fmla="*/ 151448 w 454343"/>
                <a:gd name="connsiteY14" fmla="*/ 36195 h 58103"/>
                <a:gd name="connsiteX15" fmla="*/ 149543 w 454343"/>
                <a:gd name="connsiteY15" fmla="*/ 33338 h 58103"/>
                <a:gd name="connsiteX16" fmla="*/ 146685 w 454343"/>
                <a:gd name="connsiteY16" fmla="*/ 29528 h 58103"/>
                <a:gd name="connsiteX17" fmla="*/ 140970 w 454343"/>
                <a:gd name="connsiteY17" fmla="*/ 27623 h 58103"/>
                <a:gd name="connsiteX18" fmla="*/ 50483 w 454343"/>
                <a:gd name="connsiteY18" fmla="*/ 18098 h 58103"/>
                <a:gd name="connsiteX19" fmla="*/ 60008 w 454343"/>
                <a:gd name="connsiteY19" fmla="*/ 18098 h 58103"/>
                <a:gd name="connsiteX20" fmla="*/ 60008 w 454343"/>
                <a:gd name="connsiteY20" fmla="*/ 27623 h 58103"/>
                <a:gd name="connsiteX21" fmla="*/ 50483 w 454343"/>
                <a:gd name="connsiteY21" fmla="*/ 27623 h 58103"/>
                <a:gd name="connsiteX22" fmla="*/ 100012 w 454343"/>
                <a:gd name="connsiteY22" fmla="*/ 9525 h 58103"/>
                <a:gd name="connsiteX23" fmla="*/ 96202 w 454343"/>
                <a:gd name="connsiteY23" fmla="*/ 10477 h 58103"/>
                <a:gd name="connsiteX24" fmla="*/ 93345 w 454343"/>
                <a:gd name="connsiteY24" fmla="*/ 12382 h 58103"/>
                <a:gd name="connsiteX25" fmla="*/ 91440 w 454343"/>
                <a:gd name="connsiteY25" fmla="*/ 15240 h 58103"/>
                <a:gd name="connsiteX26" fmla="*/ 90487 w 454343"/>
                <a:gd name="connsiteY26" fmla="*/ 20002 h 58103"/>
                <a:gd name="connsiteX27" fmla="*/ 91440 w 454343"/>
                <a:gd name="connsiteY27" fmla="*/ 24765 h 58103"/>
                <a:gd name="connsiteX28" fmla="*/ 93345 w 454343"/>
                <a:gd name="connsiteY28" fmla="*/ 28575 h 58103"/>
                <a:gd name="connsiteX29" fmla="*/ 97155 w 454343"/>
                <a:gd name="connsiteY29" fmla="*/ 30480 h 58103"/>
                <a:gd name="connsiteX30" fmla="*/ 100965 w 454343"/>
                <a:gd name="connsiteY30" fmla="*/ 30480 h 58103"/>
                <a:gd name="connsiteX31" fmla="*/ 106680 w 454343"/>
                <a:gd name="connsiteY31" fmla="*/ 28575 h 58103"/>
                <a:gd name="connsiteX32" fmla="*/ 108585 w 454343"/>
                <a:gd name="connsiteY32" fmla="*/ 24765 h 58103"/>
                <a:gd name="connsiteX33" fmla="*/ 108585 w 454343"/>
                <a:gd name="connsiteY33" fmla="*/ 19050 h 58103"/>
                <a:gd name="connsiteX34" fmla="*/ 107632 w 454343"/>
                <a:gd name="connsiteY34" fmla="*/ 13335 h 58103"/>
                <a:gd name="connsiteX35" fmla="*/ 104775 w 454343"/>
                <a:gd name="connsiteY35" fmla="*/ 10477 h 58103"/>
                <a:gd name="connsiteX36" fmla="*/ 100012 w 454343"/>
                <a:gd name="connsiteY36" fmla="*/ 9525 h 58103"/>
                <a:gd name="connsiteX37" fmla="*/ 434340 w 454343"/>
                <a:gd name="connsiteY37" fmla="*/ 7620 h 58103"/>
                <a:gd name="connsiteX38" fmla="*/ 429578 w 454343"/>
                <a:gd name="connsiteY38" fmla="*/ 9525 h 58103"/>
                <a:gd name="connsiteX39" fmla="*/ 425768 w 454343"/>
                <a:gd name="connsiteY39" fmla="*/ 13335 h 58103"/>
                <a:gd name="connsiteX40" fmla="*/ 423863 w 454343"/>
                <a:gd name="connsiteY40" fmla="*/ 19050 h 58103"/>
                <a:gd name="connsiteX41" fmla="*/ 422910 w 454343"/>
                <a:gd name="connsiteY41" fmla="*/ 24765 h 58103"/>
                <a:gd name="connsiteX42" fmla="*/ 422910 w 454343"/>
                <a:gd name="connsiteY42" fmla="*/ 29527 h 58103"/>
                <a:gd name="connsiteX43" fmla="*/ 423863 w 454343"/>
                <a:gd name="connsiteY43" fmla="*/ 38100 h 58103"/>
                <a:gd name="connsiteX44" fmla="*/ 425768 w 454343"/>
                <a:gd name="connsiteY44" fmla="*/ 43815 h 58103"/>
                <a:gd name="connsiteX45" fmla="*/ 429578 w 454343"/>
                <a:gd name="connsiteY45" fmla="*/ 47625 h 58103"/>
                <a:gd name="connsiteX46" fmla="*/ 434340 w 454343"/>
                <a:gd name="connsiteY46" fmla="*/ 49530 h 58103"/>
                <a:gd name="connsiteX47" fmla="*/ 439103 w 454343"/>
                <a:gd name="connsiteY47" fmla="*/ 48577 h 58103"/>
                <a:gd name="connsiteX48" fmla="*/ 442913 w 454343"/>
                <a:gd name="connsiteY48" fmla="*/ 44767 h 58103"/>
                <a:gd name="connsiteX49" fmla="*/ 444818 w 454343"/>
                <a:gd name="connsiteY49" fmla="*/ 38100 h 58103"/>
                <a:gd name="connsiteX50" fmla="*/ 445771 w 454343"/>
                <a:gd name="connsiteY50" fmla="*/ 31432 h 58103"/>
                <a:gd name="connsiteX51" fmla="*/ 445771 w 454343"/>
                <a:gd name="connsiteY51" fmla="*/ 27622 h 58103"/>
                <a:gd name="connsiteX52" fmla="*/ 444818 w 454343"/>
                <a:gd name="connsiteY52" fmla="*/ 19050 h 58103"/>
                <a:gd name="connsiteX53" fmla="*/ 442913 w 454343"/>
                <a:gd name="connsiteY53" fmla="*/ 13335 h 58103"/>
                <a:gd name="connsiteX54" fmla="*/ 439103 w 454343"/>
                <a:gd name="connsiteY54" fmla="*/ 9525 h 58103"/>
                <a:gd name="connsiteX55" fmla="*/ 434340 w 454343"/>
                <a:gd name="connsiteY55" fmla="*/ 7620 h 58103"/>
                <a:gd name="connsiteX56" fmla="*/ 392430 w 454343"/>
                <a:gd name="connsiteY56" fmla="*/ 7620 h 58103"/>
                <a:gd name="connsiteX57" fmla="*/ 387667 w 454343"/>
                <a:gd name="connsiteY57" fmla="*/ 9525 h 58103"/>
                <a:gd name="connsiteX58" fmla="*/ 383858 w 454343"/>
                <a:gd name="connsiteY58" fmla="*/ 13335 h 58103"/>
                <a:gd name="connsiteX59" fmla="*/ 381953 w 454343"/>
                <a:gd name="connsiteY59" fmla="*/ 19050 h 58103"/>
                <a:gd name="connsiteX60" fmla="*/ 381000 w 454343"/>
                <a:gd name="connsiteY60" fmla="*/ 24765 h 58103"/>
                <a:gd name="connsiteX61" fmla="*/ 381000 w 454343"/>
                <a:gd name="connsiteY61" fmla="*/ 29527 h 58103"/>
                <a:gd name="connsiteX62" fmla="*/ 381953 w 454343"/>
                <a:gd name="connsiteY62" fmla="*/ 38100 h 58103"/>
                <a:gd name="connsiteX63" fmla="*/ 383858 w 454343"/>
                <a:gd name="connsiteY63" fmla="*/ 43815 h 58103"/>
                <a:gd name="connsiteX64" fmla="*/ 387667 w 454343"/>
                <a:gd name="connsiteY64" fmla="*/ 47625 h 58103"/>
                <a:gd name="connsiteX65" fmla="*/ 392430 w 454343"/>
                <a:gd name="connsiteY65" fmla="*/ 49530 h 58103"/>
                <a:gd name="connsiteX66" fmla="*/ 397192 w 454343"/>
                <a:gd name="connsiteY66" fmla="*/ 48577 h 58103"/>
                <a:gd name="connsiteX67" fmla="*/ 401003 w 454343"/>
                <a:gd name="connsiteY67" fmla="*/ 44767 h 58103"/>
                <a:gd name="connsiteX68" fmla="*/ 402908 w 454343"/>
                <a:gd name="connsiteY68" fmla="*/ 38100 h 58103"/>
                <a:gd name="connsiteX69" fmla="*/ 403860 w 454343"/>
                <a:gd name="connsiteY69" fmla="*/ 31432 h 58103"/>
                <a:gd name="connsiteX70" fmla="*/ 403860 w 454343"/>
                <a:gd name="connsiteY70" fmla="*/ 27622 h 58103"/>
                <a:gd name="connsiteX71" fmla="*/ 402908 w 454343"/>
                <a:gd name="connsiteY71" fmla="*/ 19050 h 58103"/>
                <a:gd name="connsiteX72" fmla="*/ 401003 w 454343"/>
                <a:gd name="connsiteY72" fmla="*/ 13335 h 58103"/>
                <a:gd name="connsiteX73" fmla="*/ 397192 w 454343"/>
                <a:gd name="connsiteY73" fmla="*/ 9525 h 58103"/>
                <a:gd name="connsiteX74" fmla="*/ 392430 w 454343"/>
                <a:gd name="connsiteY74" fmla="*/ 7620 h 58103"/>
                <a:gd name="connsiteX75" fmla="*/ 349567 w 454343"/>
                <a:gd name="connsiteY75" fmla="*/ 7620 h 58103"/>
                <a:gd name="connsiteX76" fmla="*/ 344804 w 454343"/>
                <a:gd name="connsiteY76" fmla="*/ 9525 h 58103"/>
                <a:gd name="connsiteX77" fmla="*/ 340995 w 454343"/>
                <a:gd name="connsiteY77" fmla="*/ 13335 h 58103"/>
                <a:gd name="connsiteX78" fmla="*/ 339090 w 454343"/>
                <a:gd name="connsiteY78" fmla="*/ 19050 h 58103"/>
                <a:gd name="connsiteX79" fmla="*/ 338137 w 454343"/>
                <a:gd name="connsiteY79" fmla="*/ 24765 h 58103"/>
                <a:gd name="connsiteX80" fmla="*/ 338137 w 454343"/>
                <a:gd name="connsiteY80" fmla="*/ 29527 h 58103"/>
                <a:gd name="connsiteX81" fmla="*/ 339090 w 454343"/>
                <a:gd name="connsiteY81" fmla="*/ 38100 h 58103"/>
                <a:gd name="connsiteX82" fmla="*/ 340995 w 454343"/>
                <a:gd name="connsiteY82" fmla="*/ 43815 h 58103"/>
                <a:gd name="connsiteX83" fmla="*/ 344804 w 454343"/>
                <a:gd name="connsiteY83" fmla="*/ 47625 h 58103"/>
                <a:gd name="connsiteX84" fmla="*/ 349567 w 454343"/>
                <a:gd name="connsiteY84" fmla="*/ 49530 h 58103"/>
                <a:gd name="connsiteX85" fmla="*/ 354329 w 454343"/>
                <a:gd name="connsiteY85" fmla="*/ 48577 h 58103"/>
                <a:gd name="connsiteX86" fmla="*/ 358140 w 454343"/>
                <a:gd name="connsiteY86" fmla="*/ 44767 h 58103"/>
                <a:gd name="connsiteX87" fmla="*/ 360045 w 454343"/>
                <a:gd name="connsiteY87" fmla="*/ 38100 h 58103"/>
                <a:gd name="connsiteX88" fmla="*/ 360997 w 454343"/>
                <a:gd name="connsiteY88" fmla="*/ 31432 h 58103"/>
                <a:gd name="connsiteX89" fmla="*/ 360997 w 454343"/>
                <a:gd name="connsiteY89" fmla="*/ 27622 h 58103"/>
                <a:gd name="connsiteX90" fmla="*/ 360045 w 454343"/>
                <a:gd name="connsiteY90" fmla="*/ 19050 h 58103"/>
                <a:gd name="connsiteX91" fmla="*/ 358140 w 454343"/>
                <a:gd name="connsiteY91" fmla="*/ 13335 h 58103"/>
                <a:gd name="connsiteX92" fmla="*/ 354329 w 454343"/>
                <a:gd name="connsiteY92" fmla="*/ 9525 h 58103"/>
                <a:gd name="connsiteX93" fmla="*/ 349567 w 454343"/>
                <a:gd name="connsiteY93" fmla="*/ 7620 h 58103"/>
                <a:gd name="connsiteX94" fmla="*/ 286702 w 454343"/>
                <a:gd name="connsiteY94" fmla="*/ 7620 h 58103"/>
                <a:gd name="connsiteX95" fmla="*/ 281940 w 454343"/>
                <a:gd name="connsiteY95" fmla="*/ 9525 h 58103"/>
                <a:gd name="connsiteX96" fmla="*/ 278130 w 454343"/>
                <a:gd name="connsiteY96" fmla="*/ 13335 h 58103"/>
                <a:gd name="connsiteX97" fmla="*/ 276225 w 454343"/>
                <a:gd name="connsiteY97" fmla="*/ 19050 h 58103"/>
                <a:gd name="connsiteX98" fmla="*/ 275272 w 454343"/>
                <a:gd name="connsiteY98" fmla="*/ 24765 h 58103"/>
                <a:gd name="connsiteX99" fmla="*/ 275272 w 454343"/>
                <a:gd name="connsiteY99" fmla="*/ 29527 h 58103"/>
                <a:gd name="connsiteX100" fmla="*/ 276225 w 454343"/>
                <a:gd name="connsiteY100" fmla="*/ 38100 h 58103"/>
                <a:gd name="connsiteX101" fmla="*/ 278130 w 454343"/>
                <a:gd name="connsiteY101" fmla="*/ 43815 h 58103"/>
                <a:gd name="connsiteX102" fmla="*/ 281940 w 454343"/>
                <a:gd name="connsiteY102" fmla="*/ 47625 h 58103"/>
                <a:gd name="connsiteX103" fmla="*/ 286702 w 454343"/>
                <a:gd name="connsiteY103" fmla="*/ 49530 h 58103"/>
                <a:gd name="connsiteX104" fmla="*/ 291465 w 454343"/>
                <a:gd name="connsiteY104" fmla="*/ 48577 h 58103"/>
                <a:gd name="connsiteX105" fmla="*/ 295275 w 454343"/>
                <a:gd name="connsiteY105" fmla="*/ 44767 h 58103"/>
                <a:gd name="connsiteX106" fmla="*/ 297180 w 454343"/>
                <a:gd name="connsiteY106" fmla="*/ 38100 h 58103"/>
                <a:gd name="connsiteX107" fmla="*/ 298133 w 454343"/>
                <a:gd name="connsiteY107" fmla="*/ 31432 h 58103"/>
                <a:gd name="connsiteX108" fmla="*/ 298133 w 454343"/>
                <a:gd name="connsiteY108" fmla="*/ 27622 h 58103"/>
                <a:gd name="connsiteX109" fmla="*/ 297180 w 454343"/>
                <a:gd name="connsiteY109" fmla="*/ 19050 h 58103"/>
                <a:gd name="connsiteX110" fmla="*/ 295275 w 454343"/>
                <a:gd name="connsiteY110" fmla="*/ 13335 h 58103"/>
                <a:gd name="connsiteX111" fmla="*/ 291465 w 454343"/>
                <a:gd name="connsiteY111" fmla="*/ 9525 h 58103"/>
                <a:gd name="connsiteX112" fmla="*/ 286702 w 454343"/>
                <a:gd name="connsiteY112" fmla="*/ 7620 h 58103"/>
                <a:gd name="connsiteX113" fmla="*/ 244792 w 454343"/>
                <a:gd name="connsiteY113" fmla="*/ 7620 h 58103"/>
                <a:gd name="connsiteX114" fmla="*/ 240029 w 454343"/>
                <a:gd name="connsiteY114" fmla="*/ 9525 h 58103"/>
                <a:gd name="connsiteX115" fmla="*/ 236220 w 454343"/>
                <a:gd name="connsiteY115" fmla="*/ 13335 h 58103"/>
                <a:gd name="connsiteX116" fmla="*/ 234315 w 454343"/>
                <a:gd name="connsiteY116" fmla="*/ 19050 h 58103"/>
                <a:gd name="connsiteX117" fmla="*/ 233362 w 454343"/>
                <a:gd name="connsiteY117" fmla="*/ 24765 h 58103"/>
                <a:gd name="connsiteX118" fmla="*/ 233362 w 454343"/>
                <a:gd name="connsiteY118" fmla="*/ 29527 h 58103"/>
                <a:gd name="connsiteX119" fmla="*/ 234315 w 454343"/>
                <a:gd name="connsiteY119" fmla="*/ 38100 h 58103"/>
                <a:gd name="connsiteX120" fmla="*/ 236220 w 454343"/>
                <a:gd name="connsiteY120" fmla="*/ 43815 h 58103"/>
                <a:gd name="connsiteX121" fmla="*/ 240029 w 454343"/>
                <a:gd name="connsiteY121" fmla="*/ 47625 h 58103"/>
                <a:gd name="connsiteX122" fmla="*/ 244792 w 454343"/>
                <a:gd name="connsiteY122" fmla="*/ 49530 h 58103"/>
                <a:gd name="connsiteX123" fmla="*/ 249554 w 454343"/>
                <a:gd name="connsiteY123" fmla="*/ 48577 h 58103"/>
                <a:gd name="connsiteX124" fmla="*/ 253365 w 454343"/>
                <a:gd name="connsiteY124" fmla="*/ 44767 h 58103"/>
                <a:gd name="connsiteX125" fmla="*/ 255270 w 454343"/>
                <a:gd name="connsiteY125" fmla="*/ 38100 h 58103"/>
                <a:gd name="connsiteX126" fmla="*/ 256222 w 454343"/>
                <a:gd name="connsiteY126" fmla="*/ 31432 h 58103"/>
                <a:gd name="connsiteX127" fmla="*/ 256222 w 454343"/>
                <a:gd name="connsiteY127" fmla="*/ 27622 h 58103"/>
                <a:gd name="connsiteX128" fmla="*/ 255270 w 454343"/>
                <a:gd name="connsiteY128" fmla="*/ 19050 h 58103"/>
                <a:gd name="connsiteX129" fmla="*/ 253365 w 454343"/>
                <a:gd name="connsiteY129" fmla="*/ 13335 h 58103"/>
                <a:gd name="connsiteX130" fmla="*/ 249554 w 454343"/>
                <a:gd name="connsiteY130" fmla="*/ 9525 h 58103"/>
                <a:gd name="connsiteX131" fmla="*/ 244792 w 454343"/>
                <a:gd name="connsiteY131" fmla="*/ 7620 h 58103"/>
                <a:gd name="connsiteX132" fmla="*/ 202882 w 454343"/>
                <a:gd name="connsiteY132" fmla="*/ 7620 h 58103"/>
                <a:gd name="connsiteX133" fmla="*/ 198120 w 454343"/>
                <a:gd name="connsiteY133" fmla="*/ 9525 h 58103"/>
                <a:gd name="connsiteX134" fmla="*/ 194310 w 454343"/>
                <a:gd name="connsiteY134" fmla="*/ 13335 h 58103"/>
                <a:gd name="connsiteX135" fmla="*/ 192405 w 454343"/>
                <a:gd name="connsiteY135" fmla="*/ 19050 h 58103"/>
                <a:gd name="connsiteX136" fmla="*/ 191452 w 454343"/>
                <a:gd name="connsiteY136" fmla="*/ 24765 h 58103"/>
                <a:gd name="connsiteX137" fmla="*/ 191452 w 454343"/>
                <a:gd name="connsiteY137" fmla="*/ 29527 h 58103"/>
                <a:gd name="connsiteX138" fmla="*/ 192405 w 454343"/>
                <a:gd name="connsiteY138" fmla="*/ 38100 h 58103"/>
                <a:gd name="connsiteX139" fmla="*/ 194310 w 454343"/>
                <a:gd name="connsiteY139" fmla="*/ 43815 h 58103"/>
                <a:gd name="connsiteX140" fmla="*/ 198120 w 454343"/>
                <a:gd name="connsiteY140" fmla="*/ 47625 h 58103"/>
                <a:gd name="connsiteX141" fmla="*/ 202882 w 454343"/>
                <a:gd name="connsiteY141" fmla="*/ 49530 h 58103"/>
                <a:gd name="connsiteX142" fmla="*/ 207645 w 454343"/>
                <a:gd name="connsiteY142" fmla="*/ 48577 h 58103"/>
                <a:gd name="connsiteX143" fmla="*/ 211455 w 454343"/>
                <a:gd name="connsiteY143" fmla="*/ 44767 h 58103"/>
                <a:gd name="connsiteX144" fmla="*/ 213360 w 454343"/>
                <a:gd name="connsiteY144" fmla="*/ 38100 h 58103"/>
                <a:gd name="connsiteX145" fmla="*/ 214313 w 454343"/>
                <a:gd name="connsiteY145" fmla="*/ 31432 h 58103"/>
                <a:gd name="connsiteX146" fmla="*/ 214313 w 454343"/>
                <a:gd name="connsiteY146" fmla="*/ 27622 h 58103"/>
                <a:gd name="connsiteX147" fmla="*/ 213360 w 454343"/>
                <a:gd name="connsiteY147" fmla="*/ 19050 h 58103"/>
                <a:gd name="connsiteX148" fmla="*/ 211455 w 454343"/>
                <a:gd name="connsiteY148" fmla="*/ 13335 h 58103"/>
                <a:gd name="connsiteX149" fmla="*/ 207645 w 454343"/>
                <a:gd name="connsiteY149" fmla="*/ 9525 h 58103"/>
                <a:gd name="connsiteX150" fmla="*/ 202882 w 454343"/>
                <a:gd name="connsiteY150" fmla="*/ 7620 h 58103"/>
                <a:gd name="connsiteX151" fmla="*/ 141923 w 454343"/>
                <a:gd name="connsiteY151" fmla="*/ 953 h 58103"/>
                <a:gd name="connsiteX152" fmla="*/ 148590 w 454343"/>
                <a:gd name="connsiteY152" fmla="*/ 1905 h 58103"/>
                <a:gd name="connsiteX153" fmla="*/ 153353 w 454343"/>
                <a:gd name="connsiteY153" fmla="*/ 4763 h 58103"/>
                <a:gd name="connsiteX154" fmla="*/ 156210 w 454343"/>
                <a:gd name="connsiteY154" fmla="*/ 8573 h 58103"/>
                <a:gd name="connsiteX155" fmla="*/ 157163 w 454343"/>
                <a:gd name="connsiteY155" fmla="*/ 12383 h 58103"/>
                <a:gd name="connsiteX156" fmla="*/ 157163 w 454343"/>
                <a:gd name="connsiteY156" fmla="*/ 16193 h 58103"/>
                <a:gd name="connsiteX157" fmla="*/ 149543 w 454343"/>
                <a:gd name="connsiteY157" fmla="*/ 16193 h 58103"/>
                <a:gd name="connsiteX158" fmla="*/ 148590 w 454343"/>
                <a:gd name="connsiteY158" fmla="*/ 11430 h 58103"/>
                <a:gd name="connsiteX159" fmla="*/ 145733 w 454343"/>
                <a:gd name="connsiteY159" fmla="*/ 8573 h 58103"/>
                <a:gd name="connsiteX160" fmla="*/ 140970 w 454343"/>
                <a:gd name="connsiteY160" fmla="*/ 7620 h 58103"/>
                <a:gd name="connsiteX161" fmla="*/ 136208 w 454343"/>
                <a:gd name="connsiteY161" fmla="*/ 8573 h 58103"/>
                <a:gd name="connsiteX162" fmla="*/ 133351 w 454343"/>
                <a:gd name="connsiteY162" fmla="*/ 11430 h 58103"/>
                <a:gd name="connsiteX163" fmla="*/ 131445 w 454343"/>
                <a:gd name="connsiteY163" fmla="*/ 16193 h 58103"/>
                <a:gd name="connsiteX164" fmla="*/ 130493 w 454343"/>
                <a:gd name="connsiteY164" fmla="*/ 20955 h 58103"/>
                <a:gd name="connsiteX165" fmla="*/ 130493 w 454343"/>
                <a:gd name="connsiteY165" fmla="*/ 24765 h 58103"/>
                <a:gd name="connsiteX166" fmla="*/ 133351 w 454343"/>
                <a:gd name="connsiteY166" fmla="*/ 22860 h 58103"/>
                <a:gd name="connsiteX167" fmla="*/ 137160 w 454343"/>
                <a:gd name="connsiteY167" fmla="*/ 21908 h 58103"/>
                <a:gd name="connsiteX168" fmla="*/ 140970 w 454343"/>
                <a:gd name="connsiteY168" fmla="*/ 20955 h 58103"/>
                <a:gd name="connsiteX169" fmla="*/ 144780 w 454343"/>
                <a:gd name="connsiteY169" fmla="*/ 20955 h 58103"/>
                <a:gd name="connsiteX170" fmla="*/ 149543 w 454343"/>
                <a:gd name="connsiteY170" fmla="*/ 22860 h 58103"/>
                <a:gd name="connsiteX171" fmla="*/ 154305 w 454343"/>
                <a:gd name="connsiteY171" fmla="*/ 26670 h 58103"/>
                <a:gd name="connsiteX172" fmla="*/ 157163 w 454343"/>
                <a:gd name="connsiteY172" fmla="*/ 32385 h 58103"/>
                <a:gd name="connsiteX173" fmla="*/ 158115 w 454343"/>
                <a:gd name="connsiteY173" fmla="*/ 39053 h 58103"/>
                <a:gd name="connsiteX174" fmla="*/ 157163 w 454343"/>
                <a:gd name="connsiteY174" fmla="*/ 46673 h 58103"/>
                <a:gd name="connsiteX175" fmla="*/ 154305 w 454343"/>
                <a:gd name="connsiteY175" fmla="*/ 52388 h 58103"/>
                <a:gd name="connsiteX176" fmla="*/ 148590 w 454343"/>
                <a:gd name="connsiteY176" fmla="*/ 56198 h 58103"/>
                <a:gd name="connsiteX177" fmla="*/ 140018 w 454343"/>
                <a:gd name="connsiteY177" fmla="*/ 58103 h 58103"/>
                <a:gd name="connsiteX178" fmla="*/ 133351 w 454343"/>
                <a:gd name="connsiteY178" fmla="*/ 56198 h 58103"/>
                <a:gd name="connsiteX179" fmla="*/ 128588 w 454343"/>
                <a:gd name="connsiteY179" fmla="*/ 52388 h 58103"/>
                <a:gd name="connsiteX180" fmla="*/ 125730 w 454343"/>
                <a:gd name="connsiteY180" fmla="*/ 46673 h 58103"/>
                <a:gd name="connsiteX181" fmla="*/ 123826 w 454343"/>
                <a:gd name="connsiteY181" fmla="*/ 40005 h 58103"/>
                <a:gd name="connsiteX182" fmla="*/ 122873 w 454343"/>
                <a:gd name="connsiteY182" fmla="*/ 32385 h 58103"/>
                <a:gd name="connsiteX183" fmla="*/ 122873 w 454343"/>
                <a:gd name="connsiteY183" fmla="*/ 24765 h 58103"/>
                <a:gd name="connsiteX184" fmla="*/ 124778 w 454343"/>
                <a:gd name="connsiteY184" fmla="*/ 15240 h 58103"/>
                <a:gd name="connsiteX185" fmla="*/ 127635 w 454343"/>
                <a:gd name="connsiteY185" fmla="*/ 8573 h 58103"/>
                <a:gd name="connsiteX186" fmla="*/ 132398 w 454343"/>
                <a:gd name="connsiteY186" fmla="*/ 3810 h 58103"/>
                <a:gd name="connsiteX187" fmla="*/ 137160 w 454343"/>
                <a:gd name="connsiteY187" fmla="*/ 1905 h 58103"/>
                <a:gd name="connsiteX188" fmla="*/ 141923 w 454343"/>
                <a:gd name="connsiteY188" fmla="*/ 953 h 58103"/>
                <a:gd name="connsiteX189" fmla="*/ 13334 w 454343"/>
                <a:gd name="connsiteY189" fmla="*/ 953 h 58103"/>
                <a:gd name="connsiteX190" fmla="*/ 18097 w 454343"/>
                <a:gd name="connsiteY190" fmla="*/ 3810 h 58103"/>
                <a:gd name="connsiteX191" fmla="*/ 18097 w 454343"/>
                <a:gd name="connsiteY191" fmla="*/ 58103 h 58103"/>
                <a:gd name="connsiteX192" fmla="*/ 10477 w 454343"/>
                <a:gd name="connsiteY192" fmla="*/ 58103 h 58103"/>
                <a:gd name="connsiteX193" fmla="*/ 10477 w 454343"/>
                <a:gd name="connsiteY193" fmla="*/ 13335 h 58103"/>
                <a:gd name="connsiteX194" fmla="*/ 3809 w 454343"/>
                <a:gd name="connsiteY194" fmla="*/ 18098 h 58103"/>
                <a:gd name="connsiteX195" fmla="*/ 0 w 454343"/>
                <a:gd name="connsiteY195" fmla="*/ 11430 h 58103"/>
                <a:gd name="connsiteX196" fmla="*/ 435293 w 454343"/>
                <a:gd name="connsiteY196" fmla="*/ 0 h 58103"/>
                <a:gd name="connsiteX197" fmla="*/ 441008 w 454343"/>
                <a:gd name="connsiteY197" fmla="*/ 952 h 58103"/>
                <a:gd name="connsiteX198" fmla="*/ 446723 w 454343"/>
                <a:gd name="connsiteY198" fmla="*/ 3810 h 58103"/>
                <a:gd name="connsiteX199" fmla="*/ 450533 w 454343"/>
                <a:gd name="connsiteY199" fmla="*/ 9525 h 58103"/>
                <a:gd name="connsiteX200" fmla="*/ 453390 w 454343"/>
                <a:gd name="connsiteY200" fmla="*/ 16192 h 58103"/>
                <a:gd name="connsiteX201" fmla="*/ 454343 w 454343"/>
                <a:gd name="connsiteY201" fmla="*/ 23812 h 58103"/>
                <a:gd name="connsiteX202" fmla="*/ 453390 w 454343"/>
                <a:gd name="connsiteY202" fmla="*/ 31432 h 58103"/>
                <a:gd name="connsiteX203" fmla="*/ 453390 w 454343"/>
                <a:gd name="connsiteY203" fmla="*/ 37147 h 58103"/>
                <a:gd name="connsiteX204" fmla="*/ 452438 w 454343"/>
                <a:gd name="connsiteY204" fmla="*/ 43815 h 58103"/>
                <a:gd name="connsiteX205" fmla="*/ 450533 w 454343"/>
                <a:gd name="connsiteY205" fmla="*/ 49530 h 58103"/>
                <a:gd name="connsiteX206" fmla="*/ 446723 w 454343"/>
                <a:gd name="connsiteY206" fmla="*/ 54292 h 58103"/>
                <a:gd name="connsiteX207" fmla="*/ 441960 w 454343"/>
                <a:gd name="connsiteY207" fmla="*/ 57150 h 58103"/>
                <a:gd name="connsiteX208" fmla="*/ 435293 w 454343"/>
                <a:gd name="connsiteY208" fmla="*/ 58102 h 58103"/>
                <a:gd name="connsiteX209" fmla="*/ 428626 w 454343"/>
                <a:gd name="connsiteY209" fmla="*/ 57150 h 58103"/>
                <a:gd name="connsiteX210" fmla="*/ 422910 w 454343"/>
                <a:gd name="connsiteY210" fmla="*/ 53340 h 58103"/>
                <a:gd name="connsiteX211" fmla="*/ 419101 w 454343"/>
                <a:gd name="connsiteY211" fmla="*/ 47625 h 58103"/>
                <a:gd name="connsiteX212" fmla="*/ 417196 w 454343"/>
                <a:gd name="connsiteY212" fmla="*/ 40957 h 58103"/>
                <a:gd name="connsiteX213" fmla="*/ 416243 w 454343"/>
                <a:gd name="connsiteY213" fmla="*/ 32385 h 58103"/>
                <a:gd name="connsiteX214" fmla="*/ 416243 w 454343"/>
                <a:gd name="connsiteY214" fmla="*/ 24765 h 58103"/>
                <a:gd name="connsiteX215" fmla="*/ 417196 w 454343"/>
                <a:gd name="connsiteY215" fmla="*/ 18097 h 58103"/>
                <a:gd name="connsiteX216" fmla="*/ 419101 w 454343"/>
                <a:gd name="connsiteY216" fmla="*/ 11430 h 58103"/>
                <a:gd name="connsiteX217" fmla="*/ 422910 w 454343"/>
                <a:gd name="connsiteY217" fmla="*/ 5715 h 58103"/>
                <a:gd name="connsiteX218" fmla="*/ 428626 w 454343"/>
                <a:gd name="connsiteY218" fmla="*/ 1905 h 58103"/>
                <a:gd name="connsiteX219" fmla="*/ 435293 w 454343"/>
                <a:gd name="connsiteY219" fmla="*/ 0 h 58103"/>
                <a:gd name="connsiteX220" fmla="*/ 393383 w 454343"/>
                <a:gd name="connsiteY220" fmla="*/ 0 h 58103"/>
                <a:gd name="connsiteX221" fmla="*/ 399098 w 454343"/>
                <a:gd name="connsiteY221" fmla="*/ 952 h 58103"/>
                <a:gd name="connsiteX222" fmla="*/ 404813 w 454343"/>
                <a:gd name="connsiteY222" fmla="*/ 3810 h 58103"/>
                <a:gd name="connsiteX223" fmla="*/ 408623 w 454343"/>
                <a:gd name="connsiteY223" fmla="*/ 9525 h 58103"/>
                <a:gd name="connsiteX224" fmla="*/ 411480 w 454343"/>
                <a:gd name="connsiteY224" fmla="*/ 16192 h 58103"/>
                <a:gd name="connsiteX225" fmla="*/ 412433 w 454343"/>
                <a:gd name="connsiteY225" fmla="*/ 23812 h 58103"/>
                <a:gd name="connsiteX226" fmla="*/ 411480 w 454343"/>
                <a:gd name="connsiteY226" fmla="*/ 31432 h 58103"/>
                <a:gd name="connsiteX227" fmla="*/ 411480 w 454343"/>
                <a:gd name="connsiteY227" fmla="*/ 37147 h 58103"/>
                <a:gd name="connsiteX228" fmla="*/ 410528 w 454343"/>
                <a:gd name="connsiteY228" fmla="*/ 43815 h 58103"/>
                <a:gd name="connsiteX229" fmla="*/ 408623 w 454343"/>
                <a:gd name="connsiteY229" fmla="*/ 49530 h 58103"/>
                <a:gd name="connsiteX230" fmla="*/ 404813 w 454343"/>
                <a:gd name="connsiteY230" fmla="*/ 54292 h 58103"/>
                <a:gd name="connsiteX231" fmla="*/ 400050 w 454343"/>
                <a:gd name="connsiteY231" fmla="*/ 57150 h 58103"/>
                <a:gd name="connsiteX232" fmla="*/ 393383 w 454343"/>
                <a:gd name="connsiteY232" fmla="*/ 58102 h 58103"/>
                <a:gd name="connsiteX233" fmla="*/ 386715 w 454343"/>
                <a:gd name="connsiteY233" fmla="*/ 57150 h 58103"/>
                <a:gd name="connsiteX234" fmla="*/ 381000 w 454343"/>
                <a:gd name="connsiteY234" fmla="*/ 53340 h 58103"/>
                <a:gd name="connsiteX235" fmla="*/ 377190 w 454343"/>
                <a:gd name="connsiteY235" fmla="*/ 47625 h 58103"/>
                <a:gd name="connsiteX236" fmla="*/ 375285 w 454343"/>
                <a:gd name="connsiteY236" fmla="*/ 40957 h 58103"/>
                <a:gd name="connsiteX237" fmla="*/ 374333 w 454343"/>
                <a:gd name="connsiteY237" fmla="*/ 32385 h 58103"/>
                <a:gd name="connsiteX238" fmla="*/ 374333 w 454343"/>
                <a:gd name="connsiteY238" fmla="*/ 24765 h 58103"/>
                <a:gd name="connsiteX239" fmla="*/ 375285 w 454343"/>
                <a:gd name="connsiteY239" fmla="*/ 18097 h 58103"/>
                <a:gd name="connsiteX240" fmla="*/ 377190 w 454343"/>
                <a:gd name="connsiteY240" fmla="*/ 11430 h 58103"/>
                <a:gd name="connsiteX241" fmla="*/ 381000 w 454343"/>
                <a:gd name="connsiteY241" fmla="*/ 5715 h 58103"/>
                <a:gd name="connsiteX242" fmla="*/ 386715 w 454343"/>
                <a:gd name="connsiteY242" fmla="*/ 1905 h 58103"/>
                <a:gd name="connsiteX243" fmla="*/ 393383 w 454343"/>
                <a:gd name="connsiteY243" fmla="*/ 0 h 58103"/>
                <a:gd name="connsiteX244" fmla="*/ 350520 w 454343"/>
                <a:gd name="connsiteY244" fmla="*/ 0 h 58103"/>
                <a:gd name="connsiteX245" fmla="*/ 356235 w 454343"/>
                <a:gd name="connsiteY245" fmla="*/ 952 h 58103"/>
                <a:gd name="connsiteX246" fmla="*/ 361950 w 454343"/>
                <a:gd name="connsiteY246" fmla="*/ 3810 h 58103"/>
                <a:gd name="connsiteX247" fmla="*/ 365760 w 454343"/>
                <a:gd name="connsiteY247" fmla="*/ 9525 h 58103"/>
                <a:gd name="connsiteX248" fmla="*/ 368617 w 454343"/>
                <a:gd name="connsiteY248" fmla="*/ 16192 h 58103"/>
                <a:gd name="connsiteX249" fmla="*/ 369570 w 454343"/>
                <a:gd name="connsiteY249" fmla="*/ 23812 h 58103"/>
                <a:gd name="connsiteX250" fmla="*/ 368617 w 454343"/>
                <a:gd name="connsiteY250" fmla="*/ 31432 h 58103"/>
                <a:gd name="connsiteX251" fmla="*/ 368617 w 454343"/>
                <a:gd name="connsiteY251" fmla="*/ 37147 h 58103"/>
                <a:gd name="connsiteX252" fmla="*/ 367665 w 454343"/>
                <a:gd name="connsiteY252" fmla="*/ 43815 h 58103"/>
                <a:gd name="connsiteX253" fmla="*/ 365760 w 454343"/>
                <a:gd name="connsiteY253" fmla="*/ 49530 h 58103"/>
                <a:gd name="connsiteX254" fmla="*/ 361950 w 454343"/>
                <a:gd name="connsiteY254" fmla="*/ 54292 h 58103"/>
                <a:gd name="connsiteX255" fmla="*/ 357187 w 454343"/>
                <a:gd name="connsiteY255" fmla="*/ 57150 h 58103"/>
                <a:gd name="connsiteX256" fmla="*/ 350520 w 454343"/>
                <a:gd name="connsiteY256" fmla="*/ 58102 h 58103"/>
                <a:gd name="connsiteX257" fmla="*/ 343852 w 454343"/>
                <a:gd name="connsiteY257" fmla="*/ 57150 h 58103"/>
                <a:gd name="connsiteX258" fmla="*/ 338137 w 454343"/>
                <a:gd name="connsiteY258" fmla="*/ 53340 h 58103"/>
                <a:gd name="connsiteX259" fmla="*/ 334327 w 454343"/>
                <a:gd name="connsiteY259" fmla="*/ 47625 h 58103"/>
                <a:gd name="connsiteX260" fmla="*/ 332422 w 454343"/>
                <a:gd name="connsiteY260" fmla="*/ 40957 h 58103"/>
                <a:gd name="connsiteX261" fmla="*/ 331470 w 454343"/>
                <a:gd name="connsiteY261" fmla="*/ 32385 h 58103"/>
                <a:gd name="connsiteX262" fmla="*/ 331470 w 454343"/>
                <a:gd name="connsiteY262" fmla="*/ 24765 h 58103"/>
                <a:gd name="connsiteX263" fmla="*/ 332422 w 454343"/>
                <a:gd name="connsiteY263" fmla="*/ 18097 h 58103"/>
                <a:gd name="connsiteX264" fmla="*/ 334327 w 454343"/>
                <a:gd name="connsiteY264" fmla="*/ 11430 h 58103"/>
                <a:gd name="connsiteX265" fmla="*/ 338137 w 454343"/>
                <a:gd name="connsiteY265" fmla="*/ 5715 h 58103"/>
                <a:gd name="connsiteX266" fmla="*/ 343852 w 454343"/>
                <a:gd name="connsiteY266" fmla="*/ 1905 h 58103"/>
                <a:gd name="connsiteX267" fmla="*/ 350520 w 454343"/>
                <a:gd name="connsiteY267" fmla="*/ 0 h 58103"/>
                <a:gd name="connsiteX268" fmla="*/ 287655 w 454343"/>
                <a:gd name="connsiteY268" fmla="*/ 0 h 58103"/>
                <a:gd name="connsiteX269" fmla="*/ 293370 w 454343"/>
                <a:gd name="connsiteY269" fmla="*/ 952 h 58103"/>
                <a:gd name="connsiteX270" fmla="*/ 299085 w 454343"/>
                <a:gd name="connsiteY270" fmla="*/ 3810 h 58103"/>
                <a:gd name="connsiteX271" fmla="*/ 302895 w 454343"/>
                <a:gd name="connsiteY271" fmla="*/ 9525 h 58103"/>
                <a:gd name="connsiteX272" fmla="*/ 305752 w 454343"/>
                <a:gd name="connsiteY272" fmla="*/ 16192 h 58103"/>
                <a:gd name="connsiteX273" fmla="*/ 306705 w 454343"/>
                <a:gd name="connsiteY273" fmla="*/ 23812 h 58103"/>
                <a:gd name="connsiteX274" fmla="*/ 305752 w 454343"/>
                <a:gd name="connsiteY274" fmla="*/ 31432 h 58103"/>
                <a:gd name="connsiteX275" fmla="*/ 305752 w 454343"/>
                <a:gd name="connsiteY275" fmla="*/ 37147 h 58103"/>
                <a:gd name="connsiteX276" fmla="*/ 304800 w 454343"/>
                <a:gd name="connsiteY276" fmla="*/ 43815 h 58103"/>
                <a:gd name="connsiteX277" fmla="*/ 302895 w 454343"/>
                <a:gd name="connsiteY277" fmla="*/ 49530 h 58103"/>
                <a:gd name="connsiteX278" fmla="*/ 299085 w 454343"/>
                <a:gd name="connsiteY278" fmla="*/ 54292 h 58103"/>
                <a:gd name="connsiteX279" fmla="*/ 294322 w 454343"/>
                <a:gd name="connsiteY279" fmla="*/ 57150 h 58103"/>
                <a:gd name="connsiteX280" fmla="*/ 287655 w 454343"/>
                <a:gd name="connsiteY280" fmla="*/ 58102 h 58103"/>
                <a:gd name="connsiteX281" fmla="*/ 280988 w 454343"/>
                <a:gd name="connsiteY281" fmla="*/ 57150 h 58103"/>
                <a:gd name="connsiteX282" fmla="*/ 275272 w 454343"/>
                <a:gd name="connsiteY282" fmla="*/ 53340 h 58103"/>
                <a:gd name="connsiteX283" fmla="*/ 271463 w 454343"/>
                <a:gd name="connsiteY283" fmla="*/ 47625 h 58103"/>
                <a:gd name="connsiteX284" fmla="*/ 269558 w 454343"/>
                <a:gd name="connsiteY284" fmla="*/ 40957 h 58103"/>
                <a:gd name="connsiteX285" fmla="*/ 268605 w 454343"/>
                <a:gd name="connsiteY285" fmla="*/ 32385 h 58103"/>
                <a:gd name="connsiteX286" fmla="*/ 268605 w 454343"/>
                <a:gd name="connsiteY286" fmla="*/ 24765 h 58103"/>
                <a:gd name="connsiteX287" fmla="*/ 269558 w 454343"/>
                <a:gd name="connsiteY287" fmla="*/ 18097 h 58103"/>
                <a:gd name="connsiteX288" fmla="*/ 271463 w 454343"/>
                <a:gd name="connsiteY288" fmla="*/ 11430 h 58103"/>
                <a:gd name="connsiteX289" fmla="*/ 275272 w 454343"/>
                <a:gd name="connsiteY289" fmla="*/ 5715 h 58103"/>
                <a:gd name="connsiteX290" fmla="*/ 280988 w 454343"/>
                <a:gd name="connsiteY290" fmla="*/ 1905 h 58103"/>
                <a:gd name="connsiteX291" fmla="*/ 287655 w 454343"/>
                <a:gd name="connsiteY291" fmla="*/ 0 h 58103"/>
                <a:gd name="connsiteX292" fmla="*/ 245745 w 454343"/>
                <a:gd name="connsiteY292" fmla="*/ 0 h 58103"/>
                <a:gd name="connsiteX293" fmla="*/ 251460 w 454343"/>
                <a:gd name="connsiteY293" fmla="*/ 952 h 58103"/>
                <a:gd name="connsiteX294" fmla="*/ 257175 w 454343"/>
                <a:gd name="connsiteY294" fmla="*/ 3810 h 58103"/>
                <a:gd name="connsiteX295" fmla="*/ 260985 w 454343"/>
                <a:gd name="connsiteY295" fmla="*/ 9525 h 58103"/>
                <a:gd name="connsiteX296" fmla="*/ 263842 w 454343"/>
                <a:gd name="connsiteY296" fmla="*/ 16192 h 58103"/>
                <a:gd name="connsiteX297" fmla="*/ 264795 w 454343"/>
                <a:gd name="connsiteY297" fmla="*/ 23812 h 58103"/>
                <a:gd name="connsiteX298" fmla="*/ 263842 w 454343"/>
                <a:gd name="connsiteY298" fmla="*/ 31432 h 58103"/>
                <a:gd name="connsiteX299" fmla="*/ 263842 w 454343"/>
                <a:gd name="connsiteY299" fmla="*/ 37147 h 58103"/>
                <a:gd name="connsiteX300" fmla="*/ 262890 w 454343"/>
                <a:gd name="connsiteY300" fmla="*/ 43815 h 58103"/>
                <a:gd name="connsiteX301" fmla="*/ 260985 w 454343"/>
                <a:gd name="connsiteY301" fmla="*/ 49530 h 58103"/>
                <a:gd name="connsiteX302" fmla="*/ 257175 w 454343"/>
                <a:gd name="connsiteY302" fmla="*/ 54292 h 58103"/>
                <a:gd name="connsiteX303" fmla="*/ 252412 w 454343"/>
                <a:gd name="connsiteY303" fmla="*/ 57150 h 58103"/>
                <a:gd name="connsiteX304" fmla="*/ 245745 w 454343"/>
                <a:gd name="connsiteY304" fmla="*/ 58102 h 58103"/>
                <a:gd name="connsiteX305" fmla="*/ 239077 w 454343"/>
                <a:gd name="connsiteY305" fmla="*/ 57150 h 58103"/>
                <a:gd name="connsiteX306" fmla="*/ 233362 w 454343"/>
                <a:gd name="connsiteY306" fmla="*/ 53340 h 58103"/>
                <a:gd name="connsiteX307" fmla="*/ 229552 w 454343"/>
                <a:gd name="connsiteY307" fmla="*/ 47625 h 58103"/>
                <a:gd name="connsiteX308" fmla="*/ 227647 w 454343"/>
                <a:gd name="connsiteY308" fmla="*/ 40957 h 58103"/>
                <a:gd name="connsiteX309" fmla="*/ 226695 w 454343"/>
                <a:gd name="connsiteY309" fmla="*/ 32385 h 58103"/>
                <a:gd name="connsiteX310" fmla="*/ 226695 w 454343"/>
                <a:gd name="connsiteY310" fmla="*/ 24765 h 58103"/>
                <a:gd name="connsiteX311" fmla="*/ 227647 w 454343"/>
                <a:gd name="connsiteY311" fmla="*/ 18097 h 58103"/>
                <a:gd name="connsiteX312" fmla="*/ 229552 w 454343"/>
                <a:gd name="connsiteY312" fmla="*/ 11430 h 58103"/>
                <a:gd name="connsiteX313" fmla="*/ 233362 w 454343"/>
                <a:gd name="connsiteY313" fmla="*/ 5715 h 58103"/>
                <a:gd name="connsiteX314" fmla="*/ 239077 w 454343"/>
                <a:gd name="connsiteY314" fmla="*/ 1905 h 58103"/>
                <a:gd name="connsiteX315" fmla="*/ 245745 w 454343"/>
                <a:gd name="connsiteY315" fmla="*/ 0 h 58103"/>
                <a:gd name="connsiteX316" fmla="*/ 203835 w 454343"/>
                <a:gd name="connsiteY316" fmla="*/ 0 h 58103"/>
                <a:gd name="connsiteX317" fmla="*/ 209550 w 454343"/>
                <a:gd name="connsiteY317" fmla="*/ 952 h 58103"/>
                <a:gd name="connsiteX318" fmla="*/ 215265 w 454343"/>
                <a:gd name="connsiteY318" fmla="*/ 3810 h 58103"/>
                <a:gd name="connsiteX319" fmla="*/ 219075 w 454343"/>
                <a:gd name="connsiteY319" fmla="*/ 9525 h 58103"/>
                <a:gd name="connsiteX320" fmla="*/ 221932 w 454343"/>
                <a:gd name="connsiteY320" fmla="*/ 16192 h 58103"/>
                <a:gd name="connsiteX321" fmla="*/ 222885 w 454343"/>
                <a:gd name="connsiteY321" fmla="*/ 23812 h 58103"/>
                <a:gd name="connsiteX322" fmla="*/ 221932 w 454343"/>
                <a:gd name="connsiteY322" fmla="*/ 31432 h 58103"/>
                <a:gd name="connsiteX323" fmla="*/ 221932 w 454343"/>
                <a:gd name="connsiteY323" fmla="*/ 37147 h 58103"/>
                <a:gd name="connsiteX324" fmla="*/ 220980 w 454343"/>
                <a:gd name="connsiteY324" fmla="*/ 43815 h 58103"/>
                <a:gd name="connsiteX325" fmla="*/ 219075 w 454343"/>
                <a:gd name="connsiteY325" fmla="*/ 49530 h 58103"/>
                <a:gd name="connsiteX326" fmla="*/ 215265 w 454343"/>
                <a:gd name="connsiteY326" fmla="*/ 54292 h 58103"/>
                <a:gd name="connsiteX327" fmla="*/ 210502 w 454343"/>
                <a:gd name="connsiteY327" fmla="*/ 57150 h 58103"/>
                <a:gd name="connsiteX328" fmla="*/ 203835 w 454343"/>
                <a:gd name="connsiteY328" fmla="*/ 58102 h 58103"/>
                <a:gd name="connsiteX329" fmla="*/ 197167 w 454343"/>
                <a:gd name="connsiteY329" fmla="*/ 57150 h 58103"/>
                <a:gd name="connsiteX330" fmla="*/ 191452 w 454343"/>
                <a:gd name="connsiteY330" fmla="*/ 53340 h 58103"/>
                <a:gd name="connsiteX331" fmla="*/ 187642 w 454343"/>
                <a:gd name="connsiteY331" fmla="*/ 47625 h 58103"/>
                <a:gd name="connsiteX332" fmla="*/ 185738 w 454343"/>
                <a:gd name="connsiteY332" fmla="*/ 40957 h 58103"/>
                <a:gd name="connsiteX333" fmla="*/ 184785 w 454343"/>
                <a:gd name="connsiteY333" fmla="*/ 32385 h 58103"/>
                <a:gd name="connsiteX334" fmla="*/ 184785 w 454343"/>
                <a:gd name="connsiteY334" fmla="*/ 24765 h 58103"/>
                <a:gd name="connsiteX335" fmla="*/ 185738 w 454343"/>
                <a:gd name="connsiteY335" fmla="*/ 18097 h 58103"/>
                <a:gd name="connsiteX336" fmla="*/ 187642 w 454343"/>
                <a:gd name="connsiteY336" fmla="*/ 11430 h 58103"/>
                <a:gd name="connsiteX337" fmla="*/ 191452 w 454343"/>
                <a:gd name="connsiteY337" fmla="*/ 5715 h 58103"/>
                <a:gd name="connsiteX338" fmla="*/ 197167 w 454343"/>
                <a:gd name="connsiteY338" fmla="*/ 1905 h 58103"/>
                <a:gd name="connsiteX339" fmla="*/ 203835 w 454343"/>
                <a:gd name="connsiteY339" fmla="*/ 0 h 58103"/>
                <a:gd name="connsiteX340" fmla="*/ 98107 w 454343"/>
                <a:gd name="connsiteY340" fmla="*/ 0 h 58103"/>
                <a:gd name="connsiteX341" fmla="*/ 106680 w 454343"/>
                <a:gd name="connsiteY341" fmla="*/ 1905 h 58103"/>
                <a:gd name="connsiteX342" fmla="*/ 112395 w 454343"/>
                <a:gd name="connsiteY342" fmla="*/ 6667 h 58103"/>
                <a:gd name="connsiteX343" fmla="*/ 115252 w 454343"/>
                <a:gd name="connsiteY343" fmla="*/ 12382 h 58103"/>
                <a:gd name="connsiteX344" fmla="*/ 116205 w 454343"/>
                <a:gd name="connsiteY344" fmla="*/ 20002 h 58103"/>
                <a:gd name="connsiteX345" fmla="*/ 116205 w 454343"/>
                <a:gd name="connsiteY345" fmla="*/ 36195 h 58103"/>
                <a:gd name="connsiteX346" fmla="*/ 116205 w 454343"/>
                <a:gd name="connsiteY346" fmla="*/ 42863 h 58103"/>
                <a:gd name="connsiteX347" fmla="*/ 115252 w 454343"/>
                <a:gd name="connsiteY347" fmla="*/ 47625 h 58103"/>
                <a:gd name="connsiteX348" fmla="*/ 113347 w 454343"/>
                <a:gd name="connsiteY348" fmla="*/ 51435 h 58103"/>
                <a:gd name="connsiteX349" fmla="*/ 110490 w 454343"/>
                <a:gd name="connsiteY349" fmla="*/ 54292 h 58103"/>
                <a:gd name="connsiteX350" fmla="*/ 105727 w 454343"/>
                <a:gd name="connsiteY350" fmla="*/ 56197 h 58103"/>
                <a:gd name="connsiteX351" fmla="*/ 100012 w 454343"/>
                <a:gd name="connsiteY351" fmla="*/ 57150 h 58103"/>
                <a:gd name="connsiteX352" fmla="*/ 93345 w 454343"/>
                <a:gd name="connsiteY352" fmla="*/ 56197 h 58103"/>
                <a:gd name="connsiteX353" fmla="*/ 88582 w 454343"/>
                <a:gd name="connsiteY353" fmla="*/ 54292 h 58103"/>
                <a:gd name="connsiteX354" fmla="*/ 85725 w 454343"/>
                <a:gd name="connsiteY354" fmla="*/ 50482 h 58103"/>
                <a:gd name="connsiteX355" fmla="*/ 83820 w 454343"/>
                <a:gd name="connsiteY355" fmla="*/ 45720 h 58103"/>
                <a:gd name="connsiteX356" fmla="*/ 81915 w 454343"/>
                <a:gd name="connsiteY356" fmla="*/ 43815 h 58103"/>
                <a:gd name="connsiteX357" fmla="*/ 89535 w 454343"/>
                <a:gd name="connsiteY357" fmla="*/ 43815 h 58103"/>
                <a:gd name="connsiteX358" fmla="*/ 90487 w 454343"/>
                <a:gd name="connsiteY358" fmla="*/ 46672 h 58103"/>
                <a:gd name="connsiteX359" fmla="*/ 92392 w 454343"/>
                <a:gd name="connsiteY359" fmla="*/ 49530 h 58103"/>
                <a:gd name="connsiteX360" fmla="*/ 97155 w 454343"/>
                <a:gd name="connsiteY360" fmla="*/ 50482 h 58103"/>
                <a:gd name="connsiteX361" fmla="*/ 100965 w 454343"/>
                <a:gd name="connsiteY361" fmla="*/ 50482 h 58103"/>
                <a:gd name="connsiteX362" fmla="*/ 104775 w 454343"/>
                <a:gd name="connsiteY362" fmla="*/ 48577 h 58103"/>
                <a:gd name="connsiteX363" fmla="*/ 106680 w 454343"/>
                <a:gd name="connsiteY363" fmla="*/ 45720 h 58103"/>
                <a:gd name="connsiteX364" fmla="*/ 107632 w 454343"/>
                <a:gd name="connsiteY364" fmla="*/ 41910 h 58103"/>
                <a:gd name="connsiteX365" fmla="*/ 107632 w 454343"/>
                <a:gd name="connsiteY365" fmla="*/ 38100 h 58103"/>
                <a:gd name="connsiteX366" fmla="*/ 107632 w 454343"/>
                <a:gd name="connsiteY366" fmla="*/ 34767 h 58103"/>
                <a:gd name="connsiteX367" fmla="*/ 108585 w 454343"/>
                <a:gd name="connsiteY367" fmla="*/ 34290 h 58103"/>
                <a:gd name="connsiteX368" fmla="*/ 107632 w 454343"/>
                <a:gd name="connsiteY368" fmla="*/ 34290 h 58103"/>
                <a:gd name="connsiteX369" fmla="*/ 107632 w 454343"/>
                <a:gd name="connsiteY369" fmla="*/ 34767 h 58103"/>
                <a:gd name="connsiteX370" fmla="*/ 106680 w 454343"/>
                <a:gd name="connsiteY370" fmla="*/ 35242 h 58103"/>
                <a:gd name="connsiteX371" fmla="*/ 103822 w 454343"/>
                <a:gd name="connsiteY371" fmla="*/ 36195 h 58103"/>
                <a:gd name="connsiteX372" fmla="*/ 100012 w 454343"/>
                <a:gd name="connsiteY372" fmla="*/ 36195 h 58103"/>
                <a:gd name="connsiteX373" fmla="*/ 91440 w 454343"/>
                <a:gd name="connsiteY373" fmla="*/ 35242 h 58103"/>
                <a:gd name="connsiteX374" fmla="*/ 86677 w 454343"/>
                <a:gd name="connsiteY374" fmla="*/ 31432 h 58103"/>
                <a:gd name="connsiteX375" fmla="*/ 83820 w 454343"/>
                <a:gd name="connsiteY375" fmla="*/ 26670 h 58103"/>
                <a:gd name="connsiteX376" fmla="*/ 82867 w 454343"/>
                <a:gd name="connsiteY376" fmla="*/ 18097 h 58103"/>
                <a:gd name="connsiteX377" fmla="*/ 82867 w 454343"/>
                <a:gd name="connsiteY377" fmla="*/ 13335 h 58103"/>
                <a:gd name="connsiteX378" fmla="*/ 84772 w 454343"/>
                <a:gd name="connsiteY378" fmla="*/ 8572 h 58103"/>
                <a:gd name="connsiteX379" fmla="*/ 87630 w 454343"/>
                <a:gd name="connsiteY379" fmla="*/ 3810 h 58103"/>
                <a:gd name="connsiteX380" fmla="*/ 92392 w 454343"/>
                <a:gd name="connsiteY380" fmla="*/ 952 h 58103"/>
                <a:gd name="connsiteX381" fmla="*/ 98107 w 454343"/>
                <a:gd name="connsiteY381" fmla="*/ 0 h 5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</a:cxnLst>
              <a:rect l="l" t="t" r="r" b="b"/>
              <a:pathLst>
                <a:path w="454343" h="58103">
                  <a:moveTo>
                    <a:pt x="50483" y="37148"/>
                  </a:moveTo>
                  <a:lnTo>
                    <a:pt x="60008" y="37148"/>
                  </a:lnTo>
                  <a:lnTo>
                    <a:pt x="60008" y="46673"/>
                  </a:lnTo>
                  <a:lnTo>
                    <a:pt x="50483" y="46673"/>
                  </a:lnTo>
                  <a:close/>
                  <a:moveTo>
                    <a:pt x="140970" y="27623"/>
                  </a:moveTo>
                  <a:cubicBezTo>
                    <a:pt x="138113" y="27623"/>
                    <a:pt x="136208" y="28575"/>
                    <a:pt x="135255" y="29528"/>
                  </a:cubicBezTo>
                  <a:cubicBezTo>
                    <a:pt x="133351" y="30480"/>
                    <a:pt x="132398" y="31433"/>
                    <a:pt x="131445" y="33338"/>
                  </a:cubicBezTo>
                  <a:cubicBezTo>
                    <a:pt x="130493" y="35243"/>
                    <a:pt x="130493" y="36195"/>
                    <a:pt x="130493" y="39053"/>
                  </a:cubicBezTo>
                  <a:cubicBezTo>
                    <a:pt x="130493" y="40958"/>
                    <a:pt x="130493" y="42863"/>
                    <a:pt x="131445" y="44768"/>
                  </a:cubicBezTo>
                  <a:cubicBezTo>
                    <a:pt x="132398" y="46673"/>
                    <a:pt x="133351" y="48578"/>
                    <a:pt x="135255" y="49530"/>
                  </a:cubicBezTo>
                  <a:cubicBezTo>
                    <a:pt x="137160" y="50483"/>
                    <a:pt x="139065" y="51435"/>
                    <a:pt x="141923" y="51435"/>
                  </a:cubicBezTo>
                  <a:cubicBezTo>
                    <a:pt x="144780" y="51435"/>
                    <a:pt x="146685" y="50483"/>
                    <a:pt x="147638" y="49530"/>
                  </a:cubicBezTo>
                  <a:cubicBezTo>
                    <a:pt x="148590" y="48578"/>
                    <a:pt x="150495" y="47625"/>
                    <a:pt x="150495" y="45720"/>
                  </a:cubicBezTo>
                  <a:cubicBezTo>
                    <a:pt x="151448" y="44768"/>
                    <a:pt x="151448" y="42863"/>
                    <a:pt x="151448" y="40958"/>
                  </a:cubicBezTo>
                  <a:cubicBezTo>
                    <a:pt x="151448" y="39053"/>
                    <a:pt x="151448" y="37148"/>
                    <a:pt x="151448" y="36195"/>
                  </a:cubicBezTo>
                  <a:cubicBezTo>
                    <a:pt x="149543" y="34290"/>
                    <a:pt x="149543" y="33338"/>
                    <a:pt x="149543" y="33338"/>
                  </a:cubicBezTo>
                  <a:cubicBezTo>
                    <a:pt x="148590" y="32385"/>
                    <a:pt x="147638" y="30480"/>
                    <a:pt x="146685" y="29528"/>
                  </a:cubicBezTo>
                  <a:cubicBezTo>
                    <a:pt x="145733" y="28575"/>
                    <a:pt x="142876" y="27623"/>
                    <a:pt x="140970" y="27623"/>
                  </a:cubicBezTo>
                  <a:close/>
                  <a:moveTo>
                    <a:pt x="50483" y="18098"/>
                  </a:moveTo>
                  <a:lnTo>
                    <a:pt x="60008" y="18098"/>
                  </a:lnTo>
                  <a:lnTo>
                    <a:pt x="60008" y="27623"/>
                  </a:lnTo>
                  <a:lnTo>
                    <a:pt x="50483" y="27623"/>
                  </a:lnTo>
                  <a:close/>
                  <a:moveTo>
                    <a:pt x="100012" y="9525"/>
                  </a:moveTo>
                  <a:cubicBezTo>
                    <a:pt x="98107" y="9525"/>
                    <a:pt x="97155" y="9525"/>
                    <a:pt x="96202" y="10477"/>
                  </a:cubicBezTo>
                  <a:cubicBezTo>
                    <a:pt x="95250" y="10477"/>
                    <a:pt x="94297" y="11430"/>
                    <a:pt x="93345" y="12382"/>
                  </a:cubicBezTo>
                  <a:cubicBezTo>
                    <a:pt x="92392" y="13335"/>
                    <a:pt x="92392" y="14287"/>
                    <a:pt x="91440" y="15240"/>
                  </a:cubicBezTo>
                  <a:cubicBezTo>
                    <a:pt x="91440" y="16192"/>
                    <a:pt x="90487" y="18097"/>
                    <a:pt x="90487" y="20002"/>
                  </a:cubicBezTo>
                  <a:cubicBezTo>
                    <a:pt x="90487" y="21907"/>
                    <a:pt x="90487" y="23812"/>
                    <a:pt x="91440" y="24765"/>
                  </a:cubicBezTo>
                  <a:cubicBezTo>
                    <a:pt x="91440" y="25717"/>
                    <a:pt x="92392" y="27622"/>
                    <a:pt x="93345" y="28575"/>
                  </a:cubicBezTo>
                  <a:cubicBezTo>
                    <a:pt x="94297" y="29527"/>
                    <a:pt x="95250" y="29527"/>
                    <a:pt x="97155" y="30480"/>
                  </a:cubicBezTo>
                  <a:cubicBezTo>
                    <a:pt x="98107" y="30480"/>
                    <a:pt x="100012" y="30480"/>
                    <a:pt x="100965" y="30480"/>
                  </a:cubicBezTo>
                  <a:cubicBezTo>
                    <a:pt x="103822" y="30480"/>
                    <a:pt x="105727" y="29527"/>
                    <a:pt x="106680" y="28575"/>
                  </a:cubicBezTo>
                  <a:cubicBezTo>
                    <a:pt x="107632" y="27622"/>
                    <a:pt x="108585" y="25717"/>
                    <a:pt x="108585" y="24765"/>
                  </a:cubicBezTo>
                  <a:cubicBezTo>
                    <a:pt x="108585" y="22860"/>
                    <a:pt x="109537" y="20955"/>
                    <a:pt x="108585" y="19050"/>
                  </a:cubicBezTo>
                  <a:cubicBezTo>
                    <a:pt x="107632" y="15240"/>
                    <a:pt x="107632" y="14287"/>
                    <a:pt x="107632" y="13335"/>
                  </a:cubicBezTo>
                  <a:cubicBezTo>
                    <a:pt x="106680" y="11430"/>
                    <a:pt x="105727" y="10477"/>
                    <a:pt x="104775" y="10477"/>
                  </a:cubicBezTo>
                  <a:cubicBezTo>
                    <a:pt x="103822" y="9525"/>
                    <a:pt x="101917" y="9525"/>
                    <a:pt x="100012" y="9525"/>
                  </a:cubicBezTo>
                  <a:close/>
                  <a:moveTo>
                    <a:pt x="434340" y="7620"/>
                  </a:moveTo>
                  <a:cubicBezTo>
                    <a:pt x="432435" y="7620"/>
                    <a:pt x="430530" y="8572"/>
                    <a:pt x="429578" y="9525"/>
                  </a:cubicBezTo>
                  <a:cubicBezTo>
                    <a:pt x="427673" y="10477"/>
                    <a:pt x="426721" y="11430"/>
                    <a:pt x="425768" y="13335"/>
                  </a:cubicBezTo>
                  <a:cubicBezTo>
                    <a:pt x="424815" y="15240"/>
                    <a:pt x="423863" y="17145"/>
                    <a:pt x="423863" y="19050"/>
                  </a:cubicBezTo>
                  <a:cubicBezTo>
                    <a:pt x="423863" y="20955"/>
                    <a:pt x="422910" y="22860"/>
                    <a:pt x="422910" y="24765"/>
                  </a:cubicBezTo>
                  <a:cubicBezTo>
                    <a:pt x="422910" y="25717"/>
                    <a:pt x="422910" y="27622"/>
                    <a:pt x="422910" y="29527"/>
                  </a:cubicBezTo>
                  <a:cubicBezTo>
                    <a:pt x="422910" y="33338"/>
                    <a:pt x="422910" y="36195"/>
                    <a:pt x="423863" y="38100"/>
                  </a:cubicBezTo>
                  <a:cubicBezTo>
                    <a:pt x="423863" y="40957"/>
                    <a:pt x="424815" y="42863"/>
                    <a:pt x="425768" y="43815"/>
                  </a:cubicBezTo>
                  <a:cubicBezTo>
                    <a:pt x="426721" y="45720"/>
                    <a:pt x="427673" y="46672"/>
                    <a:pt x="429578" y="47625"/>
                  </a:cubicBezTo>
                  <a:cubicBezTo>
                    <a:pt x="430530" y="48577"/>
                    <a:pt x="432435" y="49530"/>
                    <a:pt x="434340" y="49530"/>
                  </a:cubicBezTo>
                  <a:cubicBezTo>
                    <a:pt x="436246" y="49530"/>
                    <a:pt x="437198" y="49530"/>
                    <a:pt x="439103" y="48577"/>
                  </a:cubicBezTo>
                  <a:cubicBezTo>
                    <a:pt x="441008" y="47625"/>
                    <a:pt x="441960" y="46672"/>
                    <a:pt x="442913" y="44767"/>
                  </a:cubicBezTo>
                  <a:cubicBezTo>
                    <a:pt x="443865" y="42863"/>
                    <a:pt x="444818" y="40957"/>
                    <a:pt x="444818" y="38100"/>
                  </a:cubicBezTo>
                  <a:cubicBezTo>
                    <a:pt x="444818" y="35242"/>
                    <a:pt x="445771" y="33338"/>
                    <a:pt x="445771" y="31432"/>
                  </a:cubicBezTo>
                  <a:cubicBezTo>
                    <a:pt x="445771" y="30480"/>
                    <a:pt x="445771" y="29527"/>
                    <a:pt x="445771" y="27622"/>
                  </a:cubicBezTo>
                  <a:cubicBezTo>
                    <a:pt x="445771" y="23812"/>
                    <a:pt x="445771" y="20955"/>
                    <a:pt x="444818" y="19050"/>
                  </a:cubicBezTo>
                  <a:cubicBezTo>
                    <a:pt x="443865" y="17145"/>
                    <a:pt x="443865" y="15240"/>
                    <a:pt x="442913" y="13335"/>
                  </a:cubicBezTo>
                  <a:cubicBezTo>
                    <a:pt x="441960" y="11430"/>
                    <a:pt x="441008" y="10477"/>
                    <a:pt x="439103" y="9525"/>
                  </a:cubicBezTo>
                  <a:cubicBezTo>
                    <a:pt x="438151" y="8572"/>
                    <a:pt x="436246" y="7620"/>
                    <a:pt x="434340" y="7620"/>
                  </a:cubicBezTo>
                  <a:close/>
                  <a:moveTo>
                    <a:pt x="392430" y="7620"/>
                  </a:moveTo>
                  <a:cubicBezTo>
                    <a:pt x="390525" y="7620"/>
                    <a:pt x="388620" y="8572"/>
                    <a:pt x="387667" y="9525"/>
                  </a:cubicBezTo>
                  <a:cubicBezTo>
                    <a:pt x="386715" y="10477"/>
                    <a:pt x="384810" y="11430"/>
                    <a:pt x="383858" y="13335"/>
                  </a:cubicBezTo>
                  <a:cubicBezTo>
                    <a:pt x="382905" y="15240"/>
                    <a:pt x="381953" y="17145"/>
                    <a:pt x="381953" y="19050"/>
                  </a:cubicBezTo>
                  <a:cubicBezTo>
                    <a:pt x="381953" y="20955"/>
                    <a:pt x="381000" y="22860"/>
                    <a:pt x="381000" y="24765"/>
                  </a:cubicBezTo>
                  <a:cubicBezTo>
                    <a:pt x="381000" y="25717"/>
                    <a:pt x="381000" y="27622"/>
                    <a:pt x="381000" y="29527"/>
                  </a:cubicBezTo>
                  <a:cubicBezTo>
                    <a:pt x="381000" y="33338"/>
                    <a:pt x="381000" y="36195"/>
                    <a:pt x="381953" y="38100"/>
                  </a:cubicBezTo>
                  <a:cubicBezTo>
                    <a:pt x="381953" y="40957"/>
                    <a:pt x="382905" y="42863"/>
                    <a:pt x="383858" y="43815"/>
                  </a:cubicBezTo>
                  <a:cubicBezTo>
                    <a:pt x="384810" y="45720"/>
                    <a:pt x="385763" y="46672"/>
                    <a:pt x="387667" y="47625"/>
                  </a:cubicBezTo>
                  <a:cubicBezTo>
                    <a:pt x="388620" y="48577"/>
                    <a:pt x="390525" y="49530"/>
                    <a:pt x="392430" y="49530"/>
                  </a:cubicBezTo>
                  <a:cubicBezTo>
                    <a:pt x="394335" y="49530"/>
                    <a:pt x="395288" y="49530"/>
                    <a:pt x="397192" y="48577"/>
                  </a:cubicBezTo>
                  <a:cubicBezTo>
                    <a:pt x="399098" y="47625"/>
                    <a:pt x="400050" y="46672"/>
                    <a:pt x="401003" y="44767"/>
                  </a:cubicBezTo>
                  <a:cubicBezTo>
                    <a:pt x="401955" y="42863"/>
                    <a:pt x="402908" y="40957"/>
                    <a:pt x="402908" y="38100"/>
                  </a:cubicBezTo>
                  <a:cubicBezTo>
                    <a:pt x="402908" y="35242"/>
                    <a:pt x="403860" y="33338"/>
                    <a:pt x="403860" y="31432"/>
                  </a:cubicBezTo>
                  <a:cubicBezTo>
                    <a:pt x="403860" y="30480"/>
                    <a:pt x="403860" y="29527"/>
                    <a:pt x="403860" y="27622"/>
                  </a:cubicBezTo>
                  <a:cubicBezTo>
                    <a:pt x="403860" y="23812"/>
                    <a:pt x="403860" y="20955"/>
                    <a:pt x="402908" y="19050"/>
                  </a:cubicBezTo>
                  <a:cubicBezTo>
                    <a:pt x="401955" y="17145"/>
                    <a:pt x="401955" y="15240"/>
                    <a:pt x="401003" y="13335"/>
                  </a:cubicBezTo>
                  <a:cubicBezTo>
                    <a:pt x="400050" y="11430"/>
                    <a:pt x="399098" y="10477"/>
                    <a:pt x="397192" y="9525"/>
                  </a:cubicBezTo>
                  <a:cubicBezTo>
                    <a:pt x="396240" y="8572"/>
                    <a:pt x="394335" y="7620"/>
                    <a:pt x="392430" y="7620"/>
                  </a:cubicBezTo>
                  <a:close/>
                  <a:moveTo>
                    <a:pt x="349567" y="7620"/>
                  </a:moveTo>
                  <a:cubicBezTo>
                    <a:pt x="347662" y="7620"/>
                    <a:pt x="345757" y="8572"/>
                    <a:pt x="344804" y="9525"/>
                  </a:cubicBezTo>
                  <a:cubicBezTo>
                    <a:pt x="342900" y="10477"/>
                    <a:pt x="341947" y="11430"/>
                    <a:pt x="340995" y="13335"/>
                  </a:cubicBezTo>
                  <a:cubicBezTo>
                    <a:pt x="340042" y="15240"/>
                    <a:pt x="339090" y="17145"/>
                    <a:pt x="339090" y="19050"/>
                  </a:cubicBezTo>
                  <a:cubicBezTo>
                    <a:pt x="339090" y="20955"/>
                    <a:pt x="338137" y="22860"/>
                    <a:pt x="338137" y="24765"/>
                  </a:cubicBezTo>
                  <a:cubicBezTo>
                    <a:pt x="338137" y="25717"/>
                    <a:pt x="338137" y="27622"/>
                    <a:pt x="338137" y="29527"/>
                  </a:cubicBezTo>
                  <a:cubicBezTo>
                    <a:pt x="338137" y="33338"/>
                    <a:pt x="338137" y="36195"/>
                    <a:pt x="339090" y="38100"/>
                  </a:cubicBezTo>
                  <a:cubicBezTo>
                    <a:pt x="339090" y="40957"/>
                    <a:pt x="340042" y="42863"/>
                    <a:pt x="340995" y="43815"/>
                  </a:cubicBezTo>
                  <a:cubicBezTo>
                    <a:pt x="341947" y="45720"/>
                    <a:pt x="342900" y="46672"/>
                    <a:pt x="344804" y="47625"/>
                  </a:cubicBezTo>
                  <a:cubicBezTo>
                    <a:pt x="345757" y="48577"/>
                    <a:pt x="347662" y="49530"/>
                    <a:pt x="349567" y="49530"/>
                  </a:cubicBezTo>
                  <a:cubicBezTo>
                    <a:pt x="351472" y="49530"/>
                    <a:pt x="352425" y="49530"/>
                    <a:pt x="354329" y="48577"/>
                  </a:cubicBezTo>
                  <a:cubicBezTo>
                    <a:pt x="356235" y="47625"/>
                    <a:pt x="357187" y="46672"/>
                    <a:pt x="358140" y="44767"/>
                  </a:cubicBezTo>
                  <a:cubicBezTo>
                    <a:pt x="359092" y="42863"/>
                    <a:pt x="360045" y="40957"/>
                    <a:pt x="360045" y="38100"/>
                  </a:cubicBezTo>
                  <a:cubicBezTo>
                    <a:pt x="360045" y="35242"/>
                    <a:pt x="360997" y="33338"/>
                    <a:pt x="360997" y="31432"/>
                  </a:cubicBezTo>
                  <a:cubicBezTo>
                    <a:pt x="360997" y="30480"/>
                    <a:pt x="360997" y="29527"/>
                    <a:pt x="360997" y="27622"/>
                  </a:cubicBezTo>
                  <a:cubicBezTo>
                    <a:pt x="360997" y="23812"/>
                    <a:pt x="360997" y="20955"/>
                    <a:pt x="360045" y="19050"/>
                  </a:cubicBezTo>
                  <a:cubicBezTo>
                    <a:pt x="359092" y="17145"/>
                    <a:pt x="359092" y="15240"/>
                    <a:pt x="358140" y="13335"/>
                  </a:cubicBezTo>
                  <a:cubicBezTo>
                    <a:pt x="357187" y="11430"/>
                    <a:pt x="356235" y="10477"/>
                    <a:pt x="354329" y="9525"/>
                  </a:cubicBezTo>
                  <a:cubicBezTo>
                    <a:pt x="353377" y="8572"/>
                    <a:pt x="351472" y="7620"/>
                    <a:pt x="349567" y="7620"/>
                  </a:cubicBezTo>
                  <a:close/>
                  <a:moveTo>
                    <a:pt x="286702" y="7620"/>
                  </a:moveTo>
                  <a:cubicBezTo>
                    <a:pt x="284797" y="7620"/>
                    <a:pt x="282892" y="8572"/>
                    <a:pt x="281940" y="9525"/>
                  </a:cubicBezTo>
                  <a:cubicBezTo>
                    <a:pt x="280035" y="10477"/>
                    <a:pt x="279083" y="11430"/>
                    <a:pt x="278130" y="13335"/>
                  </a:cubicBezTo>
                  <a:cubicBezTo>
                    <a:pt x="277177" y="15240"/>
                    <a:pt x="276225" y="17145"/>
                    <a:pt x="276225" y="19050"/>
                  </a:cubicBezTo>
                  <a:cubicBezTo>
                    <a:pt x="276225" y="20955"/>
                    <a:pt x="275272" y="22860"/>
                    <a:pt x="275272" y="24765"/>
                  </a:cubicBezTo>
                  <a:cubicBezTo>
                    <a:pt x="275272" y="25717"/>
                    <a:pt x="275272" y="27622"/>
                    <a:pt x="275272" y="29527"/>
                  </a:cubicBezTo>
                  <a:cubicBezTo>
                    <a:pt x="275272" y="33338"/>
                    <a:pt x="275272" y="36195"/>
                    <a:pt x="276225" y="38100"/>
                  </a:cubicBezTo>
                  <a:cubicBezTo>
                    <a:pt x="276225" y="40957"/>
                    <a:pt x="277177" y="42863"/>
                    <a:pt x="278130" y="43815"/>
                  </a:cubicBezTo>
                  <a:cubicBezTo>
                    <a:pt x="279083" y="45720"/>
                    <a:pt x="280035" y="46672"/>
                    <a:pt x="281940" y="47625"/>
                  </a:cubicBezTo>
                  <a:cubicBezTo>
                    <a:pt x="282892" y="48577"/>
                    <a:pt x="284797" y="49530"/>
                    <a:pt x="286702" y="49530"/>
                  </a:cubicBezTo>
                  <a:cubicBezTo>
                    <a:pt x="288608" y="49530"/>
                    <a:pt x="289560" y="49530"/>
                    <a:pt x="291465" y="48577"/>
                  </a:cubicBezTo>
                  <a:cubicBezTo>
                    <a:pt x="293370" y="47625"/>
                    <a:pt x="294322" y="46672"/>
                    <a:pt x="295275" y="44767"/>
                  </a:cubicBezTo>
                  <a:cubicBezTo>
                    <a:pt x="296227" y="42863"/>
                    <a:pt x="297180" y="40957"/>
                    <a:pt x="297180" y="38100"/>
                  </a:cubicBezTo>
                  <a:cubicBezTo>
                    <a:pt x="297180" y="35242"/>
                    <a:pt x="298133" y="33338"/>
                    <a:pt x="298133" y="31432"/>
                  </a:cubicBezTo>
                  <a:cubicBezTo>
                    <a:pt x="298133" y="30480"/>
                    <a:pt x="298133" y="29527"/>
                    <a:pt x="298133" y="27622"/>
                  </a:cubicBezTo>
                  <a:cubicBezTo>
                    <a:pt x="298133" y="23812"/>
                    <a:pt x="298133" y="20955"/>
                    <a:pt x="297180" y="19050"/>
                  </a:cubicBezTo>
                  <a:cubicBezTo>
                    <a:pt x="296227" y="17145"/>
                    <a:pt x="296227" y="15240"/>
                    <a:pt x="295275" y="13335"/>
                  </a:cubicBezTo>
                  <a:cubicBezTo>
                    <a:pt x="294322" y="11430"/>
                    <a:pt x="293370" y="10477"/>
                    <a:pt x="291465" y="9525"/>
                  </a:cubicBezTo>
                  <a:cubicBezTo>
                    <a:pt x="290513" y="8572"/>
                    <a:pt x="288608" y="7620"/>
                    <a:pt x="286702" y="7620"/>
                  </a:cubicBezTo>
                  <a:close/>
                  <a:moveTo>
                    <a:pt x="244792" y="7620"/>
                  </a:moveTo>
                  <a:cubicBezTo>
                    <a:pt x="242887" y="7620"/>
                    <a:pt x="240982" y="8572"/>
                    <a:pt x="240029" y="9525"/>
                  </a:cubicBezTo>
                  <a:cubicBezTo>
                    <a:pt x="239077" y="10477"/>
                    <a:pt x="237172" y="11430"/>
                    <a:pt x="236220" y="13335"/>
                  </a:cubicBezTo>
                  <a:cubicBezTo>
                    <a:pt x="235267" y="15240"/>
                    <a:pt x="234315" y="17145"/>
                    <a:pt x="234315" y="19050"/>
                  </a:cubicBezTo>
                  <a:cubicBezTo>
                    <a:pt x="234315" y="20955"/>
                    <a:pt x="233362" y="22860"/>
                    <a:pt x="233362" y="24765"/>
                  </a:cubicBezTo>
                  <a:cubicBezTo>
                    <a:pt x="233362" y="25717"/>
                    <a:pt x="233362" y="27622"/>
                    <a:pt x="233362" y="29527"/>
                  </a:cubicBezTo>
                  <a:cubicBezTo>
                    <a:pt x="233362" y="33338"/>
                    <a:pt x="233362" y="36195"/>
                    <a:pt x="234315" y="38100"/>
                  </a:cubicBezTo>
                  <a:cubicBezTo>
                    <a:pt x="234315" y="40957"/>
                    <a:pt x="235267" y="42863"/>
                    <a:pt x="236220" y="43815"/>
                  </a:cubicBezTo>
                  <a:cubicBezTo>
                    <a:pt x="237172" y="45720"/>
                    <a:pt x="238125" y="46672"/>
                    <a:pt x="240029" y="47625"/>
                  </a:cubicBezTo>
                  <a:cubicBezTo>
                    <a:pt x="240982" y="48577"/>
                    <a:pt x="242887" y="49530"/>
                    <a:pt x="244792" y="49530"/>
                  </a:cubicBezTo>
                  <a:cubicBezTo>
                    <a:pt x="246697" y="49530"/>
                    <a:pt x="247650" y="49530"/>
                    <a:pt x="249554" y="48577"/>
                  </a:cubicBezTo>
                  <a:cubicBezTo>
                    <a:pt x="251460" y="47625"/>
                    <a:pt x="252412" y="46672"/>
                    <a:pt x="253365" y="44767"/>
                  </a:cubicBezTo>
                  <a:cubicBezTo>
                    <a:pt x="254317" y="42863"/>
                    <a:pt x="255270" y="40957"/>
                    <a:pt x="255270" y="38100"/>
                  </a:cubicBezTo>
                  <a:cubicBezTo>
                    <a:pt x="255270" y="35242"/>
                    <a:pt x="256222" y="33338"/>
                    <a:pt x="256222" y="31432"/>
                  </a:cubicBezTo>
                  <a:cubicBezTo>
                    <a:pt x="256222" y="30480"/>
                    <a:pt x="256222" y="29527"/>
                    <a:pt x="256222" y="27622"/>
                  </a:cubicBezTo>
                  <a:cubicBezTo>
                    <a:pt x="256222" y="23812"/>
                    <a:pt x="256222" y="20955"/>
                    <a:pt x="255270" y="19050"/>
                  </a:cubicBezTo>
                  <a:cubicBezTo>
                    <a:pt x="254317" y="17145"/>
                    <a:pt x="254317" y="15240"/>
                    <a:pt x="253365" y="13335"/>
                  </a:cubicBezTo>
                  <a:cubicBezTo>
                    <a:pt x="252412" y="11430"/>
                    <a:pt x="251460" y="10477"/>
                    <a:pt x="249554" y="9525"/>
                  </a:cubicBezTo>
                  <a:cubicBezTo>
                    <a:pt x="248602" y="8572"/>
                    <a:pt x="246697" y="7620"/>
                    <a:pt x="244792" y="7620"/>
                  </a:cubicBezTo>
                  <a:close/>
                  <a:moveTo>
                    <a:pt x="202882" y="7620"/>
                  </a:moveTo>
                  <a:cubicBezTo>
                    <a:pt x="200977" y="7620"/>
                    <a:pt x="199072" y="8572"/>
                    <a:pt x="198120" y="9525"/>
                  </a:cubicBezTo>
                  <a:cubicBezTo>
                    <a:pt x="196215" y="10477"/>
                    <a:pt x="195263" y="11430"/>
                    <a:pt x="194310" y="13335"/>
                  </a:cubicBezTo>
                  <a:cubicBezTo>
                    <a:pt x="193357" y="15240"/>
                    <a:pt x="192405" y="17145"/>
                    <a:pt x="192405" y="19050"/>
                  </a:cubicBezTo>
                  <a:cubicBezTo>
                    <a:pt x="192405" y="20955"/>
                    <a:pt x="191452" y="22860"/>
                    <a:pt x="191452" y="24765"/>
                  </a:cubicBezTo>
                  <a:cubicBezTo>
                    <a:pt x="191452" y="25717"/>
                    <a:pt x="191452" y="27622"/>
                    <a:pt x="191452" y="29527"/>
                  </a:cubicBezTo>
                  <a:cubicBezTo>
                    <a:pt x="191452" y="33338"/>
                    <a:pt x="191452" y="36195"/>
                    <a:pt x="192405" y="38100"/>
                  </a:cubicBezTo>
                  <a:cubicBezTo>
                    <a:pt x="192405" y="40957"/>
                    <a:pt x="193357" y="42863"/>
                    <a:pt x="194310" y="43815"/>
                  </a:cubicBezTo>
                  <a:cubicBezTo>
                    <a:pt x="195263" y="45720"/>
                    <a:pt x="196215" y="46672"/>
                    <a:pt x="198120" y="47625"/>
                  </a:cubicBezTo>
                  <a:cubicBezTo>
                    <a:pt x="199072" y="48577"/>
                    <a:pt x="200977" y="49530"/>
                    <a:pt x="202882" y="49530"/>
                  </a:cubicBezTo>
                  <a:cubicBezTo>
                    <a:pt x="204788" y="49530"/>
                    <a:pt x="205740" y="49530"/>
                    <a:pt x="207645" y="48577"/>
                  </a:cubicBezTo>
                  <a:cubicBezTo>
                    <a:pt x="209550" y="47625"/>
                    <a:pt x="210502" y="46672"/>
                    <a:pt x="211455" y="44767"/>
                  </a:cubicBezTo>
                  <a:cubicBezTo>
                    <a:pt x="212407" y="42863"/>
                    <a:pt x="213360" y="40957"/>
                    <a:pt x="213360" y="38100"/>
                  </a:cubicBezTo>
                  <a:cubicBezTo>
                    <a:pt x="213360" y="35242"/>
                    <a:pt x="214313" y="33338"/>
                    <a:pt x="214313" y="31432"/>
                  </a:cubicBezTo>
                  <a:cubicBezTo>
                    <a:pt x="214313" y="30480"/>
                    <a:pt x="214313" y="29527"/>
                    <a:pt x="214313" y="27622"/>
                  </a:cubicBezTo>
                  <a:cubicBezTo>
                    <a:pt x="214313" y="23812"/>
                    <a:pt x="214313" y="20955"/>
                    <a:pt x="213360" y="19050"/>
                  </a:cubicBezTo>
                  <a:cubicBezTo>
                    <a:pt x="212407" y="17145"/>
                    <a:pt x="212407" y="15240"/>
                    <a:pt x="211455" y="13335"/>
                  </a:cubicBezTo>
                  <a:cubicBezTo>
                    <a:pt x="210502" y="11430"/>
                    <a:pt x="209550" y="10477"/>
                    <a:pt x="207645" y="9525"/>
                  </a:cubicBezTo>
                  <a:cubicBezTo>
                    <a:pt x="206692" y="8572"/>
                    <a:pt x="204788" y="7620"/>
                    <a:pt x="202882" y="7620"/>
                  </a:cubicBezTo>
                  <a:close/>
                  <a:moveTo>
                    <a:pt x="141923" y="953"/>
                  </a:moveTo>
                  <a:cubicBezTo>
                    <a:pt x="144780" y="953"/>
                    <a:pt x="146685" y="953"/>
                    <a:pt x="148590" y="1905"/>
                  </a:cubicBezTo>
                  <a:cubicBezTo>
                    <a:pt x="150495" y="2858"/>
                    <a:pt x="152401" y="3810"/>
                    <a:pt x="153353" y="4763"/>
                  </a:cubicBezTo>
                  <a:cubicBezTo>
                    <a:pt x="154305" y="5715"/>
                    <a:pt x="155258" y="7620"/>
                    <a:pt x="156210" y="8573"/>
                  </a:cubicBezTo>
                  <a:cubicBezTo>
                    <a:pt x="157163" y="10478"/>
                    <a:pt x="157163" y="11430"/>
                    <a:pt x="157163" y="12383"/>
                  </a:cubicBezTo>
                  <a:lnTo>
                    <a:pt x="157163" y="16193"/>
                  </a:lnTo>
                  <a:lnTo>
                    <a:pt x="149543" y="16193"/>
                  </a:lnTo>
                  <a:cubicBezTo>
                    <a:pt x="149543" y="14288"/>
                    <a:pt x="148590" y="13335"/>
                    <a:pt x="148590" y="11430"/>
                  </a:cubicBezTo>
                  <a:cubicBezTo>
                    <a:pt x="147638" y="10478"/>
                    <a:pt x="146685" y="9525"/>
                    <a:pt x="145733" y="8573"/>
                  </a:cubicBezTo>
                  <a:cubicBezTo>
                    <a:pt x="144780" y="7620"/>
                    <a:pt x="142876" y="7620"/>
                    <a:pt x="140970" y="7620"/>
                  </a:cubicBezTo>
                  <a:cubicBezTo>
                    <a:pt x="139065" y="7620"/>
                    <a:pt x="137160" y="7620"/>
                    <a:pt x="136208" y="8573"/>
                  </a:cubicBezTo>
                  <a:cubicBezTo>
                    <a:pt x="135255" y="9525"/>
                    <a:pt x="133351" y="10478"/>
                    <a:pt x="133351" y="11430"/>
                  </a:cubicBezTo>
                  <a:cubicBezTo>
                    <a:pt x="132398" y="12383"/>
                    <a:pt x="132398" y="14288"/>
                    <a:pt x="131445" y="16193"/>
                  </a:cubicBezTo>
                  <a:cubicBezTo>
                    <a:pt x="131445" y="18098"/>
                    <a:pt x="130493" y="20003"/>
                    <a:pt x="130493" y="20955"/>
                  </a:cubicBezTo>
                  <a:lnTo>
                    <a:pt x="130493" y="24765"/>
                  </a:lnTo>
                  <a:cubicBezTo>
                    <a:pt x="131445" y="23813"/>
                    <a:pt x="132398" y="22860"/>
                    <a:pt x="133351" y="22860"/>
                  </a:cubicBezTo>
                  <a:cubicBezTo>
                    <a:pt x="134303" y="21908"/>
                    <a:pt x="135255" y="21908"/>
                    <a:pt x="137160" y="21908"/>
                  </a:cubicBezTo>
                  <a:cubicBezTo>
                    <a:pt x="139065" y="21908"/>
                    <a:pt x="140018" y="20955"/>
                    <a:pt x="140970" y="20955"/>
                  </a:cubicBezTo>
                  <a:cubicBezTo>
                    <a:pt x="141923" y="20955"/>
                    <a:pt x="142876" y="20955"/>
                    <a:pt x="144780" y="20955"/>
                  </a:cubicBezTo>
                  <a:cubicBezTo>
                    <a:pt x="146685" y="20955"/>
                    <a:pt x="148590" y="21908"/>
                    <a:pt x="149543" y="22860"/>
                  </a:cubicBezTo>
                  <a:cubicBezTo>
                    <a:pt x="151448" y="23813"/>
                    <a:pt x="152401" y="24765"/>
                    <a:pt x="154305" y="26670"/>
                  </a:cubicBezTo>
                  <a:cubicBezTo>
                    <a:pt x="155258" y="28575"/>
                    <a:pt x="157163" y="30480"/>
                    <a:pt x="157163" y="32385"/>
                  </a:cubicBezTo>
                  <a:cubicBezTo>
                    <a:pt x="158115" y="34290"/>
                    <a:pt x="158115" y="37148"/>
                    <a:pt x="158115" y="39053"/>
                  </a:cubicBezTo>
                  <a:cubicBezTo>
                    <a:pt x="158115" y="41910"/>
                    <a:pt x="157163" y="44768"/>
                    <a:pt x="157163" y="46673"/>
                  </a:cubicBezTo>
                  <a:cubicBezTo>
                    <a:pt x="156210" y="48578"/>
                    <a:pt x="155258" y="51435"/>
                    <a:pt x="154305" y="52388"/>
                  </a:cubicBezTo>
                  <a:cubicBezTo>
                    <a:pt x="153353" y="54293"/>
                    <a:pt x="151448" y="55245"/>
                    <a:pt x="148590" y="56198"/>
                  </a:cubicBezTo>
                  <a:cubicBezTo>
                    <a:pt x="146685" y="57150"/>
                    <a:pt x="143828" y="58103"/>
                    <a:pt x="140018" y="58103"/>
                  </a:cubicBezTo>
                  <a:cubicBezTo>
                    <a:pt x="137160" y="58103"/>
                    <a:pt x="135255" y="57150"/>
                    <a:pt x="133351" y="56198"/>
                  </a:cubicBezTo>
                  <a:cubicBezTo>
                    <a:pt x="131445" y="55245"/>
                    <a:pt x="129540" y="54293"/>
                    <a:pt x="128588" y="52388"/>
                  </a:cubicBezTo>
                  <a:cubicBezTo>
                    <a:pt x="127635" y="50483"/>
                    <a:pt x="125730" y="48578"/>
                    <a:pt x="125730" y="46673"/>
                  </a:cubicBezTo>
                  <a:cubicBezTo>
                    <a:pt x="124778" y="44768"/>
                    <a:pt x="123826" y="41910"/>
                    <a:pt x="123826" y="40005"/>
                  </a:cubicBezTo>
                  <a:cubicBezTo>
                    <a:pt x="123826" y="37148"/>
                    <a:pt x="122873" y="35243"/>
                    <a:pt x="122873" y="32385"/>
                  </a:cubicBezTo>
                  <a:cubicBezTo>
                    <a:pt x="122873" y="29528"/>
                    <a:pt x="122873" y="26670"/>
                    <a:pt x="122873" y="24765"/>
                  </a:cubicBezTo>
                  <a:cubicBezTo>
                    <a:pt x="122873" y="20955"/>
                    <a:pt x="123826" y="18098"/>
                    <a:pt x="124778" y="15240"/>
                  </a:cubicBezTo>
                  <a:cubicBezTo>
                    <a:pt x="125730" y="12383"/>
                    <a:pt x="126683" y="10478"/>
                    <a:pt x="127635" y="8573"/>
                  </a:cubicBezTo>
                  <a:cubicBezTo>
                    <a:pt x="128588" y="6668"/>
                    <a:pt x="130493" y="5715"/>
                    <a:pt x="132398" y="3810"/>
                  </a:cubicBezTo>
                  <a:cubicBezTo>
                    <a:pt x="134303" y="2858"/>
                    <a:pt x="135255" y="1905"/>
                    <a:pt x="137160" y="1905"/>
                  </a:cubicBezTo>
                  <a:cubicBezTo>
                    <a:pt x="139065" y="1905"/>
                    <a:pt x="140970" y="953"/>
                    <a:pt x="141923" y="953"/>
                  </a:cubicBezTo>
                  <a:close/>
                  <a:moveTo>
                    <a:pt x="13334" y="953"/>
                  </a:moveTo>
                  <a:lnTo>
                    <a:pt x="18097" y="3810"/>
                  </a:lnTo>
                  <a:lnTo>
                    <a:pt x="18097" y="58103"/>
                  </a:lnTo>
                  <a:lnTo>
                    <a:pt x="10477" y="58103"/>
                  </a:lnTo>
                  <a:lnTo>
                    <a:pt x="10477" y="13335"/>
                  </a:lnTo>
                  <a:lnTo>
                    <a:pt x="3809" y="18098"/>
                  </a:lnTo>
                  <a:lnTo>
                    <a:pt x="0" y="11430"/>
                  </a:lnTo>
                  <a:close/>
                  <a:moveTo>
                    <a:pt x="435293" y="0"/>
                  </a:moveTo>
                  <a:cubicBezTo>
                    <a:pt x="437198" y="0"/>
                    <a:pt x="439103" y="0"/>
                    <a:pt x="441008" y="952"/>
                  </a:cubicBezTo>
                  <a:cubicBezTo>
                    <a:pt x="442913" y="1905"/>
                    <a:pt x="444818" y="2857"/>
                    <a:pt x="446723" y="3810"/>
                  </a:cubicBezTo>
                  <a:cubicBezTo>
                    <a:pt x="448628" y="4762"/>
                    <a:pt x="449580" y="6667"/>
                    <a:pt x="450533" y="9525"/>
                  </a:cubicBezTo>
                  <a:cubicBezTo>
                    <a:pt x="451485" y="11430"/>
                    <a:pt x="452438" y="14287"/>
                    <a:pt x="453390" y="16192"/>
                  </a:cubicBezTo>
                  <a:cubicBezTo>
                    <a:pt x="454343" y="19050"/>
                    <a:pt x="454343" y="20955"/>
                    <a:pt x="454343" y="23812"/>
                  </a:cubicBezTo>
                  <a:cubicBezTo>
                    <a:pt x="453390" y="26670"/>
                    <a:pt x="453390" y="29527"/>
                    <a:pt x="453390" y="31432"/>
                  </a:cubicBezTo>
                  <a:cubicBezTo>
                    <a:pt x="453390" y="32385"/>
                    <a:pt x="453390" y="34290"/>
                    <a:pt x="453390" y="37147"/>
                  </a:cubicBezTo>
                  <a:cubicBezTo>
                    <a:pt x="453390" y="40005"/>
                    <a:pt x="452438" y="41910"/>
                    <a:pt x="452438" y="43815"/>
                  </a:cubicBezTo>
                  <a:cubicBezTo>
                    <a:pt x="451485" y="45720"/>
                    <a:pt x="451485" y="47625"/>
                    <a:pt x="450533" y="49530"/>
                  </a:cubicBezTo>
                  <a:cubicBezTo>
                    <a:pt x="449580" y="51435"/>
                    <a:pt x="448628" y="53340"/>
                    <a:pt x="446723" y="54292"/>
                  </a:cubicBezTo>
                  <a:cubicBezTo>
                    <a:pt x="445771" y="55245"/>
                    <a:pt x="443865" y="56197"/>
                    <a:pt x="441960" y="57150"/>
                  </a:cubicBezTo>
                  <a:cubicBezTo>
                    <a:pt x="440055" y="58102"/>
                    <a:pt x="438151" y="58102"/>
                    <a:pt x="435293" y="58102"/>
                  </a:cubicBezTo>
                  <a:cubicBezTo>
                    <a:pt x="433388" y="58102"/>
                    <a:pt x="430530" y="58102"/>
                    <a:pt x="428626" y="57150"/>
                  </a:cubicBezTo>
                  <a:cubicBezTo>
                    <a:pt x="426721" y="56197"/>
                    <a:pt x="424815" y="55245"/>
                    <a:pt x="422910" y="53340"/>
                  </a:cubicBezTo>
                  <a:cubicBezTo>
                    <a:pt x="421005" y="51435"/>
                    <a:pt x="420053" y="49530"/>
                    <a:pt x="419101" y="47625"/>
                  </a:cubicBezTo>
                  <a:cubicBezTo>
                    <a:pt x="418148" y="45720"/>
                    <a:pt x="417196" y="42863"/>
                    <a:pt x="417196" y="40957"/>
                  </a:cubicBezTo>
                  <a:cubicBezTo>
                    <a:pt x="417196" y="39052"/>
                    <a:pt x="416243" y="36195"/>
                    <a:pt x="416243" y="32385"/>
                  </a:cubicBezTo>
                  <a:cubicBezTo>
                    <a:pt x="416243" y="29527"/>
                    <a:pt x="416243" y="26670"/>
                    <a:pt x="416243" y="24765"/>
                  </a:cubicBezTo>
                  <a:cubicBezTo>
                    <a:pt x="416243" y="22860"/>
                    <a:pt x="416243" y="20955"/>
                    <a:pt x="417196" y="18097"/>
                  </a:cubicBezTo>
                  <a:cubicBezTo>
                    <a:pt x="417196" y="15240"/>
                    <a:pt x="418148" y="13335"/>
                    <a:pt x="419101" y="11430"/>
                  </a:cubicBezTo>
                  <a:cubicBezTo>
                    <a:pt x="420053" y="9525"/>
                    <a:pt x="421005" y="7620"/>
                    <a:pt x="422910" y="5715"/>
                  </a:cubicBezTo>
                  <a:cubicBezTo>
                    <a:pt x="423863" y="3810"/>
                    <a:pt x="425768" y="2857"/>
                    <a:pt x="428626" y="1905"/>
                  </a:cubicBezTo>
                  <a:cubicBezTo>
                    <a:pt x="430530" y="952"/>
                    <a:pt x="433388" y="0"/>
                    <a:pt x="435293" y="0"/>
                  </a:cubicBezTo>
                  <a:close/>
                  <a:moveTo>
                    <a:pt x="393383" y="0"/>
                  </a:moveTo>
                  <a:cubicBezTo>
                    <a:pt x="395288" y="0"/>
                    <a:pt x="397192" y="0"/>
                    <a:pt x="399098" y="952"/>
                  </a:cubicBezTo>
                  <a:cubicBezTo>
                    <a:pt x="401003" y="1905"/>
                    <a:pt x="402908" y="2857"/>
                    <a:pt x="404813" y="3810"/>
                  </a:cubicBezTo>
                  <a:cubicBezTo>
                    <a:pt x="406717" y="4762"/>
                    <a:pt x="407670" y="6667"/>
                    <a:pt x="408623" y="9525"/>
                  </a:cubicBezTo>
                  <a:cubicBezTo>
                    <a:pt x="409575" y="11430"/>
                    <a:pt x="410528" y="14287"/>
                    <a:pt x="411480" y="16192"/>
                  </a:cubicBezTo>
                  <a:cubicBezTo>
                    <a:pt x="412433" y="19050"/>
                    <a:pt x="412433" y="20955"/>
                    <a:pt x="412433" y="23812"/>
                  </a:cubicBezTo>
                  <a:cubicBezTo>
                    <a:pt x="410528" y="26670"/>
                    <a:pt x="411480" y="29527"/>
                    <a:pt x="411480" y="31432"/>
                  </a:cubicBezTo>
                  <a:cubicBezTo>
                    <a:pt x="411480" y="32385"/>
                    <a:pt x="411480" y="34290"/>
                    <a:pt x="411480" y="37147"/>
                  </a:cubicBezTo>
                  <a:cubicBezTo>
                    <a:pt x="411480" y="40005"/>
                    <a:pt x="410528" y="41910"/>
                    <a:pt x="410528" y="43815"/>
                  </a:cubicBezTo>
                  <a:cubicBezTo>
                    <a:pt x="409575" y="45720"/>
                    <a:pt x="409575" y="47625"/>
                    <a:pt x="408623" y="49530"/>
                  </a:cubicBezTo>
                  <a:cubicBezTo>
                    <a:pt x="407670" y="51435"/>
                    <a:pt x="406717" y="53340"/>
                    <a:pt x="404813" y="54292"/>
                  </a:cubicBezTo>
                  <a:cubicBezTo>
                    <a:pt x="403860" y="55245"/>
                    <a:pt x="401955" y="56197"/>
                    <a:pt x="400050" y="57150"/>
                  </a:cubicBezTo>
                  <a:cubicBezTo>
                    <a:pt x="398145" y="58102"/>
                    <a:pt x="396240" y="58102"/>
                    <a:pt x="393383" y="58102"/>
                  </a:cubicBezTo>
                  <a:cubicBezTo>
                    <a:pt x="391478" y="58102"/>
                    <a:pt x="388620" y="58102"/>
                    <a:pt x="386715" y="57150"/>
                  </a:cubicBezTo>
                  <a:cubicBezTo>
                    <a:pt x="384810" y="56197"/>
                    <a:pt x="382905" y="55245"/>
                    <a:pt x="381000" y="53340"/>
                  </a:cubicBezTo>
                  <a:cubicBezTo>
                    <a:pt x="379095" y="51435"/>
                    <a:pt x="378142" y="49530"/>
                    <a:pt x="377190" y="47625"/>
                  </a:cubicBezTo>
                  <a:cubicBezTo>
                    <a:pt x="376238" y="45720"/>
                    <a:pt x="375285" y="42863"/>
                    <a:pt x="375285" y="40957"/>
                  </a:cubicBezTo>
                  <a:cubicBezTo>
                    <a:pt x="375285" y="39052"/>
                    <a:pt x="374333" y="36195"/>
                    <a:pt x="374333" y="32385"/>
                  </a:cubicBezTo>
                  <a:cubicBezTo>
                    <a:pt x="374333" y="29527"/>
                    <a:pt x="374333" y="26670"/>
                    <a:pt x="374333" y="24765"/>
                  </a:cubicBezTo>
                  <a:cubicBezTo>
                    <a:pt x="374333" y="22860"/>
                    <a:pt x="374333" y="20955"/>
                    <a:pt x="375285" y="18097"/>
                  </a:cubicBezTo>
                  <a:cubicBezTo>
                    <a:pt x="375285" y="15240"/>
                    <a:pt x="376238" y="13335"/>
                    <a:pt x="377190" y="11430"/>
                  </a:cubicBezTo>
                  <a:cubicBezTo>
                    <a:pt x="378142" y="9525"/>
                    <a:pt x="379095" y="7620"/>
                    <a:pt x="381000" y="5715"/>
                  </a:cubicBezTo>
                  <a:cubicBezTo>
                    <a:pt x="381953" y="3810"/>
                    <a:pt x="383858" y="2857"/>
                    <a:pt x="386715" y="1905"/>
                  </a:cubicBezTo>
                  <a:cubicBezTo>
                    <a:pt x="388620" y="952"/>
                    <a:pt x="391478" y="0"/>
                    <a:pt x="393383" y="0"/>
                  </a:cubicBezTo>
                  <a:close/>
                  <a:moveTo>
                    <a:pt x="350520" y="0"/>
                  </a:moveTo>
                  <a:cubicBezTo>
                    <a:pt x="352425" y="0"/>
                    <a:pt x="354329" y="0"/>
                    <a:pt x="356235" y="952"/>
                  </a:cubicBezTo>
                  <a:cubicBezTo>
                    <a:pt x="358140" y="1905"/>
                    <a:pt x="360045" y="2857"/>
                    <a:pt x="361950" y="3810"/>
                  </a:cubicBezTo>
                  <a:cubicBezTo>
                    <a:pt x="363854" y="4762"/>
                    <a:pt x="364807" y="6667"/>
                    <a:pt x="365760" y="9525"/>
                  </a:cubicBezTo>
                  <a:cubicBezTo>
                    <a:pt x="366712" y="11430"/>
                    <a:pt x="367665" y="14287"/>
                    <a:pt x="368617" y="16192"/>
                  </a:cubicBezTo>
                  <a:cubicBezTo>
                    <a:pt x="369570" y="19050"/>
                    <a:pt x="369570" y="20955"/>
                    <a:pt x="369570" y="23812"/>
                  </a:cubicBezTo>
                  <a:cubicBezTo>
                    <a:pt x="368617" y="26670"/>
                    <a:pt x="368617" y="29527"/>
                    <a:pt x="368617" y="31432"/>
                  </a:cubicBezTo>
                  <a:cubicBezTo>
                    <a:pt x="368617" y="32385"/>
                    <a:pt x="368617" y="34290"/>
                    <a:pt x="368617" y="37147"/>
                  </a:cubicBezTo>
                  <a:cubicBezTo>
                    <a:pt x="368617" y="40005"/>
                    <a:pt x="367665" y="41910"/>
                    <a:pt x="367665" y="43815"/>
                  </a:cubicBezTo>
                  <a:cubicBezTo>
                    <a:pt x="366712" y="45720"/>
                    <a:pt x="366712" y="47625"/>
                    <a:pt x="365760" y="49530"/>
                  </a:cubicBezTo>
                  <a:cubicBezTo>
                    <a:pt x="364807" y="51435"/>
                    <a:pt x="363854" y="53340"/>
                    <a:pt x="361950" y="54292"/>
                  </a:cubicBezTo>
                  <a:cubicBezTo>
                    <a:pt x="360997" y="55245"/>
                    <a:pt x="359092" y="56197"/>
                    <a:pt x="357187" y="57150"/>
                  </a:cubicBezTo>
                  <a:cubicBezTo>
                    <a:pt x="355282" y="58102"/>
                    <a:pt x="353377" y="58102"/>
                    <a:pt x="350520" y="58102"/>
                  </a:cubicBezTo>
                  <a:cubicBezTo>
                    <a:pt x="348615" y="58102"/>
                    <a:pt x="345757" y="58102"/>
                    <a:pt x="343852" y="57150"/>
                  </a:cubicBezTo>
                  <a:cubicBezTo>
                    <a:pt x="341947" y="56197"/>
                    <a:pt x="340042" y="55245"/>
                    <a:pt x="338137" y="53340"/>
                  </a:cubicBezTo>
                  <a:cubicBezTo>
                    <a:pt x="336232" y="51435"/>
                    <a:pt x="335279" y="49530"/>
                    <a:pt x="334327" y="47625"/>
                  </a:cubicBezTo>
                  <a:cubicBezTo>
                    <a:pt x="333375" y="45720"/>
                    <a:pt x="332422" y="42863"/>
                    <a:pt x="332422" y="40957"/>
                  </a:cubicBezTo>
                  <a:cubicBezTo>
                    <a:pt x="332422" y="39052"/>
                    <a:pt x="331470" y="36195"/>
                    <a:pt x="331470" y="32385"/>
                  </a:cubicBezTo>
                  <a:cubicBezTo>
                    <a:pt x="331470" y="29527"/>
                    <a:pt x="331470" y="26670"/>
                    <a:pt x="331470" y="24765"/>
                  </a:cubicBezTo>
                  <a:cubicBezTo>
                    <a:pt x="331470" y="22860"/>
                    <a:pt x="331470" y="20955"/>
                    <a:pt x="332422" y="18097"/>
                  </a:cubicBezTo>
                  <a:cubicBezTo>
                    <a:pt x="332422" y="15240"/>
                    <a:pt x="333375" y="13335"/>
                    <a:pt x="334327" y="11430"/>
                  </a:cubicBezTo>
                  <a:cubicBezTo>
                    <a:pt x="335279" y="9525"/>
                    <a:pt x="336232" y="7620"/>
                    <a:pt x="338137" y="5715"/>
                  </a:cubicBezTo>
                  <a:cubicBezTo>
                    <a:pt x="339090" y="3810"/>
                    <a:pt x="340995" y="2857"/>
                    <a:pt x="343852" y="1905"/>
                  </a:cubicBezTo>
                  <a:cubicBezTo>
                    <a:pt x="345757" y="952"/>
                    <a:pt x="348615" y="0"/>
                    <a:pt x="350520" y="0"/>
                  </a:cubicBezTo>
                  <a:close/>
                  <a:moveTo>
                    <a:pt x="287655" y="0"/>
                  </a:moveTo>
                  <a:cubicBezTo>
                    <a:pt x="289560" y="0"/>
                    <a:pt x="291465" y="0"/>
                    <a:pt x="293370" y="952"/>
                  </a:cubicBezTo>
                  <a:cubicBezTo>
                    <a:pt x="295275" y="1905"/>
                    <a:pt x="297180" y="2857"/>
                    <a:pt x="299085" y="3810"/>
                  </a:cubicBezTo>
                  <a:cubicBezTo>
                    <a:pt x="300990" y="4762"/>
                    <a:pt x="301942" y="6667"/>
                    <a:pt x="302895" y="9525"/>
                  </a:cubicBezTo>
                  <a:cubicBezTo>
                    <a:pt x="303847" y="11430"/>
                    <a:pt x="304800" y="14287"/>
                    <a:pt x="305752" y="16192"/>
                  </a:cubicBezTo>
                  <a:cubicBezTo>
                    <a:pt x="306705" y="19050"/>
                    <a:pt x="306705" y="20955"/>
                    <a:pt x="306705" y="23812"/>
                  </a:cubicBezTo>
                  <a:cubicBezTo>
                    <a:pt x="305752" y="26670"/>
                    <a:pt x="305752" y="29527"/>
                    <a:pt x="305752" y="31432"/>
                  </a:cubicBezTo>
                  <a:cubicBezTo>
                    <a:pt x="305752" y="32385"/>
                    <a:pt x="305752" y="34290"/>
                    <a:pt x="305752" y="37147"/>
                  </a:cubicBezTo>
                  <a:cubicBezTo>
                    <a:pt x="305752" y="40005"/>
                    <a:pt x="304800" y="41910"/>
                    <a:pt x="304800" y="43815"/>
                  </a:cubicBezTo>
                  <a:cubicBezTo>
                    <a:pt x="303847" y="45720"/>
                    <a:pt x="303847" y="47625"/>
                    <a:pt x="302895" y="49530"/>
                  </a:cubicBezTo>
                  <a:cubicBezTo>
                    <a:pt x="301942" y="51435"/>
                    <a:pt x="300990" y="53340"/>
                    <a:pt x="299085" y="54292"/>
                  </a:cubicBezTo>
                  <a:cubicBezTo>
                    <a:pt x="298133" y="55245"/>
                    <a:pt x="296227" y="56197"/>
                    <a:pt x="294322" y="57150"/>
                  </a:cubicBezTo>
                  <a:cubicBezTo>
                    <a:pt x="292417" y="58102"/>
                    <a:pt x="290513" y="58102"/>
                    <a:pt x="287655" y="58102"/>
                  </a:cubicBezTo>
                  <a:cubicBezTo>
                    <a:pt x="285750" y="58102"/>
                    <a:pt x="282892" y="58102"/>
                    <a:pt x="280988" y="57150"/>
                  </a:cubicBezTo>
                  <a:cubicBezTo>
                    <a:pt x="279083" y="56197"/>
                    <a:pt x="277177" y="55245"/>
                    <a:pt x="275272" y="53340"/>
                  </a:cubicBezTo>
                  <a:cubicBezTo>
                    <a:pt x="273367" y="51435"/>
                    <a:pt x="272415" y="49530"/>
                    <a:pt x="271463" y="47625"/>
                  </a:cubicBezTo>
                  <a:cubicBezTo>
                    <a:pt x="270510" y="45720"/>
                    <a:pt x="269558" y="42863"/>
                    <a:pt x="269558" y="40957"/>
                  </a:cubicBezTo>
                  <a:cubicBezTo>
                    <a:pt x="269558" y="39052"/>
                    <a:pt x="268605" y="36195"/>
                    <a:pt x="268605" y="32385"/>
                  </a:cubicBezTo>
                  <a:cubicBezTo>
                    <a:pt x="268605" y="29527"/>
                    <a:pt x="268605" y="26670"/>
                    <a:pt x="268605" y="24765"/>
                  </a:cubicBezTo>
                  <a:cubicBezTo>
                    <a:pt x="268605" y="22860"/>
                    <a:pt x="268605" y="20955"/>
                    <a:pt x="269558" y="18097"/>
                  </a:cubicBezTo>
                  <a:cubicBezTo>
                    <a:pt x="269558" y="15240"/>
                    <a:pt x="270510" y="13335"/>
                    <a:pt x="271463" y="11430"/>
                  </a:cubicBezTo>
                  <a:cubicBezTo>
                    <a:pt x="272415" y="9525"/>
                    <a:pt x="273367" y="7620"/>
                    <a:pt x="275272" y="5715"/>
                  </a:cubicBezTo>
                  <a:cubicBezTo>
                    <a:pt x="276225" y="3810"/>
                    <a:pt x="278130" y="2857"/>
                    <a:pt x="280988" y="1905"/>
                  </a:cubicBezTo>
                  <a:cubicBezTo>
                    <a:pt x="282892" y="952"/>
                    <a:pt x="285750" y="0"/>
                    <a:pt x="287655" y="0"/>
                  </a:cubicBezTo>
                  <a:close/>
                  <a:moveTo>
                    <a:pt x="245745" y="0"/>
                  </a:moveTo>
                  <a:cubicBezTo>
                    <a:pt x="247650" y="0"/>
                    <a:pt x="249554" y="0"/>
                    <a:pt x="251460" y="952"/>
                  </a:cubicBezTo>
                  <a:cubicBezTo>
                    <a:pt x="253365" y="1905"/>
                    <a:pt x="255270" y="2857"/>
                    <a:pt x="257175" y="3810"/>
                  </a:cubicBezTo>
                  <a:cubicBezTo>
                    <a:pt x="259079" y="4762"/>
                    <a:pt x="260032" y="6667"/>
                    <a:pt x="260985" y="9525"/>
                  </a:cubicBezTo>
                  <a:cubicBezTo>
                    <a:pt x="261937" y="11430"/>
                    <a:pt x="262890" y="14287"/>
                    <a:pt x="263842" y="16192"/>
                  </a:cubicBezTo>
                  <a:cubicBezTo>
                    <a:pt x="264795" y="19050"/>
                    <a:pt x="264795" y="20955"/>
                    <a:pt x="264795" y="23812"/>
                  </a:cubicBezTo>
                  <a:cubicBezTo>
                    <a:pt x="263842" y="26670"/>
                    <a:pt x="263842" y="29527"/>
                    <a:pt x="263842" y="31432"/>
                  </a:cubicBezTo>
                  <a:cubicBezTo>
                    <a:pt x="263842" y="32385"/>
                    <a:pt x="263842" y="34290"/>
                    <a:pt x="263842" y="37147"/>
                  </a:cubicBezTo>
                  <a:cubicBezTo>
                    <a:pt x="263842" y="40005"/>
                    <a:pt x="262890" y="41910"/>
                    <a:pt x="262890" y="43815"/>
                  </a:cubicBezTo>
                  <a:cubicBezTo>
                    <a:pt x="261937" y="45720"/>
                    <a:pt x="261937" y="47625"/>
                    <a:pt x="260985" y="49530"/>
                  </a:cubicBezTo>
                  <a:cubicBezTo>
                    <a:pt x="260032" y="51435"/>
                    <a:pt x="259079" y="53340"/>
                    <a:pt x="257175" y="54292"/>
                  </a:cubicBezTo>
                  <a:cubicBezTo>
                    <a:pt x="256222" y="55245"/>
                    <a:pt x="254317" y="56197"/>
                    <a:pt x="252412" y="57150"/>
                  </a:cubicBezTo>
                  <a:cubicBezTo>
                    <a:pt x="250507" y="58102"/>
                    <a:pt x="248602" y="58102"/>
                    <a:pt x="245745" y="58102"/>
                  </a:cubicBezTo>
                  <a:cubicBezTo>
                    <a:pt x="243840" y="58102"/>
                    <a:pt x="240982" y="58102"/>
                    <a:pt x="239077" y="57150"/>
                  </a:cubicBezTo>
                  <a:cubicBezTo>
                    <a:pt x="237172" y="56197"/>
                    <a:pt x="235267" y="55245"/>
                    <a:pt x="233362" y="53340"/>
                  </a:cubicBezTo>
                  <a:cubicBezTo>
                    <a:pt x="231457" y="51435"/>
                    <a:pt x="230504" y="49530"/>
                    <a:pt x="229552" y="47625"/>
                  </a:cubicBezTo>
                  <a:cubicBezTo>
                    <a:pt x="228600" y="45720"/>
                    <a:pt x="227647" y="42863"/>
                    <a:pt x="227647" y="40957"/>
                  </a:cubicBezTo>
                  <a:cubicBezTo>
                    <a:pt x="227647" y="39052"/>
                    <a:pt x="226695" y="36195"/>
                    <a:pt x="226695" y="32385"/>
                  </a:cubicBezTo>
                  <a:cubicBezTo>
                    <a:pt x="226695" y="29527"/>
                    <a:pt x="226695" y="26670"/>
                    <a:pt x="226695" y="24765"/>
                  </a:cubicBezTo>
                  <a:cubicBezTo>
                    <a:pt x="226695" y="22860"/>
                    <a:pt x="226695" y="20955"/>
                    <a:pt x="227647" y="18097"/>
                  </a:cubicBezTo>
                  <a:cubicBezTo>
                    <a:pt x="227647" y="15240"/>
                    <a:pt x="228600" y="13335"/>
                    <a:pt x="229552" y="11430"/>
                  </a:cubicBezTo>
                  <a:cubicBezTo>
                    <a:pt x="230504" y="9525"/>
                    <a:pt x="231457" y="7620"/>
                    <a:pt x="233362" y="5715"/>
                  </a:cubicBezTo>
                  <a:cubicBezTo>
                    <a:pt x="234315" y="3810"/>
                    <a:pt x="236220" y="2857"/>
                    <a:pt x="239077" y="1905"/>
                  </a:cubicBezTo>
                  <a:cubicBezTo>
                    <a:pt x="240982" y="952"/>
                    <a:pt x="243840" y="0"/>
                    <a:pt x="245745" y="0"/>
                  </a:cubicBezTo>
                  <a:close/>
                  <a:moveTo>
                    <a:pt x="203835" y="0"/>
                  </a:moveTo>
                  <a:cubicBezTo>
                    <a:pt x="205740" y="0"/>
                    <a:pt x="207645" y="0"/>
                    <a:pt x="209550" y="952"/>
                  </a:cubicBezTo>
                  <a:cubicBezTo>
                    <a:pt x="211455" y="1905"/>
                    <a:pt x="213360" y="2857"/>
                    <a:pt x="215265" y="3810"/>
                  </a:cubicBezTo>
                  <a:cubicBezTo>
                    <a:pt x="217170" y="4762"/>
                    <a:pt x="218122" y="6667"/>
                    <a:pt x="219075" y="9525"/>
                  </a:cubicBezTo>
                  <a:cubicBezTo>
                    <a:pt x="220027" y="11430"/>
                    <a:pt x="220980" y="14287"/>
                    <a:pt x="221932" y="16192"/>
                  </a:cubicBezTo>
                  <a:cubicBezTo>
                    <a:pt x="222885" y="19050"/>
                    <a:pt x="222885" y="20955"/>
                    <a:pt x="222885" y="23812"/>
                  </a:cubicBezTo>
                  <a:cubicBezTo>
                    <a:pt x="221932" y="26670"/>
                    <a:pt x="221932" y="29527"/>
                    <a:pt x="221932" y="31432"/>
                  </a:cubicBezTo>
                  <a:cubicBezTo>
                    <a:pt x="221932" y="32385"/>
                    <a:pt x="221932" y="34290"/>
                    <a:pt x="221932" y="37147"/>
                  </a:cubicBezTo>
                  <a:cubicBezTo>
                    <a:pt x="221932" y="40005"/>
                    <a:pt x="220980" y="41910"/>
                    <a:pt x="220980" y="43815"/>
                  </a:cubicBezTo>
                  <a:cubicBezTo>
                    <a:pt x="220027" y="45720"/>
                    <a:pt x="220027" y="47625"/>
                    <a:pt x="219075" y="49530"/>
                  </a:cubicBezTo>
                  <a:cubicBezTo>
                    <a:pt x="218122" y="51435"/>
                    <a:pt x="217170" y="53340"/>
                    <a:pt x="215265" y="54292"/>
                  </a:cubicBezTo>
                  <a:cubicBezTo>
                    <a:pt x="214313" y="55245"/>
                    <a:pt x="212407" y="56197"/>
                    <a:pt x="210502" y="57150"/>
                  </a:cubicBezTo>
                  <a:cubicBezTo>
                    <a:pt x="208597" y="58102"/>
                    <a:pt x="206692" y="58102"/>
                    <a:pt x="203835" y="58102"/>
                  </a:cubicBezTo>
                  <a:cubicBezTo>
                    <a:pt x="201930" y="58102"/>
                    <a:pt x="199072" y="58102"/>
                    <a:pt x="197167" y="57150"/>
                  </a:cubicBezTo>
                  <a:cubicBezTo>
                    <a:pt x="195263" y="56197"/>
                    <a:pt x="193357" y="55245"/>
                    <a:pt x="191452" y="53340"/>
                  </a:cubicBezTo>
                  <a:cubicBezTo>
                    <a:pt x="189547" y="51435"/>
                    <a:pt x="188595" y="49530"/>
                    <a:pt x="187642" y="47625"/>
                  </a:cubicBezTo>
                  <a:cubicBezTo>
                    <a:pt x="186690" y="45720"/>
                    <a:pt x="185738" y="42863"/>
                    <a:pt x="185738" y="40957"/>
                  </a:cubicBezTo>
                  <a:cubicBezTo>
                    <a:pt x="185738" y="39052"/>
                    <a:pt x="184785" y="36195"/>
                    <a:pt x="184785" y="32385"/>
                  </a:cubicBezTo>
                  <a:cubicBezTo>
                    <a:pt x="184785" y="29527"/>
                    <a:pt x="184785" y="26670"/>
                    <a:pt x="184785" y="24765"/>
                  </a:cubicBezTo>
                  <a:cubicBezTo>
                    <a:pt x="184785" y="22860"/>
                    <a:pt x="184785" y="20955"/>
                    <a:pt x="185738" y="18097"/>
                  </a:cubicBezTo>
                  <a:cubicBezTo>
                    <a:pt x="185738" y="15240"/>
                    <a:pt x="186690" y="13335"/>
                    <a:pt x="187642" y="11430"/>
                  </a:cubicBezTo>
                  <a:cubicBezTo>
                    <a:pt x="188595" y="9525"/>
                    <a:pt x="189547" y="7620"/>
                    <a:pt x="191452" y="5715"/>
                  </a:cubicBezTo>
                  <a:cubicBezTo>
                    <a:pt x="192405" y="3810"/>
                    <a:pt x="194310" y="2857"/>
                    <a:pt x="197167" y="1905"/>
                  </a:cubicBezTo>
                  <a:cubicBezTo>
                    <a:pt x="199072" y="952"/>
                    <a:pt x="201930" y="0"/>
                    <a:pt x="203835" y="0"/>
                  </a:cubicBezTo>
                  <a:close/>
                  <a:moveTo>
                    <a:pt x="98107" y="0"/>
                  </a:moveTo>
                  <a:cubicBezTo>
                    <a:pt x="100965" y="0"/>
                    <a:pt x="103822" y="952"/>
                    <a:pt x="106680" y="1905"/>
                  </a:cubicBezTo>
                  <a:cubicBezTo>
                    <a:pt x="108585" y="2857"/>
                    <a:pt x="110490" y="4762"/>
                    <a:pt x="112395" y="6667"/>
                  </a:cubicBezTo>
                  <a:cubicBezTo>
                    <a:pt x="113347" y="8572"/>
                    <a:pt x="114300" y="10477"/>
                    <a:pt x="115252" y="12382"/>
                  </a:cubicBezTo>
                  <a:cubicBezTo>
                    <a:pt x="116205" y="14287"/>
                    <a:pt x="116205" y="17145"/>
                    <a:pt x="116205" y="20002"/>
                  </a:cubicBezTo>
                  <a:lnTo>
                    <a:pt x="116205" y="36195"/>
                  </a:lnTo>
                  <a:cubicBezTo>
                    <a:pt x="116205" y="39052"/>
                    <a:pt x="116205" y="40957"/>
                    <a:pt x="116205" y="42863"/>
                  </a:cubicBezTo>
                  <a:cubicBezTo>
                    <a:pt x="116205" y="44767"/>
                    <a:pt x="115252" y="46672"/>
                    <a:pt x="115252" y="47625"/>
                  </a:cubicBezTo>
                  <a:cubicBezTo>
                    <a:pt x="114300" y="49530"/>
                    <a:pt x="114300" y="50482"/>
                    <a:pt x="113347" y="51435"/>
                  </a:cubicBezTo>
                  <a:cubicBezTo>
                    <a:pt x="112395" y="52388"/>
                    <a:pt x="111442" y="53340"/>
                    <a:pt x="110490" y="54292"/>
                  </a:cubicBezTo>
                  <a:cubicBezTo>
                    <a:pt x="109537" y="55245"/>
                    <a:pt x="107632" y="56197"/>
                    <a:pt x="105727" y="56197"/>
                  </a:cubicBezTo>
                  <a:cubicBezTo>
                    <a:pt x="103822" y="57150"/>
                    <a:pt x="101917" y="57150"/>
                    <a:pt x="100012" y="57150"/>
                  </a:cubicBezTo>
                  <a:cubicBezTo>
                    <a:pt x="98107" y="57150"/>
                    <a:pt x="95250" y="57150"/>
                    <a:pt x="93345" y="56197"/>
                  </a:cubicBezTo>
                  <a:cubicBezTo>
                    <a:pt x="91440" y="55245"/>
                    <a:pt x="89535" y="55245"/>
                    <a:pt x="88582" y="54292"/>
                  </a:cubicBezTo>
                  <a:cubicBezTo>
                    <a:pt x="87630" y="53340"/>
                    <a:pt x="85725" y="52388"/>
                    <a:pt x="85725" y="50482"/>
                  </a:cubicBezTo>
                  <a:cubicBezTo>
                    <a:pt x="84772" y="48577"/>
                    <a:pt x="83820" y="47625"/>
                    <a:pt x="83820" y="45720"/>
                  </a:cubicBezTo>
                  <a:lnTo>
                    <a:pt x="81915" y="43815"/>
                  </a:lnTo>
                  <a:lnTo>
                    <a:pt x="89535" y="43815"/>
                  </a:lnTo>
                  <a:cubicBezTo>
                    <a:pt x="89535" y="44767"/>
                    <a:pt x="89535" y="45720"/>
                    <a:pt x="90487" y="46672"/>
                  </a:cubicBezTo>
                  <a:cubicBezTo>
                    <a:pt x="90487" y="47625"/>
                    <a:pt x="91440" y="48577"/>
                    <a:pt x="92392" y="49530"/>
                  </a:cubicBezTo>
                  <a:cubicBezTo>
                    <a:pt x="93345" y="50482"/>
                    <a:pt x="95250" y="50482"/>
                    <a:pt x="97155" y="50482"/>
                  </a:cubicBezTo>
                  <a:cubicBezTo>
                    <a:pt x="98107" y="50482"/>
                    <a:pt x="99060" y="50482"/>
                    <a:pt x="100965" y="50482"/>
                  </a:cubicBezTo>
                  <a:cubicBezTo>
                    <a:pt x="102870" y="50482"/>
                    <a:pt x="103822" y="49530"/>
                    <a:pt x="104775" y="48577"/>
                  </a:cubicBezTo>
                  <a:cubicBezTo>
                    <a:pt x="105727" y="47625"/>
                    <a:pt x="106680" y="46672"/>
                    <a:pt x="106680" y="45720"/>
                  </a:cubicBezTo>
                  <a:cubicBezTo>
                    <a:pt x="107632" y="44767"/>
                    <a:pt x="107632" y="43815"/>
                    <a:pt x="107632" y="41910"/>
                  </a:cubicBezTo>
                  <a:cubicBezTo>
                    <a:pt x="107632" y="40957"/>
                    <a:pt x="107632" y="39052"/>
                    <a:pt x="107632" y="38100"/>
                  </a:cubicBezTo>
                  <a:lnTo>
                    <a:pt x="107632" y="34767"/>
                  </a:lnTo>
                  <a:lnTo>
                    <a:pt x="108585" y="34290"/>
                  </a:lnTo>
                  <a:lnTo>
                    <a:pt x="107632" y="34290"/>
                  </a:lnTo>
                  <a:lnTo>
                    <a:pt x="107632" y="34767"/>
                  </a:lnTo>
                  <a:lnTo>
                    <a:pt x="106680" y="35242"/>
                  </a:lnTo>
                  <a:cubicBezTo>
                    <a:pt x="105727" y="35242"/>
                    <a:pt x="104775" y="36195"/>
                    <a:pt x="103822" y="36195"/>
                  </a:cubicBezTo>
                  <a:cubicBezTo>
                    <a:pt x="102870" y="36195"/>
                    <a:pt x="100965" y="36195"/>
                    <a:pt x="100012" y="36195"/>
                  </a:cubicBezTo>
                  <a:cubicBezTo>
                    <a:pt x="97155" y="36195"/>
                    <a:pt x="94297" y="36195"/>
                    <a:pt x="91440" y="35242"/>
                  </a:cubicBezTo>
                  <a:cubicBezTo>
                    <a:pt x="89535" y="34290"/>
                    <a:pt x="87630" y="33338"/>
                    <a:pt x="86677" y="31432"/>
                  </a:cubicBezTo>
                  <a:cubicBezTo>
                    <a:pt x="85725" y="30480"/>
                    <a:pt x="84772" y="28575"/>
                    <a:pt x="83820" y="26670"/>
                  </a:cubicBezTo>
                  <a:cubicBezTo>
                    <a:pt x="82867" y="24765"/>
                    <a:pt x="82867" y="21907"/>
                    <a:pt x="82867" y="18097"/>
                  </a:cubicBezTo>
                  <a:cubicBezTo>
                    <a:pt x="82867" y="16192"/>
                    <a:pt x="82867" y="14287"/>
                    <a:pt x="82867" y="13335"/>
                  </a:cubicBezTo>
                  <a:cubicBezTo>
                    <a:pt x="82867" y="11430"/>
                    <a:pt x="83820" y="10477"/>
                    <a:pt x="84772" y="8572"/>
                  </a:cubicBezTo>
                  <a:cubicBezTo>
                    <a:pt x="85725" y="6667"/>
                    <a:pt x="86677" y="5715"/>
                    <a:pt x="87630" y="3810"/>
                  </a:cubicBezTo>
                  <a:cubicBezTo>
                    <a:pt x="88582" y="2857"/>
                    <a:pt x="90487" y="1905"/>
                    <a:pt x="92392" y="952"/>
                  </a:cubicBezTo>
                  <a:cubicBezTo>
                    <a:pt x="94297" y="0"/>
                    <a:pt x="96202" y="0"/>
                    <a:pt x="9810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  <a:endParaRPr/>
            </a:p>
          </p:txBody>
        </p:sp>
        <p:cxnSp>
          <p:nvCxnSpPr>
            <p:cNvPr id="6" name="ïş1iḓe" descr="662a6cec-d405-4c1f-b830-13c744ff6b33">
              <a:extLst>
                <a:ext uri="{FF2B5EF4-FFF2-40B4-BE49-F238E27FC236}">
                  <a16:creationId xmlns:a16="http://schemas.microsoft.com/office/drawing/2014/main" id="{558A97B4-A632-41B7-9234-52402FF27AC5}"/>
                </a:ext>
              </a:extLst>
            </p:cNvPr>
            <p:cNvCxnSpPr>
              <a:cxnSpLocks/>
            </p:cNvCxnSpPr>
            <p:nvPr/>
          </p:nvCxnSpPr>
          <p:spPr>
            <a:xfrm>
              <a:off x="5962642" y="2498539"/>
              <a:ext cx="0" cy="3621018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itle" descr="54741e00-f7e6-4db2-ba27-286f9956e76d">
              <a:extLst>
                <a:ext uri="{FF2B5EF4-FFF2-40B4-BE49-F238E27FC236}">
                  <a16:creationId xmlns:a16="http://schemas.microsoft.com/office/drawing/2014/main" id="{568E5D23-C5B6-04F9-57D2-6A9393386736}"/>
                </a:ext>
              </a:extLst>
            </p:cNvPr>
            <p:cNvSpPr txBox="1"/>
            <p:nvPr/>
          </p:nvSpPr>
          <p:spPr>
            <a:xfrm>
              <a:off x="673101" y="1130300"/>
              <a:ext cx="10845798" cy="1196693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各小组任务完成详情</a:t>
              </a:r>
            </a:p>
          </p:txBody>
        </p:sp>
        <p:grpSp>
          <p:nvGrpSpPr>
            <p:cNvPr id="39" name="组合 38" descr="473f1422-5a03-4553-ab59-a256903ae0d5">
              <a:extLst>
                <a:ext uri="{FF2B5EF4-FFF2-40B4-BE49-F238E27FC236}">
                  <a16:creationId xmlns:a16="http://schemas.microsoft.com/office/drawing/2014/main" id="{74713F6A-26CD-EE64-C2F5-BFB0E09D555E}"/>
                </a:ext>
              </a:extLst>
            </p:cNvPr>
            <p:cNvGrpSpPr/>
            <p:nvPr/>
          </p:nvGrpSpPr>
          <p:grpSpPr>
            <a:xfrm>
              <a:off x="3815670" y="2469321"/>
              <a:ext cx="7632989" cy="2608289"/>
              <a:chOff x="3815670" y="2469321"/>
              <a:chExt cx="7632989" cy="2608289"/>
            </a:xfrm>
          </p:grpSpPr>
          <p:sp>
            <p:nvSpPr>
              <p:cNvPr id="8" name="Icon1" descr="a4688a88-6fa2-4dc5-8446-52464ec834e7">
                <a:extLst>
                  <a:ext uri="{FF2B5EF4-FFF2-40B4-BE49-F238E27FC236}">
                    <a16:creationId xmlns:a16="http://schemas.microsoft.com/office/drawing/2014/main" id="{DE4F8305-4C40-4447-A11B-B9FC4B3C7401}"/>
                  </a:ext>
                </a:extLst>
              </p:cNvPr>
              <p:cNvSpPr/>
              <p:nvPr/>
            </p:nvSpPr>
            <p:spPr>
              <a:xfrm>
                <a:off x="3815670" y="4792572"/>
                <a:ext cx="291142" cy="285038"/>
              </a:xfrm>
              <a:custGeom>
                <a:avLst/>
                <a:gdLst>
                  <a:gd name="connsiteX0" fmla="*/ 163903 w 607933"/>
                  <a:gd name="connsiteY0" fmla="*/ 369028 h 595191"/>
                  <a:gd name="connsiteX1" fmla="*/ 195691 w 607933"/>
                  <a:gd name="connsiteY1" fmla="*/ 416642 h 595191"/>
                  <a:gd name="connsiteX2" fmla="*/ 52648 w 607933"/>
                  <a:gd name="connsiteY2" fmla="*/ 476158 h 595191"/>
                  <a:gd name="connsiteX3" fmla="*/ 303967 w 607933"/>
                  <a:gd name="connsiteY3" fmla="*/ 542618 h 595191"/>
                  <a:gd name="connsiteX4" fmla="*/ 555285 w 607933"/>
                  <a:gd name="connsiteY4" fmla="*/ 476158 h 595191"/>
                  <a:gd name="connsiteX5" fmla="*/ 413235 w 607933"/>
                  <a:gd name="connsiteY5" fmla="*/ 416642 h 595191"/>
                  <a:gd name="connsiteX6" fmla="*/ 444029 w 607933"/>
                  <a:gd name="connsiteY6" fmla="*/ 369028 h 595191"/>
                  <a:gd name="connsiteX7" fmla="*/ 607933 w 607933"/>
                  <a:gd name="connsiteY7" fmla="*/ 476158 h 595191"/>
                  <a:gd name="connsiteX8" fmla="*/ 303967 w 607933"/>
                  <a:gd name="connsiteY8" fmla="*/ 595191 h 595191"/>
                  <a:gd name="connsiteX9" fmla="*/ 0 w 607933"/>
                  <a:gd name="connsiteY9" fmla="*/ 476158 h 595191"/>
                  <a:gd name="connsiteX10" fmla="*/ 163903 w 607933"/>
                  <a:gd name="connsiteY10" fmla="*/ 369028 h 595191"/>
                  <a:gd name="connsiteX11" fmla="*/ 303967 w 607933"/>
                  <a:gd name="connsiteY11" fmla="*/ 100209 h 595191"/>
                  <a:gd name="connsiteX12" fmla="*/ 230453 w 607933"/>
                  <a:gd name="connsiteY12" fmla="*/ 174622 h 595191"/>
                  <a:gd name="connsiteX13" fmla="*/ 303967 w 607933"/>
                  <a:gd name="connsiteY13" fmla="*/ 248042 h 595191"/>
                  <a:gd name="connsiteX14" fmla="*/ 378475 w 607933"/>
                  <a:gd name="connsiteY14" fmla="*/ 174622 h 595191"/>
                  <a:gd name="connsiteX15" fmla="*/ 303967 w 607933"/>
                  <a:gd name="connsiteY15" fmla="*/ 100209 h 595191"/>
                  <a:gd name="connsiteX16" fmla="*/ 303967 w 607933"/>
                  <a:gd name="connsiteY16" fmla="*/ 0 h 595191"/>
                  <a:gd name="connsiteX17" fmla="*/ 481792 w 607933"/>
                  <a:gd name="connsiteY17" fmla="*/ 177598 h 595191"/>
                  <a:gd name="connsiteX18" fmla="*/ 338737 w 607933"/>
                  <a:gd name="connsiteY18" fmla="*/ 453420 h 595191"/>
                  <a:gd name="connsiteX19" fmla="*/ 303967 w 607933"/>
                  <a:gd name="connsiteY19" fmla="*/ 471279 h 595191"/>
                  <a:gd name="connsiteX20" fmla="*/ 269197 w 607933"/>
                  <a:gd name="connsiteY20" fmla="*/ 453420 h 595191"/>
                  <a:gd name="connsiteX21" fmla="*/ 126142 w 607933"/>
                  <a:gd name="connsiteY21" fmla="*/ 177598 h 595191"/>
                  <a:gd name="connsiteX22" fmla="*/ 303967 w 607933"/>
                  <a:gd name="connsiteY22" fmla="*/ 0 h 595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07933" h="595191">
                    <a:moveTo>
                      <a:pt x="163903" y="369028"/>
                    </a:moveTo>
                    <a:cubicBezTo>
                      <a:pt x="173837" y="383907"/>
                      <a:pt x="183771" y="399778"/>
                      <a:pt x="195691" y="416642"/>
                    </a:cubicBezTo>
                    <a:cubicBezTo>
                      <a:pt x="101322" y="430529"/>
                      <a:pt x="52648" y="461279"/>
                      <a:pt x="52648" y="476158"/>
                    </a:cubicBezTo>
                    <a:cubicBezTo>
                      <a:pt x="52648" y="495997"/>
                      <a:pt x="138076" y="542618"/>
                      <a:pt x="303967" y="542618"/>
                    </a:cubicBezTo>
                    <a:cubicBezTo>
                      <a:pt x="469857" y="542618"/>
                      <a:pt x="555285" y="495997"/>
                      <a:pt x="555285" y="476158"/>
                    </a:cubicBezTo>
                    <a:cubicBezTo>
                      <a:pt x="555285" y="461279"/>
                      <a:pt x="507604" y="430529"/>
                      <a:pt x="413235" y="416642"/>
                    </a:cubicBezTo>
                    <a:cubicBezTo>
                      <a:pt x="424162" y="399778"/>
                      <a:pt x="434096" y="383907"/>
                      <a:pt x="444029" y="369028"/>
                    </a:cubicBezTo>
                    <a:cubicBezTo>
                      <a:pt x="537405" y="385891"/>
                      <a:pt x="607933" y="422593"/>
                      <a:pt x="607933" y="476158"/>
                    </a:cubicBezTo>
                    <a:cubicBezTo>
                      <a:pt x="607933" y="554522"/>
                      <a:pt x="454956" y="595191"/>
                      <a:pt x="303967" y="595191"/>
                    </a:cubicBezTo>
                    <a:cubicBezTo>
                      <a:pt x="152977" y="595191"/>
                      <a:pt x="0" y="554522"/>
                      <a:pt x="0" y="476158"/>
                    </a:cubicBezTo>
                    <a:cubicBezTo>
                      <a:pt x="0" y="422593"/>
                      <a:pt x="71522" y="385891"/>
                      <a:pt x="163903" y="369028"/>
                    </a:cubicBezTo>
                    <a:close/>
                    <a:moveTo>
                      <a:pt x="303967" y="100209"/>
                    </a:moveTo>
                    <a:cubicBezTo>
                      <a:pt x="263236" y="100209"/>
                      <a:pt x="230453" y="133943"/>
                      <a:pt x="230453" y="174622"/>
                    </a:cubicBezTo>
                    <a:cubicBezTo>
                      <a:pt x="230453" y="215300"/>
                      <a:pt x="263236" y="248042"/>
                      <a:pt x="303967" y="248042"/>
                    </a:cubicBezTo>
                    <a:cubicBezTo>
                      <a:pt x="344698" y="248042"/>
                      <a:pt x="378475" y="215300"/>
                      <a:pt x="378475" y="174622"/>
                    </a:cubicBezTo>
                    <a:cubicBezTo>
                      <a:pt x="378475" y="133943"/>
                      <a:pt x="344698" y="100209"/>
                      <a:pt x="303967" y="100209"/>
                    </a:cubicBezTo>
                    <a:close/>
                    <a:moveTo>
                      <a:pt x="303967" y="0"/>
                    </a:moveTo>
                    <a:cubicBezTo>
                      <a:pt x="402317" y="0"/>
                      <a:pt x="481792" y="79374"/>
                      <a:pt x="481792" y="177598"/>
                    </a:cubicBezTo>
                    <a:cubicBezTo>
                      <a:pt x="481792" y="248042"/>
                      <a:pt x="390396" y="382976"/>
                      <a:pt x="338737" y="453420"/>
                    </a:cubicBezTo>
                    <a:cubicBezTo>
                      <a:pt x="330790" y="464334"/>
                      <a:pt x="317875" y="471279"/>
                      <a:pt x="303967" y="471279"/>
                    </a:cubicBezTo>
                    <a:cubicBezTo>
                      <a:pt x="290059" y="471279"/>
                      <a:pt x="277144" y="464334"/>
                      <a:pt x="269197" y="453420"/>
                    </a:cubicBezTo>
                    <a:cubicBezTo>
                      <a:pt x="217538" y="382976"/>
                      <a:pt x="126142" y="248042"/>
                      <a:pt x="126142" y="177598"/>
                    </a:cubicBezTo>
                    <a:cubicBezTo>
                      <a:pt x="126142" y="79374"/>
                      <a:pt x="205617" y="0"/>
                      <a:pt x="3039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" name="Bullet1" descr="699dac86-806c-4969-af51-bf6255dfd447">
                <a:extLst>
                  <a:ext uri="{FF2B5EF4-FFF2-40B4-BE49-F238E27FC236}">
                    <a16:creationId xmlns:a16="http://schemas.microsoft.com/office/drawing/2014/main" id="{96403306-FE3A-40E5-9CC6-A7EFF402C8F2}"/>
                  </a:ext>
                </a:extLst>
              </p:cNvPr>
              <p:cNvSpPr/>
              <p:nvPr/>
            </p:nvSpPr>
            <p:spPr>
              <a:xfrm>
                <a:off x="6096001" y="2498539"/>
                <a:ext cx="1807028" cy="440939"/>
              </a:xfrm>
              <a:prstGeom prst="roundRect">
                <a:avLst>
                  <a:gd name="adj" fmla="val 8961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数据组任务情况</a:t>
                </a:r>
              </a:p>
            </p:txBody>
          </p:sp>
          <p:sp>
            <p:nvSpPr>
              <p:cNvPr id="23" name="Text1" descr="a5ee8b6d-e309-4080-9a2d-2d89e8050208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8042988" y="2469321"/>
                <a:ext cx="3405671" cy="499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08000"/>
                  </a:lnSpc>
                </a:pP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已完成任务11项，进行中1项，未启动0项，完成率达</a:t>
                </a:r>
                <a:r>
                  <a:rPr lang="en-US" sz="1200" dirty="0">
                    <a:solidFill>
                      <a:srgbClr val="000000"/>
                    </a:solidFill>
                    <a:ea typeface="微软雅黑"/>
                  </a:rPr>
                  <a:t>92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%。</a:t>
                </a:r>
              </a:p>
            </p:txBody>
          </p:sp>
        </p:grpSp>
        <p:grpSp>
          <p:nvGrpSpPr>
            <p:cNvPr id="38" name="组合 37" descr="285932f3-f451-45d0-807e-89825cb860f3">
              <a:extLst>
                <a:ext uri="{FF2B5EF4-FFF2-40B4-BE49-F238E27FC236}">
                  <a16:creationId xmlns:a16="http://schemas.microsoft.com/office/drawing/2014/main" id="{44A5EA4E-065C-F618-47EA-D3AE8686E004}"/>
                </a:ext>
              </a:extLst>
            </p:cNvPr>
            <p:cNvGrpSpPr/>
            <p:nvPr/>
          </p:nvGrpSpPr>
          <p:grpSpPr>
            <a:xfrm>
              <a:off x="3407974" y="3457562"/>
              <a:ext cx="8040685" cy="934010"/>
              <a:chOff x="3407974" y="3457562"/>
              <a:chExt cx="8040685" cy="934010"/>
            </a:xfrm>
          </p:grpSpPr>
          <p:sp>
            <p:nvSpPr>
              <p:cNvPr id="7" name="Icon2" descr="fb8b2e87-fc45-4a4e-a94f-819415d28751">
                <a:extLst>
                  <a:ext uri="{FF2B5EF4-FFF2-40B4-BE49-F238E27FC236}">
                    <a16:creationId xmlns:a16="http://schemas.microsoft.com/office/drawing/2014/main" id="{E964BD74-3C73-4EB1-8E05-13D8DD45D7A8}"/>
                  </a:ext>
                </a:extLst>
              </p:cNvPr>
              <p:cNvSpPr/>
              <p:nvPr/>
            </p:nvSpPr>
            <p:spPr>
              <a:xfrm>
                <a:off x="3407974" y="4106534"/>
                <a:ext cx="291142" cy="285038"/>
              </a:xfrm>
              <a:custGeom>
                <a:avLst/>
                <a:gdLst>
                  <a:gd name="connsiteX0" fmla="*/ 163903 w 607933"/>
                  <a:gd name="connsiteY0" fmla="*/ 369028 h 595191"/>
                  <a:gd name="connsiteX1" fmla="*/ 195691 w 607933"/>
                  <a:gd name="connsiteY1" fmla="*/ 416642 h 595191"/>
                  <a:gd name="connsiteX2" fmla="*/ 52648 w 607933"/>
                  <a:gd name="connsiteY2" fmla="*/ 476158 h 595191"/>
                  <a:gd name="connsiteX3" fmla="*/ 303967 w 607933"/>
                  <a:gd name="connsiteY3" fmla="*/ 542618 h 595191"/>
                  <a:gd name="connsiteX4" fmla="*/ 555285 w 607933"/>
                  <a:gd name="connsiteY4" fmla="*/ 476158 h 595191"/>
                  <a:gd name="connsiteX5" fmla="*/ 413235 w 607933"/>
                  <a:gd name="connsiteY5" fmla="*/ 416642 h 595191"/>
                  <a:gd name="connsiteX6" fmla="*/ 444029 w 607933"/>
                  <a:gd name="connsiteY6" fmla="*/ 369028 h 595191"/>
                  <a:gd name="connsiteX7" fmla="*/ 607933 w 607933"/>
                  <a:gd name="connsiteY7" fmla="*/ 476158 h 595191"/>
                  <a:gd name="connsiteX8" fmla="*/ 303967 w 607933"/>
                  <a:gd name="connsiteY8" fmla="*/ 595191 h 595191"/>
                  <a:gd name="connsiteX9" fmla="*/ 0 w 607933"/>
                  <a:gd name="connsiteY9" fmla="*/ 476158 h 595191"/>
                  <a:gd name="connsiteX10" fmla="*/ 163903 w 607933"/>
                  <a:gd name="connsiteY10" fmla="*/ 369028 h 595191"/>
                  <a:gd name="connsiteX11" fmla="*/ 303967 w 607933"/>
                  <a:gd name="connsiteY11" fmla="*/ 100209 h 595191"/>
                  <a:gd name="connsiteX12" fmla="*/ 230453 w 607933"/>
                  <a:gd name="connsiteY12" fmla="*/ 174622 h 595191"/>
                  <a:gd name="connsiteX13" fmla="*/ 303967 w 607933"/>
                  <a:gd name="connsiteY13" fmla="*/ 248042 h 595191"/>
                  <a:gd name="connsiteX14" fmla="*/ 378475 w 607933"/>
                  <a:gd name="connsiteY14" fmla="*/ 174622 h 595191"/>
                  <a:gd name="connsiteX15" fmla="*/ 303967 w 607933"/>
                  <a:gd name="connsiteY15" fmla="*/ 100209 h 595191"/>
                  <a:gd name="connsiteX16" fmla="*/ 303967 w 607933"/>
                  <a:gd name="connsiteY16" fmla="*/ 0 h 595191"/>
                  <a:gd name="connsiteX17" fmla="*/ 481792 w 607933"/>
                  <a:gd name="connsiteY17" fmla="*/ 177598 h 595191"/>
                  <a:gd name="connsiteX18" fmla="*/ 338737 w 607933"/>
                  <a:gd name="connsiteY18" fmla="*/ 453420 h 595191"/>
                  <a:gd name="connsiteX19" fmla="*/ 303967 w 607933"/>
                  <a:gd name="connsiteY19" fmla="*/ 471279 h 595191"/>
                  <a:gd name="connsiteX20" fmla="*/ 269197 w 607933"/>
                  <a:gd name="connsiteY20" fmla="*/ 453420 h 595191"/>
                  <a:gd name="connsiteX21" fmla="*/ 126142 w 607933"/>
                  <a:gd name="connsiteY21" fmla="*/ 177598 h 595191"/>
                  <a:gd name="connsiteX22" fmla="*/ 303967 w 607933"/>
                  <a:gd name="connsiteY22" fmla="*/ 0 h 595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07933" h="595191">
                    <a:moveTo>
                      <a:pt x="163903" y="369028"/>
                    </a:moveTo>
                    <a:cubicBezTo>
                      <a:pt x="173837" y="383907"/>
                      <a:pt x="183771" y="399778"/>
                      <a:pt x="195691" y="416642"/>
                    </a:cubicBezTo>
                    <a:cubicBezTo>
                      <a:pt x="101322" y="430529"/>
                      <a:pt x="52648" y="461279"/>
                      <a:pt x="52648" y="476158"/>
                    </a:cubicBezTo>
                    <a:cubicBezTo>
                      <a:pt x="52648" y="495997"/>
                      <a:pt x="138076" y="542618"/>
                      <a:pt x="303967" y="542618"/>
                    </a:cubicBezTo>
                    <a:cubicBezTo>
                      <a:pt x="469857" y="542618"/>
                      <a:pt x="555285" y="495997"/>
                      <a:pt x="555285" y="476158"/>
                    </a:cubicBezTo>
                    <a:cubicBezTo>
                      <a:pt x="555285" y="461279"/>
                      <a:pt x="507604" y="430529"/>
                      <a:pt x="413235" y="416642"/>
                    </a:cubicBezTo>
                    <a:cubicBezTo>
                      <a:pt x="424162" y="399778"/>
                      <a:pt x="434096" y="383907"/>
                      <a:pt x="444029" y="369028"/>
                    </a:cubicBezTo>
                    <a:cubicBezTo>
                      <a:pt x="537405" y="385891"/>
                      <a:pt x="607933" y="422593"/>
                      <a:pt x="607933" y="476158"/>
                    </a:cubicBezTo>
                    <a:cubicBezTo>
                      <a:pt x="607933" y="554522"/>
                      <a:pt x="454956" y="595191"/>
                      <a:pt x="303967" y="595191"/>
                    </a:cubicBezTo>
                    <a:cubicBezTo>
                      <a:pt x="152977" y="595191"/>
                      <a:pt x="0" y="554522"/>
                      <a:pt x="0" y="476158"/>
                    </a:cubicBezTo>
                    <a:cubicBezTo>
                      <a:pt x="0" y="422593"/>
                      <a:pt x="71522" y="385891"/>
                      <a:pt x="163903" y="369028"/>
                    </a:cubicBezTo>
                    <a:close/>
                    <a:moveTo>
                      <a:pt x="303967" y="100209"/>
                    </a:moveTo>
                    <a:cubicBezTo>
                      <a:pt x="263236" y="100209"/>
                      <a:pt x="230453" y="133943"/>
                      <a:pt x="230453" y="174622"/>
                    </a:cubicBezTo>
                    <a:cubicBezTo>
                      <a:pt x="230453" y="215300"/>
                      <a:pt x="263236" y="248042"/>
                      <a:pt x="303967" y="248042"/>
                    </a:cubicBezTo>
                    <a:cubicBezTo>
                      <a:pt x="344698" y="248042"/>
                      <a:pt x="378475" y="215300"/>
                      <a:pt x="378475" y="174622"/>
                    </a:cubicBezTo>
                    <a:cubicBezTo>
                      <a:pt x="378475" y="133943"/>
                      <a:pt x="344698" y="100209"/>
                      <a:pt x="303967" y="100209"/>
                    </a:cubicBezTo>
                    <a:close/>
                    <a:moveTo>
                      <a:pt x="303967" y="0"/>
                    </a:moveTo>
                    <a:cubicBezTo>
                      <a:pt x="402317" y="0"/>
                      <a:pt x="481792" y="79374"/>
                      <a:pt x="481792" y="177598"/>
                    </a:cubicBezTo>
                    <a:cubicBezTo>
                      <a:pt x="481792" y="248042"/>
                      <a:pt x="390396" y="382976"/>
                      <a:pt x="338737" y="453420"/>
                    </a:cubicBezTo>
                    <a:cubicBezTo>
                      <a:pt x="330790" y="464334"/>
                      <a:pt x="317875" y="471279"/>
                      <a:pt x="303967" y="471279"/>
                    </a:cubicBezTo>
                    <a:cubicBezTo>
                      <a:pt x="290059" y="471279"/>
                      <a:pt x="277144" y="464334"/>
                      <a:pt x="269197" y="453420"/>
                    </a:cubicBezTo>
                    <a:cubicBezTo>
                      <a:pt x="217538" y="382976"/>
                      <a:pt x="126142" y="248042"/>
                      <a:pt x="126142" y="177598"/>
                    </a:cubicBezTo>
                    <a:cubicBezTo>
                      <a:pt x="126142" y="79374"/>
                      <a:pt x="205617" y="0"/>
                      <a:pt x="3039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" name="Bullet2" descr="092845fe-2012-4951-b906-c0d79c1b64d7">
                <a:extLst>
                  <a:ext uri="{FF2B5EF4-FFF2-40B4-BE49-F238E27FC236}">
                    <a16:creationId xmlns:a16="http://schemas.microsoft.com/office/drawing/2014/main" id="{799AC435-62D3-496D-B1C6-07918406FD6F}"/>
                  </a:ext>
                </a:extLst>
              </p:cNvPr>
              <p:cNvSpPr/>
              <p:nvPr/>
            </p:nvSpPr>
            <p:spPr>
              <a:xfrm>
                <a:off x="6096001" y="3486780"/>
                <a:ext cx="1807028" cy="440939"/>
              </a:xfrm>
              <a:prstGeom prst="roundRect">
                <a:avLst>
                  <a:gd name="adj" fmla="val 8961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数据组负责人</a:t>
                </a:r>
              </a:p>
            </p:txBody>
          </p:sp>
          <p:sp>
            <p:nvSpPr>
              <p:cNvPr id="20" name="Text2" descr="727bc22d-8af6-4f84-962a-be18e0660aa0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8042988" y="3457562"/>
                <a:ext cx="3405671" cy="499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08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明确数据组各项工作负责人</a:t>
                </a:r>
                <a:r>
                  <a:rPr lang="zh-CN" altLang="en-US" sz="1200" b="0" i="0" u="none" dirty="0">
                    <a:solidFill>
                      <a:srgbClr val="000000"/>
                    </a:solidFill>
                    <a:ea typeface="微软雅黑"/>
                  </a:rPr>
                  <a:t>为杜伟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，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确保任务执行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</p:grpSp>
        <p:grpSp>
          <p:nvGrpSpPr>
            <p:cNvPr id="37" name="组合 36" descr="280ba6fc-c4d8-4558-906c-f8e08e040f1d">
              <a:extLst>
                <a:ext uri="{FF2B5EF4-FFF2-40B4-BE49-F238E27FC236}">
                  <a16:creationId xmlns:a16="http://schemas.microsoft.com/office/drawing/2014/main" id="{468AA4F1-338B-524B-D741-B554E8C232E9}"/>
                </a:ext>
              </a:extLst>
            </p:cNvPr>
            <p:cNvGrpSpPr/>
            <p:nvPr/>
          </p:nvGrpSpPr>
          <p:grpSpPr>
            <a:xfrm>
              <a:off x="2031342" y="3635193"/>
              <a:ext cx="9417317" cy="1365970"/>
              <a:chOff x="2031342" y="3635193"/>
              <a:chExt cx="9417317" cy="1365970"/>
            </a:xfrm>
          </p:grpSpPr>
          <p:sp>
            <p:nvSpPr>
              <p:cNvPr id="5" name="Icon3" descr="f08518c0-a6ce-4d28-afe4-eb963ca2b4e9">
                <a:extLst>
                  <a:ext uri="{FF2B5EF4-FFF2-40B4-BE49-F238E27FC236}">
                    <a16:creationId xmlns:a16="http://schemas.microsoft.com/office/drawing/2014/main" id="{12A0C929-BF24-4FDF-9431-4CBAAEDCBBE8}"/>
                  </a:ext>
                </a:extLst>
              </p:cNvPr>
              <p:cNvSpPr/>
              <p:nvPr/>
            </p:nvSpPr>
            <p:spPr>
              <a:xfrm>
                <a:off x="2031342" y="3635193"/>
                <a:ext cx="291142" cy="285038"/>
              </a:xfrm>
              <a:custGeom>
                <a:avLst/>
                <a:gdLst>
                  <a:gd name="connsiteX0" fmla="*/ 163903 w 607933"/>
                  <a:gd name="connsiteY0" fmla="*/ 369028 h 595191"/>
                  <a:gd name="connsiteX1" fmla="*/ 195691 w 607933"/>
                  <a:gd name="connsiteY1" fmla="*/ 416642 h 595191"/>
                  <a:gd name="connsiteX2" fmla="*/ 52648 w 607933"/>
                  <a:gd name="connsiteY2" fmla="*/ 476158 h 595191"/>
                  <a:gd name="connsiteX3" fmla="*/ 303967 w 607933"/>
                  <a:gd name="connsiteY3" fmla="*/ 542618 h 595191"/>
                  <a:gd name="connsiteX4" fmla="*/ 555285 w 607933"/>
                  <a:gd name="connsiteY4" fmla="*/ 476158 h 595191"/>
                  <a:gd name="connsiteX5" fmla="*/ 413235 w 607933"/>
                  <a:gd name="connsiteY5" fmla="*/ 416642 h 595191"/>
                  <a:gd name="connsiteX6" fmla="*/ 444029 w 607933"/>
                  <a:gd name="connsiteY6" fmla="*/ 369028 h 595191"/>
                  <a:gd name="connsiteX7" fmla="*/ 607933 w 607933"/>
                  <a:gd name="connsiteY7" fmla="*/ 476158 h 595191"/>
                  <a:gd name="connsiteX8" fmla="*/ 303967 w 607933"/>
                  <a:gd name="connsiteY8" fmla="*/ 595191 h 595191"/>
                  <a:gd name="connsiteX9" fmla="*/ 0 w 607933"/>
                  <a:gd name="connsiteY9" fmla="*/ 476158 h 595191"/>
                  <a:gd name="connsiteX10" fmla="*/ 163903 w 607933"/>
                  <a:gd name="connsiteY10" fmla="*/ 369028 h 595191"/>
                  <a:gd name="connsiteX11" fmla="*/ 303967 w 607933"/>
                  <a:gd name="connsiteY11" fmla="*/ 100209 h 595191"/>
                  <a:gd name="connsiteX12" fmla="*/ 230453 w 607933"/>
                  <a:gd name="connsiteY12" fmla="*/ 174622 h 595191"/>
                  <a:gd name="connsiteX13" fmla="*/ 303967 w 607933"/>
                  <a:gd name="connsiteY13" fmla="*/ 248042 h 595191"/>
                  <a:gd name="connsiteX14" fmla="*/ 378475 w 607933"/>
                  <a:gd name="connsiteY14" fmla="*/ 174622 h 595191"/>
                  <a:gd name="connsiteX15" fmla="*/ 303967 w 607933"/>
                  <a:gd name="connsiteY15" fmla="*/ 100209 h 595191"/>
                  <a:gd name="connsiteX16" fmla="*/ 303967 w 607933"/>
                  <a:gd name="connsiteY16" fmla="*/ 0 h 595191"/>
                  <a:gd name="connsiteX17" fmla="*/ 481792 w 607933"/>
                  <a:gd name="connsiteY17" fmla="*/ 177598 h 595191"/>
                  <a:gd name="connsiteX18" fmla="*/ 338737 w 607933"/>
                  <a:gd name="connsiteY18" fmla="*/ 453420 h 595191"/>
                  <a:gd name="connsiteX19" fmla="*/ 303967 w 607933"/>
                  <a:gd name="connsiteY19" fmla="*/ 471279 h 595191"/>
                  <a:gd name="connsiteX20" fmla="*/ 269197 w 607933"/>
                  <a:gd name="connsiteY20" fmla="*/ 453420 h 595191"/>
                  <a:gd name="connsiteX21" fmla="*/ 126142 w 607933"/>
                  <a:gd name="connsiteY21" fmla="*/ 177598 h 595191"/>
                  <a:gd name="connsiteX22" fmla="*/ 303967 w 607933"/>
                  <a:gd name="connsiteY22" fmla="*/ 0 h 595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07933" h="595191">
                    <a:moveTo>
                      <a:pt x="163903" y="369028"/>
                    </a:moveTo>
                    <a:cubicBezTo>
                      <a:pt x="173837" y="383907"/>
                      <a:pt x="183771" y="399778"/>
                      <a:pt x="195691" y="416642"/>
                    </a:cubicBezTo>
                    <a:cubicBezTo>
                      <a:pt x="101322" y="430529"/>
                      <a:pt x="52648" y="461279"/>
                      <a:pt x="52648" y="476158"/>
                    </a:cubicBezTo>
                    <a:cubicBezTo>
                      <a:pt x="52648" y="495997"/>
                      <a:pt x="138076" y="542618"/>
                      <a:pt x="303967" y="542618"/>
                    </a:cubicBezTo>
                    <a:cubicBezTo>
                      <a:pt x="469857" y="542618"/>
                      <a:pt x="555285" y="495997"/>
                      <a:pt x="555285" y="476158"/>
                    </a:cubicBezTo>
                    <a:cubicBezTo>
                      <a:pt x="555285" y="461279"/>
                      <a:pt x="507604" y="430529"/>
                      <a:pt x="413235" y="416642"/>
                    </a:cubicBezTo>
                    <a:cubicBezTo>
                      <a:pt x="424162" y="399778"/>
                      <a:pt x="434096" y="383907"/>
                      <a:pt x="444029" y="369028"/>
                    </a:cubicBezTo>
                    <a:cubicBezTo>
                      <a:pt x="537405" y="385891"/>
                      <a:pt x="607933" y="422593"/>
                      <a:pt x="607933" y="476158"/>
                    </a:cubicBezTo>
                    <a:cubicBezTo>
                      <a:pt x="607933" y="554522"/>
                      <a:pt x="454956" y="595191"/>
                      <a:pt x="303967" y="595191"/>
                    </a:cubicBezTo>
                    <a:cubicBezTo>
                      <a:pt x="152977" y="595191"/>
                      <a:pt x="0" y="554522"/>
                      <a:pt x="0" y="476158"/>
                    </a:cubicBezTo>
                    <a:cubicBezTo>
                      <a:pt x="0" y="422593"/>
                      <a:pt x="71522" y="385891"/>
                      <a:pt x="163903" y="369028"/>
                    </a:cubicBezTo>
                    <a:close/>
                    <a:moveTo>
                      <a:pt x="303967" y="100209"/>
                    </a:moveTo>
                    <a:cubicBezTo>
                      <a:pt x="263236" y="100209"/>
                      <a:pt x="230453" y="133943"/>
                      <a:pt x="230453" y="174622"/>
                    </a:cubicBezTo>
                    <a:cubicBezTo>
                      <a:pt x="230453" y="215300"/>
                      <a:pt x="263236" y="248042"/>
                      <a:pt x="303967" y="248042"/>
                    </a:cubicBezTo>
                    <a:cubicBezTo>
                      <a:pt x="344698" y="248042"/>
                      <a:pt x="378475" y="215300"/>
                      <a:pt x="378475" y="174622"/>
                    </a:cubicBezTo>
                    <a:cubicBezTo>
                      <a:pt x="378475" y="133943"/>
                      <a:pt x="344698" y="100209"/>
                      <a:pt x="303967" y="100209"/>
                    </a:cubicBezTo>
                    <a:close/>
                    <a:moveTo>
                      <a:pt x="303967" y="0"/>
                    </a:moveTo>
                    <a:cubicBezTo>
                      <a:pt x="402317" y="0"/>
                      <a:pt x="481792" y="79374"/>
                      <a:pt x="481792" y="177598"/>
                    </a:cubicBezTo>
                    <a:cubicBezTo>
                      <a:pt x="481792" y="248042"/>
                      <a:pt x="390396" y="382976"/>
                      <a:pt x="338737" y="453420"/>
                    </a:cubicBezTo>
                    <a:cubicBezTo>
                      <a:pt x="330790" y="464334"/>
                      <a:pt x="317875" y="471279"/>
                      <a:pt x="303967" y="471279"/>
                    </a:cubicBezTo>
                    <a:cubicBezTo>
                      <a:pt x="290059" y="471279"/>
                      <a:pt x="277144" y="464334"/>
                      <a:pt x="269197" y="453420"/>
                    </a:cubicBezTo>
                    <a:cubicBezTo>
                      <a:pt x="217538" y="382976"/>
                      <a:pt x="126142" y="248042"/>
                      <a:pt x="126142" y="177598"/>
                    </a:cubicBezTo>
                    <a:cubicBezTo>
                      <a:pt x="126142" y="79374"/>
                      <a:pt x="205617" y="0"/>
                      <a:pt x="3039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" name="Bullet3" descr="773350fe-df9d-4626-b906-a67b8e72e5a9">
                <a:extLst>
                  <a:ext uri="{FF2B5EF4-FFF2-40B4-BE49-F238E27FC236}">
                    <a16:creationId xmlns:a16="http://schemas.microsoft.com/office/drawing/2014/main" id="{40EE1134-F449-4AB9-A8DB-459076AE438D}"/>
                  </a:ext>
                </a:extLst>
              </p:cNvPr>
              <p:cNvSpPr/>
              <p:nvPr/>
            </p:nvSpPr>
            <p:spPr>
              <a:xfrm>
                <a:off x="6096001" y="4531007"/>
                <a:ext cx="1807028" cy="440939"/>
              </a:xfrm>
              <a:prstGeom prst="roundRect">
                <a:avLst>
                  <a:gd name="adj" fmla="val 8961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模型组任务情况</a:t>
                </a:r>
              </a:p>
            </p:txBody>
          </p:sp>
          <p:sp>
            <p:nvSpPr>
              <p:cNvPr id="17" name="Text3" descr="d5074c4b-84a3-46b2-9723-1769117f17a6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8042988" y="4501789"/>
                <a:ext cx="3405671" cy="499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08000"/>
                  </a:lnSpc>
                </a:pP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已完成任务0项，进行中</a:t>
                </a:r>
                <a:r>
                  <a:rPr lang="en-US" sz="1200" dirty="0">
                    <a:solidFill>
                      <a:srgbClr val="000000"/>
                    </a:solidFill>
                    <a:ea typeface="微软雅黑"/>
                  </a:rPr>
                  <a:t>3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项，未启动</a:t>
                </a:r>
                <a:r>
                  <a:rPr lang="en-US" sz="1200" dirty="0">
                    <a:solidFill>
                      <a:srgbClr val="000000"/>
                    </a:solidFill>
                    <a:ea typeface="微软雅黑"/>
                  </a:rPr>
                  <a:t>5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项，</a:t>
                </a:r>
                <a:r>
                  <a:rPr lang="zh-CN" altLang="en-US" sz="1200" dirty="0">
                    <a:solidFill>
                      <a:srgbClr val="000000"/>
                    </a:solidFill>
                    <a:ea typeface="微软雅黑"/>
                  </a:rPr>
                  <a:t>启动率</a:t>
                </a:r>
                <a:r>
                  <a:rPr lang="en-US" altLang="zh-CN" sz="1200" dirty="0">
                    <a:solidFill>
                      <a:srgbClr val="000000"/>
                    </a:solidFill>
                    <a:ea typeface="微软雅黑"/>
                  </a:rPr>
                  <a:t>38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%。</a:t>
                </a:r>
              </a:p>
            </p:txBody>
          </p:sp>
        </p:grpSp>
        <p:grpSp>
          <p:nvGrpSpPr>
            <p:cNvPr id="36" name="组合 35" descr="0c12140f-b7b0-4ec2-bdc0-9190231e0ee8">
              <a:extLst>
                <a:ext uri="{FF2B5EF4-FFF2-40B4-BE49-F238E27FC236}">
                  <a16:creationId xmlns:a16="http://schemas.microsoft.com/office/drawing/2014/main" id="{7B04934B-7C7D-ED93-0216-AC96C74A482C}"/>
                </a:ext>
              </a:extLst>
            </p:cNvPr>
            <p:cNvGrpSpPr/>
            <p:nvPr/>
          </p:nvGrpSpPr>
          <p:grpSpPr>
            <a:xfrm>
              <a:off x="4452309" y="3097955"/>
              <a:ext cx="6996350" cy="2947434"/>
              <a:chOff x="4452309" y="3097955"/>
              <a:chExt cx="6996350" cy="2947434"/>
            </a:xfrm>
          </p:grpSpPr>
          <p:sp>
            <p:nvSpPr>
              <p:cNvPr id="4" name="Icon4" descr="4aff0e82-9d58-4ec5-b1f2-b38a639fa89f">
                <a:extLst>
                  <a:ext uri="{FF2B5EF4-FFF2-40B4-BE49-F238E27FC236}">
                    <a16:creationId xmlns:a16="http://schemas.microsoft.com/office/drawing/2014/main" id="{5A618052-F86F-4BA6-AF53-C880221B48BE}"/>
                  </a:ext>
                </a:extLst>
              </p:cNvPr>
              <p:cNvSpPr/>
              <p:nvPr/>
            </p:nvSpPr>
            <p:spPr>
              <a:xfrm>
                <a:off x="4452309" y="3097955"/>
                <a:ext cx="291142" cy="285038"/>
              </a:xfrm>
              <a:custGeom>
                <a:avLst/>
                <a:gdLst>
                  <a:gd name="connsiteX0" fmla="*/ 163903 w 607933"/>
                  <a:gd name="connsiteY0" fmla="*/ 369028 h 595191"/>
                  <a:gd name="connsiteX1" fmla="*/ 195691 w 607933"/>
                  <a:gd name="connsiteY1" fmla="*/ 416642 h 595191"/>
                  <a:gd name="connsiteX2" fmla="*/ 52648 w 607933"/>
                  <a:gd name="connsiteY2" fmla="*/ 476158 h 595191"/>
                  <a:gd name="connsiteX3" fmla="*/ 303967 w 607933"/>
                  <a:gd name="connsiteY3" fmla="*/ 542618 h 595191"/>
                  <a:gd name="connsiteX4" fmla="*/ 555285 w 607933"/>
                  <a:gd name="connsiteY4" fmla="*/ 476158 h 595191"/>
                  <a:gd name="connsiteX5" fmla="*/ 413235 w 607933"/>
                  <a:gd name="connsiteY5" fmla="*/ 416642 h 595191"/>
                  <a:gd name="connsiteX6" fmla="*/ 444029 w 607933"/>
                  <a:gd name="connsiteY6" fmla="*/ 369028 h 595191"/>
                  <a:gd name="connsiteX7" fmla="*/ 607933 w 607933"/>
                  <a:gd name="connsiteY7" fmla="*/ 476158 h 595191"/>
                  <a:gd name="connsiteX8" fmla="*/ 303967 w 607933"/>
                  <a:gd name="connsiteY8" fmla="*/ 595191 h 595191"/>
                  <a:gd name="connsiteX9" fmla="*/ 0 w 607933"/>
                  <a:gd name="connsiteY9" fmla="*/ 476158 h 595191"/>
                  <a:gd name="connsiteX10" fmla="*/ 163903 w 607933"/>
                  <a:gd name="connsiteY10" fmla="*/ 369028 h 595191"/>
                  <a:gd name="connsiteX11" fmla="*/ 303967 w 607933"/>
                  <a:gd name="connsiteY11" fmla="*/ 100209 h 595191"/>
                  <a:gd name="connsiteX12" fmla="*/ 230453 w 607933"/>
                  <a:gd name="connsiteY12" fmla="*/ 174622 h 595191"/>
                  <a:gd name="connsiteX13" fmla="*/ 303967 w 607933"/>
                  <a:gd name="connsiteY13" fmla="*/ 248042 h 595191"/>
                  <a:gd name="connsiteX14" fmla="*/ 378475 w 607933"/>
                  <a:gd name="connsiteY14" fmla="*/ 174622 h 595191"/>
                  <a:gd name="connsiteX15" fmla="*/ 303967 w 607933"/>
                  <a:gd name="connsiteY15" fmla="*/ 100209 h 595191"/>
                  <a:gd name="connsiteX16" fmla="*/ 303967 w 607933"/>
                  <a:gd name="connsiteY16" fmla="*/ 0 h 595191"/>
                  <a:gd name="connsiteX17" fmla="*/ 481792 w 607933"/>
                  <a:gd name="connsiteY17" fmla="*/ 177598 h 595191"/>
                  <a:gd name="connsiteX18" fmla="*/ 338737 w 607933"/>
                  <a:gd name="connsiteY18" fmla="*/ 453420 h 595191"/>
                  <a:gd name="connsiteX19" fmla="*/ 303967 w 607933"/>
                  <a:gd name="connsiteY19" fmla="*/ 471279 h 595191"/>
                  <a:gd name="connsiteX20" fmla="*/ 269197 w 607933"/>
                  <a:gd name="connsiteY20" fmla="*/ 453420 h 595191"/>
                  <a:gd name="connsiteX21" fmla="*/ 126142 w 607933"/>
                  <a:gd name="connsiteY21" fmla="*/ 177598 h 595191"/>
                  <a:gd name="connsiteX22" fmla="*/ 303967 w 607933"/>
                  <a:gd name="connsiteY22" fmla="*/ 0 h 595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07933" h="595191">
                    <a:moveTo>
                      <a:pt x="163903" y="369028"/>
                    </a:moveTo>
                    <a:cubicBezTo>
                      <a:pt x="173837" y="383907"/>
                      <a:pt x="183771" y="399778"/>
                      <a:pt x="195691" y="416642"/>
                    </a:cubicBezTo>
                    <a:cubicBezTo>
                      <a:pt x="101322" y="430529"/>
                      <a:pt x="52648" y="461279"/>
                      <a:pt x="52648" y="476158"/>
                    </a:cubicBezTo>
                    <a:cubicBezTo>
                      <a:pt x="52648" y="495997"/>
                      <a:pt x="138076" y="542618"/>
                      <a:pt x="303967" y="542618"/>
                    </a:cubicBezTo>
                    <a:cubicBezTo>
                      <a:pt x="469857" y="542618"/>
                      <a:pt x="555285" y="495997"/>
                      <a:pt x="555285" y="476158"/>
                    </a:cubicBezTo>
                    <a:cubicBezTo>
                      <a:pt x="555285" y="461279"/>
                      <a:pt x="507604" y="430529"/>
                      <a:pt x="413235" y="416642"/>
                    </a:cubicBezTo>
                    <a:cubicBezTo>
                      <a:pt x="424162" y="399778"/>
                      <a:pt x="434096" y="383907"/>
                      <a:pt x="444029" y="369028"/>
                    </a:cubicBezTo>
                    <a:cubicBezTo>
                      <a:pt x="537405" y="385891"/>
                      <a:pt x="607933" y="422593"/>
                      <a:pt x="607933" y="476158"/>
                    </a:cubicBezTo>
                    <a:cubicBezTo>
                      <a:pt x="607933" y="554522"/>
                      <a:pt x="454956" y="595191"/>
                      <a:pt x="303967" y="595191"/>
                    </a:cubicBezTo>
                    <a:cubicBezTo>
                      <a:pt x="152977" y="595191"/>
                      <a:pt x="0" y="554522"/>
                      <a:pt x="0" y="476158"/>
                    </a:cubicBezTo>
                    <a:cubicBezTo>
                      <a:pt x="0" y="422593"/>
                      <a:pt x="71522" y="385891"/>
                      <a:pt x="163903" y="369028"/>
                    </a:cubicBezTo>
                    <a:close/>
                    <a:moveTo>
                      <a:pt x="303967" y="100209"/>
                    </a:moveTo>
                    <a:cubicBezTo>
                      <a:pt x="263236" y="100209"/>
                      <a:pt x="230453" y="133943"/>
                      <a:pt x="230453" y="174622"/>
                    </a:cubicBezTo>
                    <a:cubicBezTo>
                      <a:pt x="230453" y="215300"/>
                      <a:pt x="263236" y="248042"/>
                      <a:pt x="303967" y="248042"/>
                    </a:cubicBezTo>
                    <a:cubicBezTo>
                      <a:pt x="344698" y="248042"/>
                      <a:pt x="378475" y="215300"/>
                      <a:pt x="378475" y="174622"/>
                    </a:cubicBezTo>
                    <a:cubicBezTo>
                      <a:pt x="378475" y="133943"/>
                      <a:pt x="344698" y="100209"/>
                      <a:pt x="303967" y="100209"/>
                    </a:cubicBezTo>
                    <a:close/>
                    <a:moveTo>
                      <a:pt x="303967" y="0"/>
                    </a:moveTo>
                    <a:cubicBezTo>
                      <a:pt x="402317" y="0"/>
                      <a:pt x="481792" y="79374"/>
                      <a:pt x="481792" y="177598"/>
                    </a:cubicBezTo>
                    <a:cubicBezTo>
                      <a:pt x="481792" y="248042"/>
                      <a:pt x="390396" y="382976"/>
                      <a:pt x="338737" y="453420"/>
                    </a:cubicBezTo>
                    <a:cubicBezTo>
                      <a:pt x="330790" y="464334"/>
                      <a:pt x="317875" y="471279"/>
                      <a:pt x="303967" y="471279"/>
                    </a:cubicBezTo>
                    <a:cubicBezTo>
                      <a:pt x="290059" y="471279"/>
                      <a:pt x="277144" y="464334"/>
                      <a:pt x="269197" y="453420"/>
                    </a:cubicBezTo>
                    <a:cubicBezTo>
                      <a:pt x="217538" y="382976"/>
                      <a:pt x="126142" y="248042"/>
                      <a:pt x="126142" y="177598"/>
                    </a:cubicBezTo>
                    <a:cubicBezTo>
                      <a:pt x="126142" y="79374"/>
                      <a:pt x="205617" y="0"/>
                      <a:pt x="3039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" name="Bullet4" descr="7f203f98-78d1-422f-a864-f87a2169ef1d">
                <a:extLst>
                  <a:ext uri="{FF2B5EF4-FFF2-40B4-BE49-F238E27FC236}">
                    <a16:creationId xmlns:a16="http://schemas.microsoft.com/office/drawing/2014/main" id="{08FBD0AC-83AB-45FA-A601-B7550A849C0B}"/>
                  </a:ext>
                </a:extLst>
              </p:cNvPr>
              <p:cNvSpPr/>
              <p:nvPr/>
            </p:nvSpPr>
            <p:spPr>
              <a:xfrm>
                <a:off x="6096001" y="5575233"/>
                <a:ext cx="1807028" cy="440939"/>
              </a:xfrm>
              <a:prstGeom prst="roundRect">
                <a:avLst>
                  <a:gd name="adj" fmla="val 8961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网页组任务情况</a:t>
                </a:r>
              </a:p>
            </p:txBody>
          </p:sp>
          <p:sp>
            <p:nvSpPr>
              <p:cNvPr id="14" name="Text4" descr="aef58512-93a5-463d-bb95-0f7e49138b89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8042988" y="5546015"/>
                <a:ext cx="3405671" cy="499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08000"/>
                  </a:lnSpc>
                </a:pP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已完成任务3项，进行中3项，未启动</a:t>
                </a:r>
                <a:r>
                  <a:rPr lang="en-US" sz="1200" dirty="0">
                    <a:solidFill>
                      <a:srgbClr val="000000"/>
                    </a:solidFill>
                    <a:ea typeface="微软雅黑"/>
                  </a:rPr>
                  <a:t>10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项，</a:t>
                </a:r>
                <a:r>
                  <a:rPr lang="zh-CN" altLang="en-US" sz="1200" dirty="0">
                    <a:solidFill>
                      <a:srgbClr val="000000"/>
                    </a:solidFill>
                    <a:ea typeface="微软雅黑"/>
                  </a:rPr>
                  <a:t>启动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率38%。</a:t>
                </a:r>
              </a:p>
            </p:txBody>
          </p:sp>
        </p:grp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>
          <a:xfrm>
            <a:off x="5158723" y="128587"/>
            <a:ext cx="6360176" cy="900112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dirty="0" err="1">
                <a:solidFill>
                  <a:srgbClr val="000000"/>
                </a:solidFill>
                <a:ea typeface="微软雅黑"/>
              </a:rPr>
              <a:t>各小组当前进度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D7BE016-D869-0C9F-8A8E-9A9B00FB6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60" y="57779"/>
            <a:ext cx="4834643" cy="79629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3a74a492-aad3-4e72-a9af-d06aad967aa5.source.4.zh-Hans.pptx" descr="75fdea19-9437-4dfc-9438-798926a1515c">
            <a:extLst>
              <a:ext uri="{FF2B5EF4-FFF2-40B4-BE49-F238E27FC236}">
                <a16:creationId xmlns:a16="http://schemas.microsoft.com/office/drawing/2014/main" id="{7F0A884A-93A9-C080-B6C8-12AB9FC45652}"/>
              </a:ext>
            </a:extLst>
          </p:cNvPr>
          <p:cNvGrpSpPr/>
          <p:nvPr/>
        </p:nvGrpSpPr>
        <p:grpSpPr>
          <a:xfrm>
            <a:off x="660397" y="1572755"/>
            <a:ext cx="10858503" cy="4561344"/>
            <a:chOff x="660397" y="1572755"/>
            <a:chExt cx="10858503" cy="4561344"/>
          </a:xfrm>
        </p:grpSpPr>
        <p:cxnSp>
          <p:nvCxnSpPr>
            <p:cNvPr id="13" name="直接连接符 12" descr="5783b22d-9332-4c8f-a734-89c7912a444b">
              <a:extLst>
                <a:ext uri="{FF2B5EF4-FFF2-40B4-BE49-F238E27FC236}">
                  <a16:creationId xmlns:a16="http://schemas.microsoft.com/office/drawing/2014/main" id="{A3E2D676-9688-4ADC-B86A-7E68ED6A6332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3160206"/>
              <a:ext cx="10858500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 descr="e7edc53a-5efc-4905-b587-8c17a5ae20e0">
              <a:extLst>
                <a:ext uri="{FF2B5EF4-FFF2-40B4-BE49-F238E27FC236}">
                  <a16:creationId xmlns:a16="http://schemas.microsoft.com/office/drawing/2014/main" id="{97E29E58-A6A2-4856-8E3C-91D337FD7D0D}"/>
                </a:ext>
              </a:extLst>
            </p:cNvPr>
            <p:cNvCxnSpPr>
              <a:cxnSpLocks/>
            </p:cNvCxnSpPr>
            <p:nvPr/>
          </p:nvCxnSpPr>
          <p:spPr>
            <a:xfrm>
              <a:off x="6089650" y="1572755"/>
              <a:ext cx="0" cy="315078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itle" descr="bcc862e5-4015-42ae-aa0f-12cd5185e229">
              <a:extLst>
                <a:ext uri="{FF2B5EF4-FFF2-40B4-BE49-F238E27FC236}">
                  <a16:creationId xmlns:a16="http://schemas.microsoft.com/office/drawing/2014/main" id="{184125AB-F45B-4F0A-861A-579E0AD018A6}"/>
                </a:ext>
              </a:extLst>
            </p:cNvPr>
            <p:cNvSpPr/>
            <p:nvPr/>
          </p:nvSpPr>
          <p:spPr>
            <a:xfrm>
              <a:off x="660397" y="5123436"/>
              <a:ext cx="10858500" cy="1010663"/>
            </a:xfrm>
            <a:prstGeom prst="rect">
              <a:avLst/>
            </a:prstGeom>
            <a:ln>
              <a:noFill/>
            </a:ln>
          </p:spPr>
          <p:txBody>
            <a:bodyPr wrap="square" anchor="b" anchorCtr="1">
              <a:normAutofit/>
            </a:bodyPr>
            <a:lstStyle/>
            <a:p>
              <a:pPr algn="ctr"/>
              <a:r>
                <a:rPr lang="en-US" sz="2400" b="1" i="0" u="none" dirty="0" err="1">
                  <a:solidFill>
                    <a:srgbClr val="000000"/>
                  </a:solidFill>
                  <a:ea typeface="微软雅黑"/>
                </a:rPr>
                <a:t>重构原因、内容与进度</a:t>
              </a:r>
              <a:endParaRPr lang="en-US" sz="2400" b="1" i="0" u="none" dirty="0">
                <a:solidFill>
                  <a:srgbClr val="000000"/>
                </a:solidFill>
                <a:ea typeface="微软雅黑"/>
              </a:endParaRPr>
            </a:p>
          </p:txBody>
        </p:sp>
        <p:sp>
          <p:nvSpPr>
            <p:cNvPr id="40" name="矩形 39" descr="89de2503-1076-405a-945d-cc144d9690be">
              <a:extLst>
                <a:ext uri="{FF2B5EF4-FFF2-40B4-BE49-F238E27FC236}">
                  <a16:creationId xmlns:a16="http://schemas.microsoft.com/office/drawing/2014/main" id="{ABEB292F-5265-4394-B0E2-25AC903F61BB}"/>
                </a:ext>
              </a:extLst>
            </p:cNvPr>
            <p:cNvSpPr/>
            <p:nvPr/>
          </p:nvSpPr>
          <p:spPr>
            <a:xfrm>
              <a:off x="10960274" y="5059102"/>
              <a:ext cx="125261" cy="679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grpSp>
          <p:nvGrpSpPr>
            <p:cNvPr id="28" name="组合 27" descr="7cf8cdca-29de-4dfd-8bda-dccb69658123">
              <a:extLst>
                <a:ext uri="{FF2B5EF4-FFF2-40B4-BE49-F238E27FC236}">
                  <a16:creationId xmlns:a16="http://schemas.microsoft.com/office/drawing/2014/main" id="{C23B1CBB-95B5-45D5-B3E7-715EA7B72C5D}"/>
                </a:ext>
              </a:extLst>
            </p:cNvPr>
            <p:cNvGrpSpPr/>
            <p:nvPr/>
          </p:nvGrpSpPr>
          <p:grpSpPr>
            <a:xfrm>
              <a:off x="982829" y="1706124"/>
              <a:ext cx="4548022" cy="1278064"/>
              <a:chOff x="1019499" y="3348662"/>
              <a:chExt cx="4548022" cy="1278064"/>
            </a:xfrm>
          </p:grpSpPr>
          <p:sp>
            <p:nvSpPr>
              <p:cNvPr id="29" name="Text1" descr="6410f6c0-8c28-4768-ad05-83b571196f35">
                <a:extLst>
                  <a:ext uri="{FF2B5EF4-FFF2-40B4-BE49-F238E27FC236}">
                    <a16:creationId xmlns:a16="http://schemas.microsoft.com/office/drawing/2014/main" id="{15D74D19-971B-4634-B581-74B4AE197A87}"/>
                  </a:ext>
                </a:extLst>
              </p:cNvPr>
              <p:cNvSpPr txBox="1"/>
              <p:nvPr/>
            </p:nvSpPr>
            <p:spPr>
              <a:xfrm>
                <a:off x="2312842" y="3737572"/>
                <a:ext cx="3254679" cy="88915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strike="noStrike" dirty="0" err="1">
                    <a:solidFill>
                      <a:srgbClr val="000000"/>
                    </a:solidFill>
                    <a:ea typeface="微软雅黑"/>
                  </a:rPr>
                  <a:t>原始表</a:t>
                </a:r>
                <a:r>
                  <a:rPr lang="zh-CN" altLang="en-US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字段定义不严谨，需做修改以适应后续业务要求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30" name="Number1" descr="d0a09cce-7be2-4d47-9f4c-6decfc3a3f4d">
                <a:extLst>
                  <a:ext uri="{FF2B5EF4-FFF2-40B4-BE49-F238E27FC236}">
                    <a16:creationId xmlns:a16="http://schemas.microsoft.com/office/drawing/2014/main" id="{FFF8BA1D-2D89-4FCB-9C2F-877741CFA925}"/>
                  </a:ext>
                </a:extLst>
              </p:cNvPr>
              <p:cNvSpPr txBox="1"/>
              <p:nvPr/>
            </p:nvSpPr>
            <p:spPr>
              <a:xfrm>
                <a:off x="1019499" y="3348662"/>
                <a:ext cx="958850" cy="437258"/>
              </a:xfrm>
              <a:prstGeom prst="roundRect">
                <a:avLst>
                  <a:gd name="adj" fmla="val 0"/>
                </a:avLst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4800" b="1" i="0" u="none">
                    <a:solidFill>
                      <a:srgbClr val="454545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id="31" name="Bullet1" descr="0a35e2be-6fdb-42e9-8b23-1d271d3829a3">
                <a:extLst>
                  <a:ext uri="{FF2B5EF4-FFF2-40B4-BE49-F238E27FC236}">
                    <a16:creationId xmlns:a16="http://schemas.microsoft.com/office/drawing/2014/main" id="{F2EA40BD-9713-4524-BBDB-0085CD76F068}"/>
                  </a:ext>
                </a:extLst>
              </p:cNvPr>
              <p:cNvSpPr txBox="1"/>
              <p:nvPr/>
            </p:nvSpPr>
            <p:spPr>
              <a:xfrm>
                <a:off x="1019499" y="3924263"/>
                <a:ext cx="1293343" cy="646331"/>
              </a:xfrm>
              <a:prstGeom prst="rect">
                <a:avLst/>
              </a:prstGeom>
              <a:noFill/>
            </p:spPr>
            <p:txBody>
              <a:bodyPr wrap="square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重构原因</a:t>
                </a:r>
              </a:p>
            </p:txBody>
          </p:sp>
        </p:grpSp>
        <p:grpSp>
          <p:nvGrpSpPr>
            <p:cNvPr id="43" name="组合 42" descr="3fbe85f6-4f0a-4cce-a2ce-57c5d30408df">
              <a:extLst>
                <a:ext uri="{FF2B5EF4-FFF2-40B4-BE49-F238E27FC236}">
                  <a16:creationId xmlns:a16="http://schemas.microsoft.com/office/drawing/2014/main" id="{1D25E253-7AA0-4B09-87B4-319B9F7064C9}"/>
                </a:ext>
              </a:extLst>
            </p:cNvPr>
            <p:cNvGrpSpPr/>
            <p:nvPr/>
          </p:nvGrpSpPr>
          <p:grpSpPr>
            <a:xfrm>
              <a:off x="982829" y="3590712"/>
              <a:ext cx="4548022" cy="1278064"/>
              <a:chOff x="1019499" y="3348662"/>
              <a:chExt cx="4548022" cy="1278064"/>
            </a:xfrm>
          </p:grpSpPr>
          <p:sp>
            <p:nvSpPr>
              <p:cNvPr id="44" name="Text2" descr="1ba8f056-740a-490c-ade5-4bfd056716f7">
                <a:extLst>
                  <a:ext uri="{FF2B5EF4-FFF2-40B4-BE49-F238E27FC236}">
                    <a16:creationId xmlns:a16="http://schemas.microsoft.com/office/drawing/2014/main" id="{82D07AAD-145A-4C72-82B3-972529EFB828}"/>
                  </a:ext>
                </a:extLst>
              </p:cNvPr>
              <p:cNvSpPr txBox="1"/>
              <p:nvPr/>
            </p:nvSpPr>
            <p:spPr>
              <a:xfrm>
                <a:off x="2312842" y="3737572"/>
                <a:ext cx="3254679" cy="88915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修改</a:t>
                </a:r>
                <a:r>
                  <a:rPr lang="en-US" altLang="zh-CN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……</a:t>
                </a:r>
                <a:endParaRPr lang="en-US" sz="1200" b="0" i="0" u="none" strike="noStrike" dirty="0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45" name="Number2" descr="1dba7f63-89dd-4f18-888e-6fd8316de564">
                <a:extLst>
                  <a:ext uri="{FF2B5EF4-FFF2-40B4-BE49-F238E27FC236}">
                    <a16:creationId xmlns:a16="http://schemas.microsoft.com/office/drawing/2014/main" id="{EC3433F0-5760-48C0-881A-55568DDDE61E}"/>
                  </a:ext>
                </a:extLst>
              </p:cNvPr>
              <p:cNvSpPr txBox="1"/>
              <p:nvPr/>
            </p:nvSpPr>
            <p:spPr>
              <a:xfrm>
                <a:off x="1019499" y="3348662"/>
                <a:ext cx="958850" cy="437258"/>
              </a:xfrm>
              <a:prstGeom prst="roundRect">
                <a:avLst>
                  <a:gd name="adj" fmla="val 0"/>
                </a:avLst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4800" b="1" i="0" u="none">
                    <a:solidFill>
                      <a:srgbClr val="000000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id="46" name="Bullet2" descr="8a9909e6-7329-4284-8bee-58f7343b10e1">
                <a:extLst>
                  <a:ext uri="{FF2B5EF4-FFF2-40B4-BE49-F238E27FC236}">
                    <a16:creationId xmlns:a16="http://schemas.microsoft.com/office/drawing/2014/main" id="{C1EF1172-E98B-4CB6-8737-06B1145C79B3}"/>
                  </a:ext>
                </a:extLst>
              </p:cNvPr>
              <p:cNvSpPr txBox="1"/>
              <p:nvPr/>
            </p:nvSpPr>
            <p:spPr>
              <a:xfrm>
                <a:off x="1019499" y="3924263"/>
                <a:ext cx="1293343" cy="646331"/>
              </a:xfrm>
              <a:prstGeom prst="rect">
                <a:avLst/>
              </a:prstGeom>
              <a:noFill/>
            </p:spPr>
            <p:txBody>
              <a:bodyPr wrap="square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重构内容</a:t>
                </a:r>
              </a:p>
            </p:txBody>
          </p:sp>
        </p:grpSp>
        <p:grpSp>
          <p:nvGrpSpPr>
            <p:cNvPr id="47" name="组合 46" descr="c0796d87-8dd8-49c1-a457-a770bcbe8bc7">
              <a:extLst>
                <a:ext uri="{FF2B5EF4-FFF2-40B4-BE49-F238E27FC236}">
                  <a16:creationId xmlns:a16="http://schemas.microsoft.com/office/drawing/2014/main" id="{C79C1851-04AD-453D-BE1F-8A7494163CC1}"/>
                </a:ext>
              </a:extLst>
            </p:cNvPr>
            <p:cNvGrpSpPr/>
            <p:nvPr/>
          </p:nvGrpSpPr>
          <p:grpSpPr>
            <a:xfrm>
              <a:off x="6661149" y="1706124"/>
              <a:ext cx="4548022" cy="1278064"/>
              <a:chOff x="1019499" y="3348662"/>
              <a:chExt cx="4548022" cy="1278064"/>
            </a:xfrm>
          </p:grpSpPr>
          <p:sp>
            <p:nvSpPr>
              <p:cNvPr id="48" name="Text3" descr="2b95193f-e4dc-44ec-8755-ab68acee5572">
                <a:extLst>
                  <a:ext uri="{FF2B5EF4-FFF2-40B4-BE49-F238E27FC236}">
                    <a16:creationId xmlns:a16="http://schemas.microsoft.com/office/drawing/2014/main" id="{8BC178BB-AA35-4B3E-B75F-FCCD59EC8C24}"/>
                  </a:ext>
                </a:extLst>
              </p:cNvPr>
              <p:cNvSpPr txBox="1"/>
              <p:nvPr/>
            </p:nvSpPr>
            <p:spPr>
              <a:xfrm>
                <a:off x="2312842" y="3737572"/>
                <a:ext cx="3254679" cy="88915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修改完成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49" name="Number3" descr="be4c2e54-343d-445a-ad00-d40f1694da9f">
                <a:extLst>
                  <a:ext uri="{FF2B5EF4-FFF2-40B4-BE49-F238E27FC236}">
                    <a16:creationId xmlns:a16="http://schemas.microsoft.com/office/drawing/2014/main" id="{CC3481E0-703D-4459-8AB1-5C5ECCE0106A}"/>
                  </a:ext>
                </a:extLst>
              </p:cNvPr>
              <p:cNvSpPr txBox="1"/>
              <p:nvPr/>
            </p:nvSpPr>
            <p:spPr>
              <a:xfrm>
                <a:off x="1019499" y="3348662"/>
                <a:ext cx="958850" cy="437258"/>
              </a:xfrm>
              <a:prstGeom prst="roundRect">
                <a:avLst>
                  <a:gd name="adj" fmla="val 0"/>
                </a:avLst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4800" b="1" i="0" u="none">
                    <a:solidFill>
                      <a:srgbClr val="000000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id="50" name="Bullet3" descr="746e886d-88f6-4b7a-b140-ae840a40d2de">
                <a:extLst>
                  <a:ext uri="{FF2B5EF4-FFF2-40B4-BE49-F238E27FC236}">
                    <a16:creationId xmlns:a16="http://schemas.microsoft.com/office/drawing/2014/main" id="{0981051A-48F7-433F-8A9C-708752F853E7}"/>
                  </a:ext>
                </a:extLst>
              </p:cNvPr>
              <p:cNvSpPr txBox="1"/>
              <p:nvPr/>
            </p:nvSpPr>
            <p:spPr>
              <a:xfrm>
                <a:off x="1019499" y="3924263"/>
                <a:ext cx="1293343" cy="646331"/>
              </a:xfrm>
              <a:prstGeom prst="rect">
                <a:avLst/>
              </a:prstGeom>
              <a:noFill/>
            </p:spPr>
            <p:txBody>
              <a:bodyPr wrap="square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当前进度</a:t>
                </a:r>
              </a:p>
            </p:txBody>
          </p:sp>
        </p:grpSp>
        <p:grpSp>
          <p:nvGrpSpPr>
            <p:cNvPr id="51" name="组合 50" descr="eec39d55-d659-43fb-b659-f878bf7afcca">
              <a:extLst>
                <a:ext uri="{FF2B5EF4-FFF2-40B4-BE49-F238E27FC236}">
                  <a16:creationId xmlns:a16="http://schemas.microsoft.com/office/drawing/2014/main" id="{5E00DF5B-6C00-48F5-BF91-30D9DA4926CA}"/>
                </a:ext>
              </a:extLst>
            </p:cNvPr>
            <p:cNvGrpSpPr/>
            <p:nvPr/>
          </p:nvGrpSpPr>
          <p:grpSpPr>
            <a:xfrm>
              <a:off x="6661149" y="3590712"/>
              <a:ext cx="4548022" cy="1278064"/>
              <a:chOff x="1019499" y="3348662"/>
              <a:chExt cx="4548022" cy="1278064"/>
            </a:xfrm>
          </p:grpSpPr>
          <p:sp>
            <p:nvSpPr>
              <p:cNvPr id="52" name="Text4" descr="0e8d0023-071c-4816-a74f-0bfb5c104081">
                <a:extLst>
                  <a:ext uri="{FF2B5EF4-FFF2-40B4-BE49-F238E27FC236}">
                    <a16:creationId xmlns:a16="http://schemas.microsoft.com/office/drawing/2014/main" id="{BBE5F964-78E6-4C35-871E-ACDF3E99E895}"/>
                  </a:ext>
                </a:extLst>
              </p:cNvPr>
              <p:cNvSpPr txBox="1"/>
              <p:nvPr/>
            </p:nvSpPr>
            <p:spPr>
              <a:xfrm>
                <a:off x="2312842" y="3737572"/>
                <a:ext cx="3254679" cy="88915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strike="noStrike" dirty="0" err="1">
                    <a:solidFill>
                      <a:srgbClr val="000000"/>
                    </a:solidFill>
                    <a:ea typeface="微软雅黑"/>
                  </a:rPr>
                  <a:t>由数据组牟宏升负责数据库重构工作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53" name="Number4" descr="f5a6371d-f5c9-4376-b392-1114302ecf3b">
                <a:extLst>
                  <a:ext uri="{FF2B5EF4-FFF2-40B4-BE49-F238E27FC236}">
                    <a16:creationId xmlns:a16="http://schemas.microsoft.com/office/drawing/2014/main" id="{EDAAE854-D017-45A4-AD14-C4DECF9AC1F1}"/>
                  </a:ext>
                </a:extLst>
              </p:cNvPr>
              <p:cNvSpPr txBox="1"/>
              <p:nvPr/>
            </p:nvSpPr>
            <p:spPr>
              <a:xfrm>
                <a:off x="1019499" y="3348662"/>
                <a:ext cx="958850" cy="437258"/>
              </a:xfrm>
              <a:prstGeom prst="roundRect">
                <a:avLst>
                  <a:gd name="adj" fmla="val 0"/>
                </a:avLst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4800" b="1" i="0" u="none">
                    <a:solidFill>
                      <a:srgbClr val="000000"/>
                    </a:solidFill>
                    <a:latin typeface="Arial"/>
                  </a:rPr>
                  <a:t>04</a:t>
                </a:r>
              </a:p>
            </p:txBody>
          </p:sp>
          <p:sp>
            <p:nvSpPr>
              <p:cNvPr id="54" name="Bullet4" descr="44086a74-a8e1-48a2-8f5c-aa3d6890e07e">
                <a:extLst>
                  <a:ext uri="{FF2B5EF4-FFF2-40B4-BE49-F238E27FC236}">
                    <a16:creationId xmlns:a16="http://schemas.microsoft.com/office/drawing/2014/main" id="{0EB02CC0-2AC1-4E66-B780-1B88895173DE}"/>
                  </a:ext>
                </a:extLst>
              </p:cNvPr>
              <p:cNvSpPr txBox="1"/>
              <p:nvPr/>
            </p:nvSpPr>
            <p:spPr>
              <a:xfrm>
                <a:off x="1019499" y="3924263"/>
                <a:ext cx="1293343" cy="646331"/>
              </a:xfrm>
              <a:prstGeom prst="rect">
                <a:avLst/>
              </a:prstGeom>
              <a:noFill/>
            </p:spPr>
            <p:txBody>
              <a:bodyPr wrap="square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负责人</a:t>
                </a:r>
              </a:p>
            </p:txBody>
          </p:sp>
        </p:grp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数据库重构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5766e579-f9fd-4bd6-9dca-54e384b9b86f.source.4.zh-Hans.pptx" descr="8a5442a6-e77a-4735-8dc8-929ab66efa4e">
            <a:extLst>
              <a:ext uri="{FF2B5EF4-FFF2-40B4-BE49-F238E27FC236}">
                <a16:creationId xmlns:a16="http://schemas.microsoft.com/office/drawing/2014/main" id="{7436F8D1-FC7B-8C90-1C57-618720ED77A2}"/>
              </a:ext>
            </a:extLst>
          </p:cNvPr>
          <p:cNvGrpSpPr/>
          <p:nvPr/>
        </p:nvGrpSpPr>
        <p:grpSpPr>
          <a:xfrm>
            <a:off x="660400" y="1130300"/>
            <a:ext cx="10866112" cy="4427351"/>
            <a:chOff x="660400" y="1130300"/>
            <a:chExt cx="10866112" cy="4427351"/>
          </a:xfrm>
        </p:grpSpPr>
        <p:sp>
          <p:nvSpPr>
            <p:cNvPr id="27" name="íSļïḋê" descr="a10a9939-cac4-4f7f-b9fa-db1a519e173c">
              <a:extLst>
                <a:ext uri="{FF2B5EF4-FFF2-40B4-BE49-F238E27FC236}">
                  <a16:creationId xmlns:a16="http://schemas.microsoft.com/office/drawing/2014/main" id="{1A9B227C-8FCB-4E4B-ADA7-EB0C6E738143}"/>
                </a:ext>
              </a:extLst>
            </p:cNvPr>
            <p:cNvSpPr/>
            <p:nvPr/>
          </p:nvSpPr>
          <p:spPr bwMode="auto">
            <a:xfrm rot="5400000">
              <a:off x="368038" y="3323163"/>
              <a:ext cx="1515273" cy="913354"/>
            </a:xfrm>
            <a:custGeom>
              <a:avLst/>
              <a:gdLst>
                <a:gd name="G0" fmla="+- 2178 0 0"/>
                <a:gd name="G1" fmla="+- 21600 0 2178"/>
                <a:gd name="G2" fmla="*/ 2178 1 2"/>
                <a:gd name="G3" fmla="+- 21600 0 G2"/>
                <a:gd name="G4" fmla="+/ 2178 21600 2"/>
                <a:gd name="G5" fmla="+/ G1 0 2"/>
                <a:gd name="G6" fmla="*/ 21600 21600 2178"/>
                <a:gd name="G7" fmla="*/ G6 1 2"/>
                <a:gd name="G8" fmla="+- 21600 0 G7"/>
                <a:gd name="G9" fmla="*/ 21600 1 2"/>
                <a:gd name="G10" fmla="+- 2178 0 G9"/>
                <a:gd name="G11" fmla="?: G10 G8 0"/>
                <a:gd name="G12" fmla="?: G10 G7 21600"/>
                <a:gd name="T0" fmla="*/ 20511 w 21600"/>
                <a:gd name="T1" fmla="*/ 10800 h 21600"/>
                <a:gd name="T2" fmla="*/ 10800 w 21600"/>
                <a:gd name="T3" fmla="*/ 21600 h 21600"/>
                <a:gd name="T4" fmla="*/ 1089 w 21600"/>
                <a:gd name="T5" fmla="*/ 10800 h 21600"/>
                <a:gd name="T6" fmla="*/ 10800 w 21600"/>
                <a:gd name="T7" fmla="*/ 0 h 21600"/>
                <a:gd name="T8" fmla="*/ 2889 w 21600"/>
                <a:gd name="T9" fmla="*/ 2889 h 21600"/>
                <a:gd name="T10" fmla="*/ 18711 w 21600"/>
                <a:gd name="T11" fmla="*/ 18711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178" y="21600"/>
                  </a:lnTo>
                  <a:lnTo>
                    <a:pt x="1942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28575" cap="flat" cmpd="sng">
              <a:noFill/>
              <a:miter lim="800000"/>
              <a:headEnd/>
              <a:tailEnd/>
            </a:ln>
            <a:effectLst/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28" name="i$ḻiḍe" descr="9f520b9f-15de-426a-af06-c0f6555884c7">
              <a:extLst>
                <a:ext uri="{FF2B5EF4-FFF2-40B4-BE49-F238E27FC236}">
                  <a16:creationId xmlns:a16="http://schemas.microsoft.com/office/drawing/2014/main" id="{516E4731-CEC2-485D-B353-5AF27EDAA445}"/>
                </a:ext>
              </a:extLst>
            </p:cNvPr>
            <p:cNvSpPr/>
            <p:nvPr/>
          </p:nvSpPr>
          <p:spPr bwMode="auto">
            <a:xfrm rot="16200000">
              <a:off x="909516" y="3716512"/>
              <a:ext cx="1507232" cy="117721"/>
            </a:xfrm>
            <a:custGeom>
              <a:avLst/>
              <a:gdLst>
                <a:gd name="G0" fmla="+- 1730 0 0"/>
                <a:gd name="G1" fmla="+- 21600 0 1730"/>
                <a:gd name="G2" fmla="*/ 1730 1 2"/>
                <a:gd name="G3" fmla="+- 21600 0 G2"/>
                <a:gd name="G4" fmla="+/ 1730 21600 2"/>
                <a:gd name="G5" fmla="+/ G1 0 2"/>
                <a:gd name="G6" fmla="*/ 21600 21600 1730"/>
                <a:gd name="G7" fmla="*/ G6 1 2"/>
                <a:gd name="G8" fmla="+- 21600 0 G7"/>
                <a:gd name="G9" fmla="*/ 21600 1 2"/>
                <a:gd name="G10" fmla="+- 1730 0 G9"/>
                <a:gd name="G11" fmla="?: G10 G8 0"/>
                <a:gd name="G12" fmla="?: G10 G7 21600"/>
                <a:gd name="T0" fmla="*/ 20735 w 21600"/>
                <a:gd name="T1" fmla="*/ 10800 h 21600"/>
                <a:gd name="T2" fmla="*/ 10800 w 21600"/>
                <a:gd name="T3" fmla="*/ 21600 h 21600"/>
                <a:gd name="T4" fmla="*/ 865 w 21600"/>
                <a:gd name="T5" fmla="*/ 10800 h 21600"/>
                <a:gd name="T6" fmla="*/ 10800 w 21600"/>
                <a:gd name="T7" fmla="*/ 0 h 21600"/>
                <a:gd name="T8" fmla="*/ 2665 w 21600"/>
                <a:gd name="T9" fmla="*/ 2665 h 21600"/>
                <a:gd name="T10" fmla="*/ 18935 w 21600"/>
                <a:gd name="T11" fmla="*/ 1893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1730" y="21600"/>
                  </a:lnTo>
                  <a:lnTo>
                    <a:pt x="1987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9900">
                    <a:alpha val="25000"/>
                  </a:srgbClr>
                </a:gs>
                <a:gs pos="100000">
                  <a:srgbClr val="5F5F5F">
                    <a:alpha val="0"/>
                  </a:srgbClr>
                </a:gs>
              </a:gsLst>
              <a:lin ang="5400000" scaled="1"/>
            </a:gradFill>
            <a:ln w="9525" cap="flat" cmpd="sng">
              <a:noFill/>
              <a:miter lim="800000"/>
              <a:headEnd/>
              <a:tailEnd/>
            </a:ln>
            <a:effectLst/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0" name="ïṧḷîḑê" descr="468be015-52d5-436f-afd1-56e819389cc5">
              <a:extLst>
                <a:ext uri="{FF2B5EF4-FFF2-40B4-BE49-F238E27FC236}">
                  <a16:creationId xmlns:a16="http://schemas.microsoft.com/office/drawing/2014/main" id="{C6D1C067-780A-4B17-BB97-8B911DDED6C0}"/>
                </a:ext>
              </a:extLst>
            </p:cNvPr>
            <p:cNvSpPr/>
            <p:nvPr/>
          </p:nvSpPr>
          <p:spPr bwMode="auto">
            <a:xfrm rot="5400000">
              <a:off x="1098029" y="3323163"/>
              <a:ext cx="1903917" cy="913354"/>
            </a:xfrm>
            <a:custGeom>
              <a:avLst/>
              <a:gdLst>
                <a:gd name="G0" fmla="+- 2178 0 0"/>
                <a:gd name="G1" fmla="+- 21600 0 2178"/>
                <a:gd name="G2" fmla="*/ 2178 1 2"/>
                <a:gd name="G3" fmla="+- 21600 0 G2"/>
                <a:gd name="G4" fmla="+/ 2178 21600 2"/>
                <a:gd name="G5" fmla="+/ G1 0 2"/>
                <a:gd name="G6" fmla="*/ 21600 21600 2178"/>
                <a:gd name="G7" fmla="*/ G6 1 2"/>
                <a:gd name="G8" fmla="+- 21600 0 G7"/>
                <a:gd name="G9" fmla="*/ 21600 1 2"/>
                <a:gd name="G10" fmla="+- 2178 0 G9"/>
                <a:gd name="G11" fmla="?: G10 G8 0"/>
                <a:gd name="G12" fmla="?: G10 G7 21600"/>
                <a:gd name="T0" fmla="*/ 20511 w 21600"/>
                <a:gd name="T1" fmla="*/ 10800 h 21600"/>
                <a:gd name="T2" fmla="*/ 10800 w 21600"/>
                <a:gd name="T3" fmla="*/ 21600 h 21600"/>
                <a:gd name="T4" fmla="*/ 1089 w 21600"/>
                <a:gd name="T5" fmla="*/ 10800 h 21600"/>
                <a:gd name="T6" fmla="*/ 10800 w 21600"/>
                <a:gd name="T7" fmla="*/ 0 h 21600"/>
                <a:gd name="T8" fmla="*/ 2889 w 21600"/>
                <a:gd name="T9" fmla="*/ 2889 h 21600"/>
                <a:gd name="T10" fmla="*/ 18711 w 21600"/>
                <a:gd name="T11" fmla="*/ 18711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178" y="21600"/>
                  </a:lnTo>
                  <a:lnTo>
                    <a:pt x="1942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noFill/>
              <a:miter lim="800000"/>
              <a:headEnd/>
              <a:tailEnd/>
            </a:ln>
            <a:effectLst/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33" name="í$líďe" descr="825e0efc-1b62-47cf-b183-fcd9f280ce14">
              <a:extLst>
                <a:ext uri="{FF2B5EF4-FFF2-40B4-BE49-F238E27FC236}">
                  <a16:creationId xmlns:a16="http://schemas.microsoft.com/office/drawing/2014/main" id="{F60DC362-BEFA-4DDC-9CA1-4EA38AC40DD4}"/>
                </a:ext>
              </a:extLst>
            </p:cNvPr>
            <p:cNvSpPr/>
            <p:nvPr/>
          </p:nvSpPr>
          <p:spPr bwMode="auto">
            <a:xfrm rot="5400000">
              <a:off x="1778518" y="3323610"/>
              <a:ext cx="2389949" cy="913355"/>
            </a:xfrm>
            <a:custGeom>
              <a:avLst/>
              <a:gdLst>
                <a:gd name="G0" fmla="+- 2178 0 0"/>
                <a:gd name="G1" fmla="+- 21600 0 2178"/>
                <a:gd name="G2" fmla="*/ 2178 1 2"/>
                <a:gd name="G3" fmla="+- 21600 0 G2"/>
                <a:gd name="G4" fmla="+/ 2178 21600 2"/>
                <a:gd name="G5" fmla="+/ G1 0 2"/>
                <a:gd name="G6" fmla="*/ 21600 21600 2178"/>
                <a:gd name="G7" fmla="*/ G6 1 2"/>
                <a:gd name="G8" fmla="+- 21600 0 G7"/>
                <a:gd name="G9" fmla="*/ 21600 1 2"/>
                <a:gd name="G10" fmla="+- 2178 0 G9"/>
                <a:gd name="G11" fmla="?: G10 G8 0"/>
                <a:gd name="G12" fmla="?: G10 G7 21600"/>
                <a:gd name="T0" fmla="*/ 20511 w 21600"/>
                <a:gd name="T1" fmla="*/ 10800 h 21600"/>
                <a:gd name="T2" fmla="*/ 10800 w 21600"/>
                <a:gd name="T3" fmla="*/ 21600 h 21600"/>
                <a:gd name="T4" fmla="*/ 1089 w 21600"/>
                <a:gd name="T5" fmla="*/ 10800 h 21600"/>
                <a:gd name="T6" fmla="*/ 10800 w 21600"/>
                <a:gd name="T7" fmla="*/ 0 h 21600"/>
                <a:gd name="T8" fmla="*/ 2889 w 21600"/>
                <a:gd name="T9" fmla="*/ 2889 h 21600"/>
                <a:gd name="T10" fmla="*/ 18711 w 21600"/>
                <a:gd name="T11" fmla="*/ 18711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178" y="21600"/>
                  </a:lnTo>
                  <a:lnTo>
                    <a:pt x="1942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28575" cap="flat" cmpd="sng">
              <a:noFill/>
              <a:miter lim="800000"/>
              <a:headEnd/>
              <a:tailEnd/>
            </a:ln>
            <a:effectLst/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34" name="iṩľiḑè" descr="7b96332c-4dcc-4195-b6b0-f9d6175fca8f">
              <a:extLst>
                <a:ext uri="{FF2B5EF4-FFF2-40B4-BE49-F238E27FC236}">
                  <a16:creationId xmlns:a16="http://schemas.microsoft.com/office/drawing/2014/main" id="{E5CD53CC-0980-40C1-B27B-E62E220B72A9}"/>
                </a:ext>
              </a:extLst>
            </p:cNvPr>
            <p:cNvSpPr/>
            <p:nvPr/>
          </p:nvSpPr>
          <p:spPr bwMode="auto">
            <a:xfrm rot="16200000">
              <a:off x="2321295" y="3711599"/>
              <a:ext cx="2380120" cy="117721"/>
            </a:xfrm>
            <a:custGeom>
              <a:avLst/>
              <a:gdLst>
                <a:gd name="G0" fmla="+- 1730 0 0"/>
                <a:gd name="G1" fmla="+- 21600 0 1730"/>
                <a:gd name="G2" fmla="*/ 1730 1 2"/>
                <a:gd name="G3" fmla="+- 21600 0 G2"/>
                <a:gd name="G4" fmla="+/ 1730 21600 2"/>
                <a:gd name="G5" fmla="+/ G1 0 2"/>
                <a:gd name="G6" fmla="*/ 21600 21600 1730"/>
                <a:gd name="G7" fmla="*/ G6 1 2"/>
                <a:gd name="G8" fmla="+- 21600 0 G7"/>
                <a:gd name="G9" fmla="*/ 21600 1 2"/>
                <a:gd name="G10" fmla="+- 1730 0 G9"/>
                <a:gd name="G11" fmla="?: G10 G8 0"/>
                <a:gd name="G12" fmla="?: G10 G7 21600"/>
                <a:gd name="T0" fmla="*/ 20735 w 21600"/>
                <a:gd name="T1" fmla="*/ 10800 h 21600"/>
                <a:gd name="T2" fmla="*/ 10800 w 21600"/>
                <a:gd name="T3" fmla="*/ 21600 h 21600"/>
                <a:gd name="T4" fmla="*/ 865 w 21600"/>
                <a:gd name="T5" fmla="*/ 10800 h 21600"/>
                <a:gd name="T6" fmla="*/ 10800 w 21600"/>
                <a:gd name="T7" fmla="*/ 0 h 21600"/>
                <a:gd name="T8" fmla="*/ 2665 w 21600"/>
                <a:gd name="T9" fmla="*/ 2665 h 21600"/>
                <a:gd name="T10" fmla="*/ 18935 w 21600"/>
                <a:gd name="T11" fmla="*/ 1893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1730" y="21600"/>
                  </a:lnTo>
                  <a:lnTo>
                    <a:pt x="1987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9900">
                    <a:alpha val="25000"/>
                  </a:srgbClr>
                </a:gs>
                <a:gs pos="100000">
                  <a:srgbClr val="5F5F5F">
                    <a:alpha val="0"/>
                  </a:srgbClr>
                </a:gs>
              </a:gsLst>
              <a:lin ang="5400000" scaled="1"/>
            </a:gradFill>
            <a:ln w="9525" cap="flat" cmpd="sng">
              <a:noFill/>
              <a:miter lim="800000"/>
              <a:headEnd/>
              <a:tailEnd/>
            </a:ln>
            <a:effectLst/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36" name="ïṥ1íḍe" descr="9e511d02-a878-4f4d-b565-500fab775b79">
              <a:extLst>
                <a:ext uri="{FF2B5EF4-FFF2-40B4-BE49-F238E27FC236}">
                  <a16:creationId xmlns:a16="http://schemas.microsoft.com/office/drawing/2014/main" id="{05D64584-B4F1-4351-B019-C89CA6189585}"/>
                </a:ext>
              </a:extLst>
            </p:cNvPr>
            <p:cNvSpPr/>
            <p:nvPr/>
          </p:nvSpPr>
          <p:spPr bwMode="auto">
            <a:xfrm rot="5400000">
              <a:off x="2389966" y="3323609"/>
              <a:ext cx="3001061" cy="913354"/>
            </a:xfrm>
            <a:custGeom>
              <a:avLst/>
              <a:gdLst>
                <a:gd name="G0" fmla="+- 2199 0 0"/>
                <a:gd name="G1" fmla="+- 21600 0 2199"/>
                <a:gd name="G2" fmla="*/ 2199 1 2"/>
                <a:gd name="G3" fmla="+- 21600 0 G2"/>
                <a:gd name="G4" fmla="+/ 2199 21600 2"/>
                <a:gd name="G5" fmla="+/ G1 0 2"/>
                <a:gd name="G6" fmla="*/ 21600 21600 2199"/>
                <a:gd name="G7" fmla="*/ G6 1 2"/>
                <a:gd name="G8" fmla="+- 21600 0 G7"/>
                <a:gd name="G9" fmla="*/ 21600 1 2"/>
                <a:gd name="G10" fmla="+- 2199 0 G9"/>
                <a:gd name="G11" fmla="?: G10 G8 0"/>
                <a:gd name="G12" fmla="?: G10 G7 21600"/>
                <a:gd name="T0" fmla="*/ 20500 w 21600"/>
                <a:gd name="T1" fmla="*/ 10800 h 21600"/>
                <a:gd name="T2" fmla="*/ 10800 w 21600"/>
                <a:gd name="T3" fmla="*/ 21600 h 21600"/>
                <a:gd name="T4" fmla="*/ 1100 w 21600"/>
                <a:gd name="T5" fmla="*/ 10800 h 21600"/>
                <a:gd name="T6" fmla="*/ 10800 w 21600"/>
                <a:gd name="T7" fmla="*/ 0 h 21600"/>
                <a:gd name="T8" fmla="*/ 2900 w 21600"/>
                <a:gd name="T9" fmla="*/ 2900 h 21600"/>
                <a:gd name="T10" fmla="*/ 18700 w 21600"/>
                <a:gd name="T11" fmla="*/ 187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199" y="21600"/>
                  </a:lnTo>
                  <a:lnTo>
                    <a:pt x="194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noFill/>
              <a:miter lim="800000"/>
              <a:headEnd/>
              <a:tailEnd/>
            </a:ln>
            <a:effectLst/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37" name="iṧ1íḑé" descr="94f8efcb-a187-4dd1-8ae7-06f0947582f7">
              <a:extLst>
                <a:ext uri="{FF2B5EF4-FFF2-40B4-BE49-F238E27FC236}">
                  <a16:creationId xmlns:a16="http://schemas.microsoft.com/office/drawing/2014/main" id="{757AAACB-B029-48EC-A019-D1DABF5C5CF5}"/>
                </a:ext>
              </a:extLst>
            </p:cNvPr>
            <p:cNvSpPr/>
            <p:nvPr/>
          </p:nvSpPr>
          <p:spPr bwMode="auto">
            <a:xfrm rot="16200000">
              <a:off x="2919764" y="3746888"/>
              <a:ext cx="2988552" cy="117721"/>
            </a:xfrm>
            <a:custGeom>
              <a:avLst/>
              <a:gdLst>
                <a:gd name="G0" fmla="+- 1730 0 0"/>
                <a:gd name="G1" fmla="+- 21600 0 1730"/>
                <a:gd name="G2" fmla="*/ 1730 1 2"/>
                <a:gd name="G3" fmla="+- 21600 0 G2"/>
                <a:gd name="G4" fmla="+/ 1730 21600 2"/>
                <a:gd name="G5" fmla="+/ G1 0 2"/>
                <a:gd name="G6" fmla="*/ 21600 21600 1730"/>
                <a:gd name="G7" fmla="*/ G6 1 2"/>
                <a:gd name="G8" fmla="+- 21600 0 G7"/>
                <a:gd name="G9" fmla="*/ 21600 1 2"/>
                <a:gd name="G10" fmla="+- 1730 0 G9"/>
                <a:gd name="G11" fmla="?: G10 G8 0"/>
                <a:gd name="G12" fmla="?: G10 G7 21600"/>
                <a:gd name="T0" fmla="*/ 20735 w 21600"/>
                <a:gd name="T1" fmla="*/ 10800 h 21600"/>
                <a:gd name="T2" fmla="*/ 10800 w 21600"/>
                <a:gd name="T3" fmla="*/ 21600 h 21600"/>
                <a:gd name="T4" fmla="*/ 865 w 21600"/>
                <a:gd name="T5" fmla="*/ 10800 h 21600"/>
                <a:gd name="T6" fmla="*/ 10800 w 21600"/>
                <a:gd name="T7" fmla="*/ 0 h 21600"/>
                <a:gd name="T8" fmla="*/ 2665 w 21600"/>
                <a:gd name="T9" fmla="*/ 2665 h 21600"/>
                <a:gd name="T10" fmla="*/ 18935 w 21600"/>
                <a:gd name="T11" fmla="*/ 1893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1730" y="21600"/>
                  </a:lnTo>
                  <a:lnTo>
                    <a:pt x="1987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miter lim="800000"/>
              <a:headEnd/>
              <a:tailEnd/>
            </a:ln>
            <a:effectLst/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3" name="Title" descr="6d31cab9-ba99-4839-8f76-46fb9b3e0e18">
              <a:extLst>
                <a:ext uri="{FF2B5EF4-FFF2-40B4-BE49-F238E27FC236}">
                  <a16:creationId xmlns:a16="http://schemas.microsoft.com/office/drawing/2014/main" id="{5363708B-44E4-BBA1-4EC6-5355DF9FA7EB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识别风险并制定应对措施</a:t>
              </a:r>
            </a:p>
          </p:txBody>
        </p:sp>
        <p:grpSp>
          <p:nvGrpSpPr>
            <p:cNvPr id="46" name="组合 45" descr="ddc62856-505f-4714-994f-c57df0c58677">
              <a:extLst>
                <a:ext uri="{FF2B5EF4-FFF2-40B4-BE49-F238E27FC236}">
                  <a16:creationId xmlns:a16="http://schemas.microsoft.com/office/drawing/2014/main" id="{246FB820-634C-6511-C4D9-FD80F94B0C70}"/>
                </a:ext>
              </a:extLst>
            </p:cNvPr>
            <p:cNvGrpSpPr/>
            <p:nvPr/>
          </p:nvGrpSpPr>
          <p:grpSpPr>
            <a:xfrm>
              <a:off x="1149623" y="2267134"/>
              <a:ext cx="6556488" cy="2175740"/>
              <a:chOff x="1149623" y="2267134"/>
              <a:chExt cx="6556488" cy="2175740"/>
            </a:xfrm>
          </p:grpSpPr>
          <p:sp>
            <p:nvSpPr>
              <p:cNvPr id="29" name="Number1" descr="989c7abc-a694-4544-af1a-2438dc62e2fc">
                <a:extLst>
                  <a:ext uri="{FF2B5EF4-FFF2-40B4-BE49-F238E27FC236}">
                    <a16:creationId xmlns:a16="http://schemas.microsoft.com/office/drawing/2014/main" id="{B54DB4BF-63F0-4C11-8390-B423AAA33E7F}"/>
                  </a:ext>
                </a:extLst>
              </p:cNvPr>
              <p:cNvSpPr txBox="1"/>
              <p:nvPr/>
            </p:nvSpPr>
            <p:spPr bwMode="auto">
              <a:xfrm>
                <a:off x="1149623" y="3930831"/>
                <a:ext cx="705515" cy="512043"/>
              </a:xfrm>
              <a:prstGeom prst="rect">
                <a:avLst/>
              </a:prstGeom>
              <a:noFill/>
              <a:ln w="9525" cap="flat" cmpd="sng">
                <a:noFill/>
                <a:miter lim="800000"/>
                <a:headEnd/>
                <a:tailEnd/>
              </a:ln>
              <a:effectLst/>
            </p:spPr>
            <p:txBody>
              <a:bodyPr wrap="square" lIns="91440" tIns="45720" rIns="91440" bIns="45720" anchorCtr="0">
                <a:normAutofit fontScale="92500" lnSpcReduction="20000"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sz="3400" b="0" i="0" u="none">
                    <a:solidFill>
                      <a:srgbClr val="768394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11" name="Text1" descr="0e741691-c3fe-4595-b52b-a44e82392c46">
                <a:extLst>
                  <a:ext uri="{FF2B5EF4-FFF2-40B4-BE49-F238E27FC236}">
                    <a16:creationId xmlns:a16="http://schemas.microsoft.com/office/drawing/2014/main" id="{AC5E32A1-BB21-4A0F-8468-E6DEEB773468}"/>
                  </a:ext>
                </a:extLst>
              </p:cNvPr>
              <p:cNvSpPr/>
              <p:nvPr/>
            </p:nvSpPr>
            <p:spPr bwMode="auto">
              <a:xfrm>
                <a:off x="5414230" y="2881884"/>
                <a:ext cx="2291881" cy="874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模型准确率未达预期，等级为高风险，影响项目效果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12" name="Bullet1" descr="95c6f006-40bf-4844-b6a9-13f9e854ab97">
                <a:extLst>
                  <a:ext uri="{FF2B5EF4-FFF2-40B4-BE49-F238E27FC236}">
                    <a16:creationId xmlns:a16="http://schemas.microsoft.com/office/drawing/2014/main" id="{928F17C9-02AE-44FC-8D5B-41646AA8DA32}"/>
                  </a:ext>
                </a:extLst>
              </p:cNvPr>
              <p:cNvSpPr txBox="1"/>
              <p:nvPr/>
            </p:nvSpPr>
            <p:spPr bwMode="auto">
              <a:xfrm>
                <a:off x="5414230" y="2267134"/>
                <a:ext cx="2291881" cy="614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技术风险</a:t>
                </a:r>
              </a:p>
            </p:txBody>
          </p:sp>
          <p:sp>
            <p:nvSpPr>
              <p:cNvPr id="13" name="Icon1" descr="55438e15-1501-43f7-8716-bd6e6aa95654">
                <a:extLst>
                  <a:ext uri="{FF2B5EF4-FFF2-40B4-BE49-F238E27FC236}">
                    <a16:creationId xmlns:a16="http://schemas.microsoft.com/office/drawing/2014/main" id="{B6A224C2-38DF-43B7-9598-0780B261371B}"/>
                  </a:ext>
                </a:extLst>
              </p:cNvPr>
              <p:cNvSpPr/>
              <p:nvPr/>
            </p:nvSpPr>
            <p:spPr bwMode="auto">
              <a:xfrm>
                <a:off x="4811580" y="2603501"/>
                <a:ext cx="471418" cy="373567"/>
              </a:xfrm>
              <a:custGeom>
                <a:avLst/>
                <a:gdLst>
                  <a:gd name="connsiteX0" fmla="*/ 511657 w 606157"/>
                  <a:gd name="connsiteY0" fmla="*/ 343654 h 480339"/>
                  <a:gd name="connsiteX1" fmla="*/ 521432 w 606157"/>
                  <a:gd name="connsiteY1" fmla="*/ 353421 h 480339"/>
                  <a:gd name="connsiteX2" fmla="*/ 521432 w 606157"/>
                  <a:gd name="connsiteY2" fmla="*/ 376178 h 480339"/>
                  <a:gd name="connsiteX3" fmla="*/ 544305 w 606157"/>
                  <a:gd name="connsiteY3" fmla="*/ 376178 h 480339"/>
                  <a:gd name="connsiteX4" fmla="*/ 554080 w 606157"/>
                  <a:gd name="connsiteY4" fmla="*/ 385945 h 480339"/>
                  <a:gd name="connsiteX5" fmla="*/ 544305 w 606157"/>
                  <a:gd name="connsiteY5" fmla="*/ 395712 h 480339"/>
                  <a:gd name="connsiteX6" fmla="*/ 521432 w 606157"/>
                  <a:gd name="connsiteY6" fmla="*/ 395712 h 480339"/>
                  <a:gd name="connsiteX7" fmla="*/ 521432 w 606157"/>
                  <a:gd name="connsiteY7" fmla="*/ 418566 h 480339"/>
                  <a:gd name="connsiteX8" fmla="*/ 511657 w 606157"/>
                  <a:gd name="connsiteY8" fmla="*/ 428333 h 480339"/>
                  <a:gd name="connsiteX9" fmla="*/ 501882 w 606157"/>
                  <a:gd name="connsiteY9" fmla="*/ 418566 h 480339"/>
                  <a:gd name="connsiteX10" fmla="*/ 501882 w 606157"/>
                  <a:gd name="connsiteY10" fmla="*/ 395712 h 480339"/>
                  <a:gd name="connsiteX11" fmla="*/ 479106 w 606157"/>
                  <a:gd name="connsiteY11" fmla="*/ 395712 h 480339"/>
                  <a:gd name="connsiteX12" fmla="*/ 469331 w 606157"/>
                  <a:gd name="connsiteY12" fmla="*/ 385945 h 480339"/>
                  <a:gd name="connsiteX13" fmla="*/ 479106 w 606157"/>
                  <a:gd name="connsiteY13" fmla="*/ 376178 h 480339"/>
                  <a:gd name="connsiteX14" fmla="*/ 501882 w 606157"/>
                  <a:gd name="connsiteY14" fmla="*/ 376178 h 480339"/>
                  <a:gd name="connsiteX15" fmla="*/ 501882 w 606157"/>
                  <a:gd name="connsiteY15" fmla="*/ 353421 h 480339"/>
                  <a:gd name="connsiteX16" fmla="*/ 511657 w 606157"/>
                  <a:gd name="connsiteY16" fmla="*/ 343654 h 480339"/>
                  <a:gd name="connsiteX17" fmla="*/ 511621 w 606157"/>
                  <a:gd name="connsiteY17" fmla="*/ 311170 h 480339"/>
                  <a:gd name="connsiteX18" fmla="*/ 436735 w 606157"/>
                  <a:gd name="connsiteY18" fmla="*/ 385944 h 480339"/>
                  <a:gd name="connsiteX19" fmla="*/ 511621 w 606157"/>
                  <a:gd name="connsiteY19" fmla="*/ 460816 h 480339"/>
                  <a:gd name="connsiteX20" fmla="*/ 586605 w 606157"/>
                  <a:gd name="connsiteY20" fmla="*/ 385944 h 480339"/>
                  <a:gd name="connsiteX21" fmla="*/ 511621 w 606157"/>
                  <a:gd name="connsiteY21" fmla="*/ 311170 h 480339"/>
                  <a:gd name="connsiteX22" fmla="*/ 511621 w 606157"/>
                  <a:gd name="connsiteY22" fmla="*/ 291647 h 480339"/>
                  <a:gd name="connsiteX23" fmla="*/ 606157 w 606157"/>
                  <a:gd name="connsiteY23" fmla="*/ 385944 h 480339"/>
                  <a:gd name="connsiteX24" fmla="*/ 511621 w 606157"/>
                  <a:gd name="connsiteY24" fmla="*/ 480339 h 480339"/>
                  <a:gd name="connsiteX25" fmla="*/ 417183 w 606157"/>
                  <a:gd name="connsiteY25" fmla="*/ 385944 h 480339"/>
                  <a:gd name="connsiteX26" fmla="*/ 511621 w 606157"/>
                  <a:gd name="connsiteY26" fmla="*/ 291647 h 480339"/>
                  <a:gd name="connsiteX27" fmla="*/ 368279 w 606157"/>
                  <a:gd name="connsiteY27" fmla="*/ 200476 h 480339"/>
                  <a:gd name="connsiteX28" fmla="*/ 489505 w 606157"/>
                  <a:gd name="connsiteY28" fmla="*/ 259991 h 480339"/>
                  <a:gd name="connsiteX29" fmla="*/ 487746 w 606157"/>
                  <a:gd name="connsiteY29" fmla="*/ 273650 h 480339"/>
                  <a:gd name="connsiteX30" fmla="*/ 481782 w 606157"/>
                  <a:gd name="connsiteY30" fmla="*/ 275699 h 480339"/>
                  <a:gd name="connsiteX31" fmla="*/ 474059 w 606157"/>
                  <a:gd name="connsiteY31" fmla="*/ 271894 h 480339"/>
                  <a:gd name="connsiteX32" fmla="*/ 368279 w 606157"/>
                  <a:gd name="connsiteY32" fmla="*/ 219989 h 480339"/>
                  <a:gd name="connsiteX33" fmla="*/ 293588 w 606157"/>
                  <a:gd name="connsiteY33" fmla="*/ 242819 h 480339"/>
                  <a:gd name="connsiteX34" fmla="*/ 279999 w 606157"/>
                  <a:gd name="connsiteY34" fmla="*/ 240185 h 480339"/>
                  <a:gd name="connsiteX35" fmla="*/ 282639 w 606157"/>
                  <a:gd name="connsiteY35" fmla="*/ 226623 h 480339"/>
                  <a:gd name="connsiteX36" fmla="*/ 368279 w 606157"/>
                  <a:gd name="connsiteY36" fmla="*/ 200476 h 480339"/>
                  <a:gd name="connsiteX37" fmla="*/ 153211 w 606157"/>
                  <a:gd name="connsiteY37" fmla="*/ 200476 h 480339"/>
                  <a:gd name="connsiteX38" fmla="*/ 306325 w 606157"/>
                  <a:gd name="connsiteY38" fmla="*/ 353439 h 480339"/>
                  <a:gd name="connsiteX39" fmla="*/ 296547 w 606157"/>
                  <a:gd name="connsiteY39" fmla="*/ 363200 h 480339"/>
                  <a:gd name="connsiteX40" fmla="*/ 286770 w 606157"/>
                  <a:gd name="connsiteY40" fmla="*/ 353439 h 480339"/>
                  <a:gd name="connsiteX41" fmla="*/ 153211 w 606157"/>
                  <a:gd name="connsiteY41" fmla="*/ 219999 h 480339"/>
                  <a:gd name="connsiteX42" fmla="*/ 19554 w 606157"/>
                  <a:gd name="connsiteY42" fmla="*/ 353439 h 480339"/>
                  <a:gd name="connsiteX43" fmla="*/ 9777 w 606157"/>
                  <a:gd name="connsiteY43" fmla="*/ 363200 h 480339"/>
                  <a:gd name="connsiteX44" fmla="*/ 0 w 606157"/>
                  <a:gd name="connsiteY44" fmla="*/ 353439 h 480339"/>
                  <a:gd name="connsiteX45" fmla="*/ 153211 w 606157"/>
                  <a:gd name="connsiteY45" fmla="*/ 200476 h 480339"/>
                  <a:gd name="connsiteX46" fmla="*/ 368295 w 606157"/>
                  <a:gd name="connsiteY46" fmla="*/ 19531 h 480339"/>
                  <a:gd name="connsiteX47" fmla="*/ 306326 w 606157"/>
                  <a:gd name="connsiteY47" fmla="*/ 81348 h 480339"/>
                  <a:gd name="connsiteX48" fmla="*/ 368295 w 606157"/>
                  <a:gd name="connsiteY48" fmla="*/ 143262 h 480339"/>
                  <a:gd name="connsiteX49" fmla="*/ 430165 w 606157"/>
                  <a:gd name="connsiteY49" fmla="*/ 81348 h 480339"/>
                  <a:gd name="connsiteX50" fmla="*/ 368295 w 606157"/>
                  <a:gd name="connsiteY50" fmla="*/ 19531 h 480339"/>
                  <a:gd name="connsiteX51" fmla="*/ 153211 w 606157"/>
                  <a:gd name="connsiteY51" fmla="*/ 19531 h 480339"/>
                  <a:gd name="connsiteX52" fmla="*/ 91242 w 606157"/>
                  <a:gd name="connsiteY52" fmla="*/ 81348 h 480339"/>
                  <a:gd name="connsiteX53" fmla="*/ 153211 w 606157"/>
                  <a:gd name="connsiteY53" fmla="*/ 143262 h 480339"/>
                  <a:gd name="connsiteX54" fmla="*/ 215081 w 606157"/>
                  <a:gd name="connsiteY54" fmla="*/ 81348 h 480339"/>
                  <a:gd name="connsiteX55" fmla="*/ 153211 w 606157"/>
                  <a:gd name="connsiteY55" fmla="*/ 19531 h 480339"/>
                  <a:gd name="connsiteX56" fmla="*/ 368295 w 606157"/>
                  <a:gd name="connsiteY56" fmla="*/ 0 h 480339"/>
                  <a:gd name="connsiteX57" fmla="*/ 449714 w 606157"/>
                  <a:gd name="connsiteY57" fmla="*/ 81348 h 480339"/>
                  <a:gd name="connsiteX58" fmla="*/ 368295 w 606157"/>
                  <a:gd name="connsiteY58" fmla="*/ 162794 h 480339"/>
                  <a:gd name="connsiteX59" fmla="*/ 286778 w 606157"/>
                  <a:gd name="connsiteY59" fmla="*/ 81348 h 480339"/>
                  <a:gd name="connsiteX60" fmla="*/ 368295 w 606157"/>
                  <a:gd name="connsiteY60" fmla="*/ 0 h 480339"/>
                  <a:gd name="connsiteX61" fmla="*/ 153211 w 606157"/>
                  <a:gd name="connsiteY61" fmla="*/ 0 h 480339"/>
                  <a:gd name="connsiteX62" fmla="*/ 234630 w 606157"/>
                  <a:gd name="connsiteY62" fmla="*/ 81348 h 480339"/>
                  <a:gd name="connsiteX63" fmla="*/ 153211 w 606157"/>
                  <a:gd name="connsiteY63" fmla="*/ 162794 h 480339"/>
                  <a:gd name="connsiteX64" fmla="*/ 71694 w 606157"/>
                  <a:gd name="connsiteY64" fmla="*/ 81348 h 480339"/>
                  <a:gd name="connsiteX65" fmla="*/ 153211 w 606157"/>
                  <a:gd name="connsiteY65" fmla="*/ 0 h 480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06157" h="480339">
                    <a:moveTo>
                      <a:pt x="511657" y="343654"/>
                    </a:moveTo>
                    <a:cubicBezTo>
                      <a:pt x="517131" y="343654"/>
                      <a:pt x="521432" y="348049"/>
                      <a:pt x="521432" y="353421"/>
                    </a:cubicBezTo>
                    <a:lnTo>
                      <a:pt x="521432" y="376178"/>
                    </a:lnTo>
                    <a:lnTo>
                      <a:pt x="544305" y="376178"/>
                    </a:lnTo>
                    <a:cubicBezTo>
                      <a:pt x="549682" y="376178"/>
                      <a:pt x="554080" y="380573"/>
                      <a:pt x="554080" y="385945"/>
                    </a:cubicBezTo>
                    <a:cubicBezTo>
                      <a:pt x="554080" y="391414"/>
                      <a:pt x="549682" y="395712"/>
                      <a:pt x="544305" y="395712"/>
                    </a:cubicBezTo>
                    <a:lnTo>
                      <a:pt x="521432" y="395712"/>
                    </a:lnTo>
                    <a:lnTo>
                      <a:pt x="521432" y="418566"/>
                    </a:lnTo>
                    <a:cubicBezTo>
                      <a:pt x="521432" y="423938"/>
                      <a:pt x="517131" y="428333"/>
                      <a:pt x="511657" y="428333"/>
                    </a:cubicBezTo>
                    <a:cubicBezTo>
                      <a:pt x="506281" y="428333"/>
                      <a:pt x="501882" y="423938"/>
                      <a:pt x="501882" y="418566"/>
                    </a:cubicBezTo>
                    <a:lnTo>
                      <a:pt x="501882" y="395712"/>
                    </a:lnTo>
                    <a:lnTo>
                      <a:pt x="479106" y="395712"/>
                    </a:lnTo>
                    <a:cubicBezTo>
                      <a:pt x="473730" y="395712"/>
                      <a:pt x="469331" y="391414"/>
                      <a:pt x="469331" y="385945"/>
                    </a:cubicBezTo>
                    <a:cubicBezTo>
                      <a:pt x="469331" y="380573"/>
                      <a:pt x="473730" y="376178"/>
                      <a:pt x="479106" y="376178"/>
                    </a:cubicBezTo>
                    <a:lnTo>
                      <a:pt x="501882" y="376178"/>
                    </a:lnTo>
                    <a:lnTo>
                      <a:pt x="501882" y="353421"/>
                    </a:lnTo>
                    <a:cubicBezTo>
                      <a:pt x="501882" y="348049"/>
                      <a:pt x="506281" y="343654"/>
                      <a:pt x="511657" y="343654"/>
                    </a:cubicBezTo>
                    <a:close/>
                    <a:moveTo>
                      <a:pt x="511621" y="311170"/>
                    </a:moveTo>
                    <a:cubicBezTo>
                      <a:pt x="470366" y="311170"/>
                      <a:pt x="436735" y="344750"/>
                      <a:pt x="436735" y="385944"/>
                    </a:cubicBezTo>
                    <a:cubicBezTo>
                      <a:pt x="436735" y="427236"/>
                      <a:pt x="470366" y="460816"/>
                      <a:pt x="511621" y="460816"/>
                    </a:cubicBezTo>
                    <a:cubicBezTo>
                      <a:pt x="552975" y="460816"/>
                      <a:pt x="586605" y="427236"/>
                      <a:pt x="586605" y="385944"/>
                    </a:cubicBezTo>
                    <a:cubicBezTo>
                      <a:pt x="586605" y="344750"/>
                      <a:pt x="552975" y="311170"/>
                      <a:pt x="511621" y="311170"/>
                    </a:cubicBezTo>
                    <a:close/>
                    <a:moveTo>
                      <a:pt x="511621" y="291647"/>
                    </a:moveTo>
                    <a:cubicBezTo>
                      <a:pt x="563729" y="291647"/>
                      <a:pt x="606157" y="333915"/>
                      <a:pt x="606157" y="385944"/>
                    </a:cubicBezTo>
                    <a:cubicBezTo>
                      <a:pt x="606157" y="437974"/>
                      <a:pt x="563729" y="480339"/>
                      <a:pt x="511621" y="480339"/>
                    </a:cubicBezTo>
                    <a:cubicBezTo>
                      <a:pt x="459514" y="480339"/>
                      <a:pt x="417183" y="437974"/>
                      <a:pt x="417183" y="385944"/>
                    </a:cubicBezTo>
                    <a:cubicBezTo>
                      <a:pt x="417183" y="333915"/>
                      <a:pt x="459514" y="291647"/>
                      <a:pt x="511621" y="291647"/>
                    </a:cubicBezTo>
                    <a:close/>
                    <a:moveTo>
                      <a:pt x="368279" y="200476"/>
                    </a:moveTo>
                    <a:cubicBezTo>
                      <a:pt x="416085" y="200476"/>
                      <a:pt x="460274" y="222135"/>
                      <a:pt x="489505" y="259991"/>
                    </a:cubicBezTo>
                    <a:cubicBezTo>
                      <a:pt x="492829" y="264284"/>
                      <a:pt x="492047" y="270333"/>
                      <a:pt x="487746" y="273650"/>
                    </a:cubicBezTo>
                    <a:cubicBezTo>
                      <a:pt x="485986" y="275016"/>
                      <a:pt x="483835" y="275699"/>
                      <a:pt x="481782" y="275699"/>
                    </a:cubicBezTo>
                    <a:cubicBezTo>
                      <a:pt x="478849" y="275699"/>
                      <a:pt x="475916" y="274430"/>
                      <a:pt x="474059" y="271894"/>
                    </a:cubicBezTo>
                    <a:cubicBezTo>
                      <a:pt x="448542" y="238917"/>
                      <a:pt x="409926" y="219989"/>
                      <a:pt x="368279" y="219989"/>
                    </a:cubicBezTo>
                    <a:cubicBezTo>
                      <a:pt x="341492" y="219989"/>
                      <a:pt x="315683" y="227892"/>
                      <a:pt x="293588" y="242819"/>
                    </a:cubicBezTo>
                    <a:cubicBezTo>
                      <a:pt x="289091" y="245844"/>
                      <a:pt x="283030" y="244673"/>
                      <a:pt x="279999" y="240185"/>
                    </a:cubicBezTo>
                    <a:cubicBezTo>
                      <a:pt x="276969" y="235697"/>
                      <a:pt x="278142" y="229648"/>
                      <a:pt x="282639" y="226623"/>
                    </a:cubicBezTo>
                    <a:cubicBezTo>
                      <a:pt x="307960" y="209549"/>
                      <a:pt x="337582" y="200476"/>
                      <a:pt x="368279" y="200476"/>
                    </a:cubicBezTo>
                    <a:close/>
                    <a:moveTo>
                      <a:pt x="153211" y="200476"/>
                    </a:moveTo>
                    <a:cubicBezTo>
                      <a:pt x="237688" y="200476"/>
                      <a:pt x="306325" y="269099"/>
                      <a:pt x="306325" y="353439"/>
                    </a:cubicBezTo>
                    <a:cubicBezTo>
                      <a:pt x="306325" y="358808"/>
                      <a:pt x="302023" y="363200"/>
                      <a:pt x="296547" y="363200"/>
                    </a:cubicBezTo>
                    <a:cubicBezTo>
                      <a:pt x="291170" y="363200"/>
                      <a:pt x="286770" y="358808"/>
                      <a:pt x="286770" y="353439"/>
                    </a:cubicBezTo>
                    <a:cubicBezTo>
                      <a:pt x="286770" y="279837"/>
                      <a:pt x="226835" y="219999"/>
                      <a:pt x="153211" y="219999"/>
                    </a:cubicBezTo>
                    <a:cubicBezTo>
                      <a:pt x="79490" y="219999"/>
                      <a:pt x="19554" y="279837"/>
                      <a:pt x="19554" y="353439"/>
                    </a:cubicBezTo>
                    <a:cubicBezTo>
                      <a:pt x="19554" y="358808"/>
                      <a:pt x="15155" y="363200"/>
                      <a:pt x="9777" y="363200"/>
                    </a:cubicBezTo>
                    <a:cubicBezTo>
                      <a:pt x="4400" y="363200"/>
                      <a:pt x="0" y="358808"/>
                      <a:pt x="0" y="353439"/>
                    </a:cubicBezTo>
                    <a:cubicBezTo>
                      <a:pt x="0" y="269099"/>
                      <a:pt x="68735" y="200476"/>
                      <a:pt x="153211" y="200476"/>
                    </a:cubicBezTo>
                    <a:close/>
                    <a:moveTo>
                      <a:pt x="368295" y="19531"/>
                    </a:moveTo>
                    <a:cubicBezTo>
                      <a:pt x="334085" y="19531"/>
                      <a:pt x="306326" y="47266"/>
                      <a:pt x="306326" y="81348"/>
                    </a:cubicBezTo>
                    <a:cubicBezTo>
                      <a:pt x="306326" y="115528"/>
                      <a:pt x="334085" y="143262"/>
                      <a:pt x="368295" y="143262"/>
                    </a:cubicBezTo>
                    <a:cubicBezTo>
                      <a:pt x="402407" y="143262"/>
                      <a:pt x="430165" y="115528"/>
                      <a:pt x="430165" y="81348"/>
                    </a:cubicBezTo>
                    <a:cubicBezTo>
                      <a:pt x="430165" y="47266"/>
                      <a:pt x="402407" y="19531"/>
                      <a:pt x="368295" y="19531"/>
                    </a:cubicBezTo>
                    <a:close/>
                    <a:moveTo>
                      <a:pt x="153211" y="19531"/>
                    </a:moveTo>
                    <a:cubicBezTo>
                      <a:pt x="119001" y="19531"/>
                      <a:pt x="91242" y="47266"/>
                      <a:pt x="91242" y="81348"/>
                    </a:cubicBezTo>
                    <a:cubicBezTo>
                      <a:pt x="91242" y="115528"/>
                      <a:pt x="119001" y="143262"/>
                      <a:pt x="153211" y="143262"/>
                    </a:cubicBezTo>
                    <a:cubicBezTo>
                      <a:pt x="187323" y="143262"/>
                      <a:pt x="215081" y="115528"/>
                      <a:pt x="215081" y="81348"/>
                    </a:cubicBezTo>
                    <a:cubicBezTo>
                      <a:pt x="215081" y="47266"/>
                      <a:pt x="187323" y="19531"/>
                      <a:pt x="153211" y="19531"/>
                    </a:cubicBezTo>
                    <a:close/>
                    <a:moveTo>
                      <a:pt x="368295" y="0"/>
                    </a:moveTo>
                    <a:cubicBezTo>
                      <a:pt x="413158" y="0"/>
                      <a:pt x="449714" y="36523"/>
                      <a:pt x="449714" y="81348"/>
                    </a:cubicBezTo>
                    <a:cubicBezTo>
                      <a:pt x="449714" y="126270"/>
                      <a:pt x="413158" y="162794"/>
                      <a:pt x="368295" y="162794"/>
                    </a:cubicBezTo>
                    <a:cubicBezTo>
                      <a:pt x="323333" y="162794"/>
                      <a:pt x="286778" y="126270"/>
                      <a:pt x="286778" y="81348"/>
                    </a:cubicBezTo>
                    <a:cubicBezTo>
                      <a:pt x="286778" y="36523"/>
                      <a:pt x="323333" y="0"/>
                      <a:pt x="368295" y="0"/>
                    </a:cubicBezTo>
                    <a:close/>
                    <a:moveTo>
                      <a:pt x="153211" y="0"/>
                    </a:moveTo>
                    <a:cubicBezTo>
                      <a:pt x="198074" y="0"/>
                      <a:pt x="234630" y="36523"/>
                      <a:pt x="234630" y="81348"/>
                    </a:cubicBezTo>
                    <a:cubicBezTo>
                      <a:pt x="234630" y="126270"/>
                      <a:pt x="198074" y="162794"/>
                      <a:pt x="153211" y="162794"/>
                    </a:cubicBezTo>
                    <a:cubicBezTo>
                      <a:pt x="108249" y="162794"/>
                      <a:pt x="71694" y="126270"/>
                      <a:pt x="71694" y="81348"/>
                    </a:cubicBezTo>
                    <a:cubicBezTo>
                      <a:pt x="71694" y="36523"/>
                      <a:pt x="108249" y="0"/>
                      <a:pt x="1532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47" name="组合 46" descr="86760b53-2e09-45b1-b796-a95a2f756bcc">
              <a:extLst>
                <a:ext uri="{FF2B5EF4-FFF2-40B4-BE49-F238E27FC236}">
                  <a16:creationId xmlns:a16="http://schemas.microsoft.com/office/drawing/2014/main" id="{6F8C39C6-42BE-129E-79B1-82322164CA28}"/>
                </a:ext>
              </a:extLst>
            </p:cNvPr>
            <p:cNvGrpSpPr/>
            <p:nvPr/>
          </p:nvGrpSpPr>
          <p:grpSpPr>
            <a:xfrm>
              <a:off x="2089364" y="2267134"/>
              <a:ext cx="9437148" cy="2411031"/>
              <a:chOff x="2089364" y="2267134"/>
              <a:chExt cx="9437148" cy="2411031"/>
            </a:xfrm>
          </p:grpSpPr>
          <p:sp>
            <p:nvSpPr>
              <p:cNvPr id="32" name="Number2" descr="b82f356c-3cfc-4ca1-aae4-fb825630b7ab">
                <a:extLst>
                  <a:ext uri="{FF2B5EF4-FFF2-40B4-BE49-F238E27FC236}">
                    <a16:creationId xmlns:a16="http://schemas.microsoft.com/office/drawing/2014/main" id="{E9F2C734-057D-47A3-94F0-06593082ACDB}"/>
                  </a:ext>
                </a:extLst>
              </p:cNvPr>
              <p:cNvSpPr txBox="1"/>
              <p:nvPr/>
            </p:nvSpPr>
            <p:spPr bwMode="auto">
              <a:xfrm>
                <a:off x="2089364" y="4068591"/>
                <a:ext cx="705515" cy="609574"/>
              </a:xfrm>
              <a:prstGeom prst="rect">
                <a:avLst/>
              </a:prstGeom>
              <a:noFill/>
              <a:ln w="9525" cap="flat" cmpd="sng">
                <a:noFill/>
                <a:miter lim="800000"/>
                <a:headEnd/>
                <a:tailEnd/>
              </a:ln>
              <a:effectLst/>
            </p:spPr>
            <p:txBody>
              <a:bodyPr wrap="square" lIns="91440" tIns="45720" rIns="91440" bIns="45720" anchorCtr="0">
                <a:normAutofit lnSpcReduction="10000"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sz="3400" b="0" i="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id="14" name="Text2" descr="f781ab0b-6f92-4795-97a0-97291773d7db">
                <a:extLst>
                  <a:ext uri="{FF2B5EF4-FFF2-40B4-BE49-F238E27FC236}">
                    <a16:creationId xmlns:a16="http://schemas.microsoft.com/office/drawing/2014/main" id="{0DA8CC6B-23DC-4B29-A133-5692348B7BFB}"/>
                  </a:ext>
                </a:extLst>
              </p:cNvPr>
              <p:cNvSpPr/>
              <p:nvPr/>
            </p:nvSpPr>
            <p:spPr bwMode="auto">
              <a:xfrm>
                <a:off x="9021732" y="2881884"/>
                <a:ext cx="2504780" cy="874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网页组开发任务</a:t>
                </a:r>
                <a:r>
                  <a:rPr lang="zh-CN" altLang="en-US" sz="1200" b="0" i="0" u="none" dirty="0">
                    <a:solidFill>
                      <a:srgbClr val="000000"/>
                    </a:solidFill>
                    <a:ea typeface="微软雅黑"/>
                  </a:rPr>
                  <a:t>可能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滞后，等级为中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15" name="Bullet2" descr="796e5625-543b-474f-8803-fbde49a482fb">
                <a:extLst>
                  <a:ext uri="{FF2B5EF4-FFF2-40B4-BE49-F238E27FC236}">
                    <a16:creationId xmlns:a16="http://schemas.microsoft.com/office/drawing/2014/main" id="{122A208B-5F36-4465-8FB3-E4E2BD33F636}"/>
                  </a:ext>
                </a:extLst>
              </p:cNvPr>
              <p:cNvSpPr txBox="1"/>
              <p:nvPr/>
            </p:nvSpPr>
            <p:spPr bwMode="auto">
              <a:xfrm>
                <a:off x="9021732" y="2267134"/>
                <a:ext cx="2504780" cy="614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进度风险</a:t>
                </a:r>
              </a:p>
            </p:txBody>
          </p:sp>
          <p:sp>
            <p:nvSpPr>
              <p:cNvPr id="16" name="Icon2" descr="244c2f3b-eb05-4bf8-a17a-65f0f84f7d0a">
                <a:extLst>
                  <a:ext uri="{FF2B5EF4-FFF2-40B4-BE49-F238E27FC236}">
                    <a16:creationId xmlns:a16="http://schemas.microsoft.com/office/drawing/2014/main" id="{FD253DF7-4F07-4161-BC69-E198D309C41D}"/>
                  </a:ext>
                </a:extLst>
              </p:cNvPr>
              <p:cNvSpPr/>
              <p:nvPr/>
            </p:nvSpPr>
            <p:spPr bwMode="auto">
              <a:xfrm>
                <a:off x="8419081" y="2554886"/>
                <a:ext cx="471418" cy="470798"/>
              </a:xfrm>
              <a:custGeom>
                <a:avLst/>
                <a:gdLst>
                  <a:gd name="connsiteX0" fmla="*/ 86413 w 591547"/>
                  <a:gd name="connsiteY0" fmla="*/ 515758 h 590770"/>
                  <a:gd name="connsiteX1" fmla="*/ 171919 w 591547"/>
                  <a:gd name="connsiteY1" fmla="*/ 515758 h 590770"/>
                  <a:gd name="connsiteX2" fmla="*/ 171919 w 591547"/>
                  <a:gd name="connsiteY2" fmla="*/ 537523 h 590770"/>
                  <a:gd name="connsiteX3" fmla="*/ 86413 w 591547"/>
                  <a:gd name="connsiteY3" fmla="*/ 537523 h 590770"/>
                  <a:gd name="connsiteX4" fmla="*/ 86413 w 591547"/>
                  <a:gd name="connsiteY4" fmla="*/ 461733 h 590770"/>
                  <a:gd name="connsiteX5" fmla="*/ 171919 w 591547"/>
                  <a:gd name="connsiteY5" fmla="*/ 461733 h 590770"/>
                  <a:gd name="connsiteX6" fmla="*/ 171919 w 591547"/>
                  <a:gd name="connsiteY6" fmla="*/ 483498 h 590770"/>
                  <a:gd name="connsiteX7" fmla="*/ 86413 w 591547"/>
                  <a:gd name="connsiteY7" fmla="*/ 483498 h 590770"/>
                  <a:gd name="connsiteX8" fmla="*/ 86413 w 591547"/>
                  <a:gd name="connsiteY8" fmla="*/ 408616 h 590770"/>
                  <a:gd name="connsiteX9" fmla="*/ 171919 w 591547"/>
                  <a:gd name="connsiteY9" fmla="*/ 408616 h 590770"/>
                  <a:gd name="connsiteX10" fmla="*/ 171919 w 591547"/>
                  <a:gd name="connsiteY10" fmla="*/ 429474 h 590770"/>
                  <a:gd name="connsiteX11" fmla="*/ 86413 w 591547"/>
                  <a:gd name="connsiteY11" fmla="*/ 429474 h 590770"/>
                  <a:gd name="connsiteX12" fmla="*/ 204177 w 591547"/>
                  <a:gd name="connsiteY12" fmla="*/ 357041 h 590770"/>
                  <a:gd name="connsiteX13" fmla="*/ 204177 w 591547"/>
                  <a:gd name="connsiteY13" fmla="*/ 569815 h 590770"/>
                  <a:gd name="connsiteX14" fmla="*/ 333300 w 591547"/>
                  <a:gd name="connsiteY14" fmla="*/ 569815 h 590770"/>
                  <a:gd name="connsiteX15" fmla="*/ 333300 w 591547"/>
                  <a:gd name="connsiteY15" fmla="*/ 382026 h 590770"/>
                  <a:gd name="connsiteX16" fmla="*/ 183194 w 591547"/>
                  <a:gd name="connsiteY16" fmla="*/ 357041 h 590770"/>
                  <a:gd name="connsiteX17" fmla="*/ 75053 w 591547"/>
                  <a:gd name="connsiteY17" fmla="*/ 382026 h 590770"/>
                  <a:gd name="connsiteX18" fmla="*/ 75053 w 591547"/>
                  <a:gd name="connsiteY18" fmla="*/ 569815 h 590770"/>
                  <a:gd name="connsiteX19" fmla="*/ 183194 w 591547"/>
                  <a:gd name="connsiteY19" fmla="*/ 569815 h 590770"/>
                  <a:gd name="connsiteX20" fmla="*/ 247709 w 591547"/>
                  <a:gd name="connsiteY20" fmla="*/ 311838 h 590770"/>
                  <a:gd name="connsiteX21" fmla="*/ 322851 w 591547"/>
                  <a:gd name="connsiteY21" fmla="*/ 311838 h 590770"/>
                  <a:gd name="connsiteX22" fmla="*/ 322851 w 591547"/>
                  <a:gd name="connsiteY22" fmla="*/ 332826 h 590770"/>
                  <a:gd name="connsiteX23" fmla="*/ 247709 w 591547"/>
                  <a:gd name="connsiteY23" fmla="*/ 332826 h 590770"/>
                  <a:gd name="connsiteX24" fmla="*/ 247709 w 591547"/>
                  <a:gd name="connsiteY24" fmla="*/ 257944 h 590770"/>
                  <a:gd name="connsiteX25" fmla="*/ 322851 w 591547"/>
                  <a:gd name="connsiteY25" fmla="*/ 257944 h 590770"/>
                  <a:gd name="connsiteX26" fmla="*/ 322851 w 591547"/>
                  <a:gd name="connsiteY26" fmla="*/ 279580 h 590770"/>
                  <a:gd name="connsiteX27" fmla="*/ 247709 w 591547"/>
                  <a:gd name="connsiteY27" fmla="*/ 279580 h 590770"/>
                  <a:gd name="connsiteX28" fmla="*/ 247709 w 591547"/>
                  <a:gd name="connsiteY28" fmla="*/ 203919 h 590770"/>
                  <a:gd name="connsiteX29" fmla="*/ 322851 w 591547"/>
                  <a:gd name="connsiteY29" fmla="*/ 203919 h 590770"/>
                  <a:gd name="connsiteX30" fmla="*/ 322851 w 591547"/>
                  <a:gd name="connsiteY30" fmla="*/ 225684 h 590770"/>
                  <a:gd name="connsiteX31" fmla="*/ 247709 w 591547"/>
                  <a:gd name="connsiteY31" fmla="*/ 225684 h 590770"/>
                  <a:gd name="connsiteX32" fmla="*/ 247709 w 591547"/>
                  <a:gd name="connsiteY32" fmla="*/ 150672 h 590770"/>
                  <a:gd name="connsiteX33" fmla="*/ 322851 w 591547"/>
                  <a:gd name="connsiteY33" fmla="*/ 150672 h 590770"/>
                  <a:gd name="connsiteX34" fmla="*/ 322851 w 591547"/>
                  <a:gd name="connsiteY34" fmla="*/ 171660 h 590770"/>
                  <a:gd name="connsiteX35" fmla="*/ 247709 w 591547"/>
                  <a:gd name="connsiteY35" fmla="*/ 171660 h 590770"/>
                  <a:gd name="connsiteX36" fmla="*/ 355090 w 591547"/>
                  <a:gd name="connsiteY36" fmla="*/ 102357 h 590770"/>
                  <a:gd name="connsiteX37" fmla="*/ 355090 w 591547"/>
                  <a:gd name="connsiteY37" fmla="*/ 373160 h 590770"/>
                  <a:gd name="connsiteX38" fmla="*/ 355090 w 591547"/>
                  <a:gd name="connsiteY38" fmla="*/ 376384 h 590770"/>
                  <a:gd name="connsiteX39" fmla="*/ 355090 w 591547"/>
                  <a:gd name="connsiteY39" fmla="*/ 569815 h 590770"/>
                  <a:gd name="connsiteX40" fmla="*/ 484213 w 591547"/>
                  <a:gd name="connsiteY40" fmla="*/ 569815 h 590770"/>
                  <a:gd name="connsiteX41" fmla="*/ 484213 w 591547"/>
                  <a:gd name="connsiteY41" fmla="*/ 154744 h 590770"/>
                  <a:gd name="connsiteX42" fmla="*/ 333300 w 591547"/>
                  <a:gd name="connsiteY42" fmla="*/ 99939 h 590770"/>
                  <a:gd name="connsiteX43" fmla="*/ 236458 w 591547"/>
                  <a:gd name="connsiteY43" fmla="*/ 125730 h 590770"/>
                  <a:gd name="connsiteX44" fmla="*/ 236458 w 591547"/>
                  <a:gd name="connsiteY44" fmla="*/ 341728 h 590770"/>
                  <a:gd name="connsiteX45" fmla="*/ 333300 w 591547"/>
                  <a:gd name="connsiteY45" fmla="*/ 360265 h 590770"/>
                  <a:gd name="connsiteX46" fmla="*/ 397862 w 591547"/>
                  <a:gd name="connsiteY46" fmla="*/ 21761 h 590770"/>
                  <a:gd name="connsiteX47" fmla="*/ 387371 w 591547"/>
                  <a:gd name="connsiteY47" fmla="*/ 32238 h 590770"/>
                  <a:gd name="connsiteX48" fmla="*/ 397862 w 591547"/>
                  <a:gd name="connsiteY48" fmla="*/ 42716 h 590770"/>
                  <a:gd name="connsiteX49" fmla="*/ 409160 w 591547"/>
                  <a:gd name="connsiteY49" fmla="*/ 32238 h 590770"/>
                  <a:gd name="connsiteX50" fmla="*/ 397862 w 591547"/>
                  <a:gd name="connsiteY50" fmla="*/ 21761 h 590770"/>
                  <a:gd name="connsiteX51" fmla="*/ 397862 w 591547"/>
                  <a:gd name="connsiteY51" fmla="*/ 0 h 590770"/>
                  <a:gd name="connsiteX52" fmla="*/ 430143 w 591547"/>
                  <a:gd name="connsiteY52" fmla="*/ 32238 h 590770"/>
                  <a:gd name="connsiteX53" fmla="*/ 409160 w 591547"/>
                  <a:gd name="connsiteY53" fmla="*/ 62865 h 590770"/>
                  <a:gd name="connsiteX54" fmla="*/ 409160 w 591547"/>
                  <a:gd name="connsiteY54" fmla="*/ 100745 h 590770"/>
                  <a:gd name="connsiteX55" fmla="*/ 498740 w 591547"/>
                  <a:gd name="connsiteY55" fmla="*/ 137819 h 590770"/>
                  <a:gd name="connsiteX56" fmla="*/ 506003 w 591547"/>
                  <a:gd name="connsiteY56" fmla="*/ 147491 h 590770"/>
                  <a:gd name="connsiteX57" fmla="*/ 506003 w 591547"/>
                  <a:gd name="connsiteY57" fmla="*/ 569815 h 590770"/>
                  <a:gd name="connsiteX58" fmla="*/ 591547 w 591547"/>
                  <a:gd name="connsiteY58" fmla="*/ 569815 h 590770"/>
                  <a:gd name="connsiteX59" fmla="*/ 591547 w 591547"/>
                  <a:gd name="connsiteY59" fmla="*/ 590770 h 590770"/>
                  <a:gd name="connsiteX60" fmla="*/ 494705 w 591547"/>
                  <a:gd name="connsiteY60" fmla="*/ 590770 h 590770"/>
                  <a:gd name="connsiteX61" fmla="*/ 344598 w 591547"/>
                  <a:gd name="connsiteY61" fmla="*/ 590770 h 590770"/>
                  <a:gd name="connsiteX62" fmla="*/ 193685 w 591547"/>
                  <a:gd name="connsiteY62" fmla="*/ 590770 h 590770"/>
                  <a:gd name="connsiteX63" fmla="*/ 64562 w 591547"/>
                  <a:gd name="connsiteY63" fmla="*/ 590770 h 590770"/>
                  <a:gd name="connsiteX64" fmla="*/ 0 w 591547"/>
                  <a:gd name="connsiteY64" fmla="*/ 590770 h 590770"/>
                  <a:gd name="connsiteX65" fmla="*/ 0 w 591547"/>
                  <a:gd name="connsiteY65" fmla="*/ 569815 h 590770"/>
                  <a:gd name="connsiteX66" fmla="*/ 54070 w 591547"/>
                  <a:gd name="connsiteY66" fmla="*/ 569815 h 590770"/>
                  <a:gd name="connsiteX67" fmla="*/ 54070 w 591547"/>
                  <a:gd name="connsiteY67" fmla="*/ 373160 h 590770"/>
                  <a:gd name="connsiteX68" fmla="*/ 62141 w 591547"/>
                  <a:gd name="connsiteY68" fmla="*/ 362683 h 590770"/>
                  <a:gd name="connsiteX69" fmla="*/ 191264 w 591547"/>
                  <a:gd name="connsiteY69" fmla="*/ 333668 h 590770"/>
                  <a:gd name="connsiteX70" fmla="*/ 195299 w 591547"/>
                  <a:gd name="connsiteY70" fmla="*/ 333668 h 590770"/>
                  <a:gd name="connsiteX71" fmla="*/ 196106 w 591547"/>
                  <a:gd name="connsiteY71" fmla="*/ 333668 h 590770"/>
                  <a:gd name="connsiteX72" fmla="*/ 215475 w 591547"/>
                  <a:gd name="connsiteY72" fmla="*/ 336892 h 590770"/>
                  <a:gd name="connsiteX73" fmla="*/ 215475 w 591547"/>
                  <a:gd name="connsiteY73" fmla="*/ 116864 h 590770"/>
                  <a:gd name="connsiteX74" fmla="*/ 223545 w 591547"/>
                  <a:gd name="connsiteY74" fmla="*/ 106387 h 590770"/>
                  <a:gd name="connsiteX75" fmla="*/ 341370 w 591547"/>
                  <a:gd name="connsiteY75" fmla="*/ 75760 h 590770"/>
                  <a:gd name="connsiteX76" fmla="*/ 342984 w 591547"/>
                  <a:gd name="connsiteY76" fmla="*/ 75760 h 590770"/>
                  <a:gd name="connsiteX77" fmla="*/ 345405 w 591547"/>
                  <a:gd name="connsiteY77" fmla="*/ 75760 h 590770"/>
                  <a:gd name="connsiteX78" fmla="*/ 347020 w 591547"/>
                  <a:gd name="connsiteY78" fmla="*/ 75760 h 590770"/>
                  <a:gd name="connsiteX79" fmla="*/ 348634 w 591547"/>
                  <a:gd name="connsiteY79" fmla="*/ 75760 h 590770"/>
                  <a:gd name="connsiteX80" fmla="*/ 387371 w 591547"/>
                  <a:gd name="connsiteY80" fmla="*/ 91879 h 590770"/>
                  <a:gd name="connsiteX81" fmla="*/ 387371 w 591547"/>
                  <a:gd name="connsiteY81" fmla="*/ 62865 h 590770"/>
                  <a:gd name="connsiteX82" fmla="*/ 365581 w 591547"/>
                  <a:gd name="connsiteY82" fmla="*/ 32238 h 590770"/>
                  <a:gd name="connsiteX83" fmla="*/ 397862 w 591547"/>
                  <a:gd name="connsiteY83" fmla="*/ 0 h 590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91547" h="590770">
                    <a:moveTo>
                      <a:pt x="86413" y="515758"/>
                    </a:moveTo>
                    <a:lnTo>
                      <a:pt x="171919" y="515758"/>
                    </a:lnTo>
                    <a:lnTo>
                      <a:pt x="171919" y="537523"/>
                    </a:lnTo>
                    <a:lnTo>
                      <a:pt x="86413" y="537523"/>
                    </a:lnTo>
                    <a:close/>
                    <a:moveTo>
                      <a:pt x="86413" y="461733"/>
                    </a:moveTo>
                    <a:lnTo>
                      <a:pt x="171919" y="461733"/>
                    </a:lnTo>
                    <a:lnTo>
                      <a:pt x="171919" y="483498"/>
                    </a:lnTo>
                    <a:lnTo>
                      <a:pt x="86413" y="483498"/>
                    </a:lnTo>
                    <a:close/>
                    <a:moveTo>
                      <a:pt x="86413" y="408616"/>
                    </a:moveTo>
                    <a:lnTo>
                      <a:pt x="171919" y="408616"/>
                    </a:lnTo>
                    <a:lnTo>
                      <a:pt x="171919" y="429474"/>
                    </a:lnTo>
                    <a:lnTo>
                      <a:pt x="86413" y="429474"/>
                    </a:lnTo>
                    <a:close/>
                    <a:moveTo>
                      <a:pt x="204177" y="357041"/>
                    </a:moveTo>
                    <a:lnTo>
                      <a:pt x="204177" y="569815"/>
                    </a:lnTo>
                    <a:lnTo>
                      <a:pt x="333300" y="569815"/>
                    </a:lnTo>
                    <a:lnTo>
                      <a:pt x="333300" y="382026"/>
                    </a:lnTo>
                    <a:close/>
                    <a:moveTo>
                      <a:pt x="183194" y="357041"/>
                    </a:moveTo>
                    <a:lnTo>
                      <a:pt x="75053" y="382026"/>
                    </a:lnTo>
                    <a:lnTo>
                      <a:pt x="75053" y="569815"/>
                    </a:lnTo>
                    <a:lnTo>
                      <a:pt x="183194" y="569815"/>
                    </a:lnTo>
                    <a:close/>
                    <a:moveTo>
                      <a:pt x="247709" y="311838"/>
                    </a:moveTo>
                    <a:lnTo>
                      <a:pt x="322851" y="311838"/>
                    </a:lnTo>
                    <a:lnTo>
                      <a:pt x="322851" y="332826"/>
                    </a:lnTo>
                    <a:lnTo>
                      <a:pt x="247709" y="332826"/>
                    </a:lnTo>
                    <a:close/>
                    <a:moveTo>
                      <a:pt x="247709" y="257944"/>
                    </a:moveTo>
                    <a:lnTo>
                      <a:pt x="322851" y="257944"/>
                    </a:lnTo>
                    <a:lnTo>
                      <a:pt x="322851" y="279580"/>
                    </a:lnTo>
                    <a:lnTo>
                      <a:pt x="247709" y="279580"/>
                    </a:lnTo>
                    <a:close/>
                    <a:moveTo>
                      <a:pt x="247709" y="203919"/>
                    </a:moveTo>
                    <a:lnTo>
                      <a:pt x="322851" y="203919"/>
                    </a:lnTo>
                    <a:lnTo>
                      <a:pt x="322851" y="225684"/>
                    </a:lnTo>
                    <a:lnTo>
                      <a:pt x="247709" y="225684"/>
                    </a:lnTo>
                    <a:close/>
                    <a:moveTo>
                      <a:pt x="247709" y="150672"/>
                    </a:moveTo>
                    <a:lnTo>
                      <a:pt x="322851" y="150672"/>
                    </a:lnTo>
                    <a:lnTo>
                      <a:pt x="322851" y="171660"/>
                    </a:lnTo>
                    <a:lnTo>
                      <a:pt x="247709" y="171660"/>
                    </a:lnTo>
                    <a:close/>
                    <a:moveTo>
                      <a:pt x="355090" y="102357"/>
                    </a:moveTo>
                    <a:lnTo>
                      <a:pt x="355090" y="373160"/>
                    </a:lnTo>
                    <a:lnTo>
                      <a:pt x="355090" y="376384"/>
                    </a:lnTo>
                    <a:lnTo>
                      <a:pt x="355090" y="569815"/>
                    </a:lnTo>
                    <a:lnTo>
                      <a:pt x="484213" y="569815"/>
                    </a:lnTo>
                    <a:lnTo>
                      <a:pt x="484213" y="154744"/>
                    </a:lnTo>
                    <a:close/>
                    <a:moveTo>
                      <a:pt x="333300" y="99939"/>
                    </a:moveTo>
                    <a:lnTo>
                      <a:pt x="236458" y="125730"/>
                    </a:lnTo>
                    <a:lnTo>
                      <a:pt x="236458" y="341728"/>
                    </a:lnTo>
                    <a:lnTo>
                      <a:pt x="333300" y="360265"/>
                    </a:lnTo>
                    <a:close/>
                    <a:moveTo>
                      <a:pt x="397862" y="21761"/>
                    </a:moveTo>
                    <a:cubicBezTo>
                      <a:pt x="392213" y="21761"/>
                      <a:pt x="387371" y="26596"/>
                      <a:pt x="387371" y="32238"/>
                    </a:cubicBezTo>
                    <a:cubicBezTo>
                      <a:pt x="387371" y="37880"/>
                      <a:pt x="392213" y="42716"/>
                      <a:pt x="397862" y="42716"/>
                    </a:cubicBezTo>
                    <a:cubicBezTo>
                      <a:pt x="404318" y="42716"/>
                      <a:pt x="409160" y="37880"/>
                      <a:pt x="409160" y="32238"/>
                    </a:cubicBezTo>
                    <a:cubicBezTo>
                      <a:pt x="409160" y="26596"/>
                      <a:pt x="404318" y="21761"/>
                      <a:pt x="397862" y="21761"/>
                    </a:cubicBezTo>
                    <a:close/>
                    <a:moveTo>
                      <a:pt x="397862" y="0"/>
                    </a:moveTo>
                    <a:cubicBezTo>
                      <a:pt x="415616" y="0"/>
                      <a:pt x="430143" y="14507"/>
                      <a:pt x="430143" y="32238"/>
                    </a:cubicBezTo>
                    <a:cubicBezTo>
                      <a:pt x="430143" y="45940"/>
                      <a:pt x="421266" y="58029"/>
                      <a:pt x="409160" y="62865"/>
                    </a:cubicBezTo>
                    <a:lnTo>
                      <a:pt x="409160" y="100745"/>
                    </a:lnTo>
                    <a:lnTo>
                      <a:pt x="498740" y="137819"/>
                    </a:lnTo>
                    <a:cubicBezTo>
                      <a:pt x="502775" y="139431"/>
                      <a:pt x="506003" y="143461"/>
                      <a:pt x="506003" y="147491"/>
                    </a:cubicBezTo>
                    <a:lnTo>
                      <a:pt x="506003" y="569815"/>
                    </a:lnTo>
                    <a:lnTo>
                      <a:pt x="591547" y="569815"/>
                    </a:lnTo>
                    <a:lnTo>
                      <a:pt x="591547" y="590770"/>
                    </a:lnTo>
                    <a:lnTo>
                      <a:pt x="494705" y="590770"/>
                    </a:lnTo>
                    <a:lnTo>
                      <a:pt x="344598" y="590770"/>
                    </a:lnTo>
                    <a:lnTo>
                      <a:pt x="193685" y="590770"/>
                    </a:lnTo>
                    <a:lnTo>
                      <a:pt x="64562" y="590770"/>
                    </a:lnTo>
                    <a:lnTo>
                      <a:pt x="0" y="590770"/>
                    </a:lnTo>
                    <a:lnTo>
                      <a:pt x="0" y="569815"/>
                    </a:lnTo>
                    <a:lnTo>
                      <a:pt x="54070" y="569815"/>
                    </a:lnTo>
                    <a:lnTo>
                      <a:pt x="54070" y="373160"/>
                    </a:lnTo>
                    <a:cubicBezTo>
                      <a:pt x="54070" y="368324"/>
                      <a:pt x="57298" y="364294"/>
                      <a:pt x="62141" y="362683"/>
                    </a:cubicBezTo>
                    <a:lnTo>
                      <a:pt x="191264" y="333668"/>
                    </a:lnTo>
                    <a:cubicBezTo>
                      <a:pt x="192878" y="332862"/>
                      <a:pt x="194492" y="332862"/>
                      <a:pt x="195299" y="333668"/>
                    </a:cubicBezTo>
                    <a:cubicBezTo>
                      <a:pt x="196106" y="333668"/>
                      <a:pt x="196106" y="333668"/>
                      <a:pt x="196106" y="333668"/>
                    </a:cubicBezTo>
                    <a:lnTo>
                      <a:pt x="215475" y="336892"/>
                    </a:lnTo>
                    <a:lnTo>
                      <a:pt x="215475" y="116864"/>
                    </a:lnTo>
                    <a:cubicBezTo>
                      <a:pt x="215475" y="112028"/>
                      <a:pt x="218703" y="107999"/>
                      <a:pt x="223545" y="106387"/>
                    </a:cubicBezTo>
                    <a:lnTo>
                      <a:pt x="341370" y="75760"/>
                    </a:lnTo>
                    <a:cubicBezTo>
                      <a:pt x="342177" y="75760"/>
                      <a:pt x="342177" y="75760"/>
                      <a:pt x="342984" y="75760"/>
                    </a:cubicBezTo>
                    <a:cubicBezTo>
                      <a:pt x="343791" y="75760"/>
                      <a:pt x="344598" y="74954"/>
                      <a:pt x="345405" y="75760"/>
                    </a:cubicBezTo>
                    <a:cubicBezTo>
                      <a:pt x="346213" y="75760"/>
                      <a:pt x="347020" y="75760"/>
                      <a:pt x="347020" y="75760"/>
                    </a:cubicBezTo>
                    <a:cubicBezTo>
                      <a:pt x="347827" y="75760"/>
                      <a:pt x="347827" y="75760"/>
                      <a:pt x="348634" y="75760"/>
                    </a:cubicBezTo>
                    <a:lnTo>
                      <a:pt x="387371" y="91879"/>
                    </a:lnTo>
                    <a:lnTo>
                      <a:pt x="387371" y="62865"/>
                    </a:lnTo>
                    <a:cubicBezTo>
                      <a:pt x="375265" y="58029"/>
                      <a:pt x="365581" y="45940"/>
                      <a:pt x="365581" y="32238"/>
                    </a:cubicBezTo>
                    <a:cubicBezTo>
                      <a:pt x="365581" y="14507"/>
                      <a:pt x="380107" y="0"/>
                      <a:pt x="397862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48" name="组合 47" descr="97c1ebdb-6ffb-44ee-b4c7-74710d1606fd">
              <a:extLst>
                <a:ext uri="{FF2B5EF4-FFF2-40B4-BE49-F238E27FC236}">
                  <a16:creationId xmlns:a16="http://schemas.microsoft.com/office/drawing/2014/main" id="{DE53935B-54A3-203A-8764-0A00BCB9BA5C}"/>
                </a:ext>
              </a:extLst>
            </p:cNvPr>
            <p:cNvGrpSpPr/>
            <p:nvPr/>
          </p:nvGrpSpPr>
          <p:grpSpPr>
            <a:xfrm>
              <a:off x="2984858" y="4068592"/>
              <a:ext cx="4721253" cy="1489059"/>
              <a:chOff x="2984858" y="4068592"/>
              <a:chExt cx="4721253" cy="1489059"/>
            </a:xfrm>
          </p:grpSpPr>
          <p:sp>
            <p:nvSpPr>
              <p:cNvPr id="35" name="Number3" descr="5a791736-a4b0-4dc1-bea3-39201eef378e">
                <a:extLst>
                  <a:ext uri="{FF2B5EF4-FFF2-40B4-BE49-F238E27FC236}">
                    <a16:creationId xmlns:a16="http://schemas.microsoft.com/office/drawing/2014/main" id="{50AD6439-D8BD-4301-8FD6-F806BB3B2290}"/>
                  </a:ext>
                </a:extLst>
              </p:cNvPr>
              <p:cNvSpPr txBox="1"/>
              <p:nvPr/>
            </p:nvSpPr>
            <p:spPr bwMode="auto">
              <a:xfrm>
                <a:off x="2984858" y="4316030"/>
                <a:ext cx="705516" cy="658341"/>
              </a:xfrm>
              <a:prstGeom prst="rect">
                <a:avLst/>
              </a:prstGeom>
              <a:noFill/>
              <a:ln w="9525" cap="flat" cmpd="sng">
                <a:noFill/>
                <a:miter lim="800000"/>
                <a:headEnd/>
                <a:tailEnd/>
              </a:ln>
              <a:effectLst/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sz="3400" b="0" i="0" u="none">
                    <a:solidFill>
                      <a:srgbClr val="768394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id="4" name="Text3" descr="91fbdd92-5945-4942-bed9-9d260727fe1c">
                <a:extLst>
                  <a:ext uri="{FF2B5EF4-FFF2-40B4-BE49-F238E27FC236}">
                    <a16:creationId xmlns:a16="http://schemas.microsoft.com/office/drawing/2014/main" id="{EA27782E-628B-4EF4-860A-F26452CE5714}"/>
                  </a:ext>
                </a:extLst>
              </p:cNvPr>
              <p:cNvSpPr/>
              <p:nvPr/>
            </p:nvSpPr>
            <p:spPr bwMode="auto">
              <a:xfrm>
                <a:off x="5414230" y="4683342"/>
                <a:ext cx="2291881" cy="874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爬虫反爬限制导致数据量不足，等级为中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5" name="Bullet3" descr="5ed581cd-24ae-4b5f-9934-cb3408abfd6a">
                <a:extLst>
                  <a:ext uri="{FF2B5EF4-FFF2-40B4-BE49-F238E27FC236}">
                    <a16:creationId xmlns:a16="http://schemas.microsoft.com/office/drawing/2014/main" id="{EB011526-A8EF-4DEC-97FA-B7C1ACF035FE}"/>
                  </a:ext>
                </a:extLst>
              </p:cNvPr>
              <p:cNvSpPr txBox="1"/>
              <p:nvPr/>
            </p:nvSpPr>
            <p:spPr bwMode="auto">
              <a:xfrm>
                <a:off x="5414230" y="4068592"/>
                <a:ext cx="2291881" cy="614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数据风险</a:t>
                </a:r>
              </a:p>
            </p:txBody>
          </p:sp>
          <p:sp>
            <p:nvSpPr>
              <p:cNvPr id="6" name="Icon3" descr="91d1b278-f48b-4153-a5d9-264ed8cf7f23">
                <a:extLst>
                  <a:ext uri="{FF2B5EF4-FFF2-40B4-BE49-F238E27FC236}">
                    <a16:creationId xmlns:a16="http://schemas.microsoft.com/office/drawing/2014/main" id="{018DB443-6979-497B-AEF2-DCA4C9E60ED8}"/>
                  </a:ext>
                </a:extLst>
              </p:cNvPr>
              <p:cNvSpPr/>
              <p:nvPr/>
            </p:nvSpPr>
            <p:spPr bwMode="auto">
              <a:xfrm>
                <a:off x="4811580" y="4356180"/>
                <a:ext cx="471418" cy="471126"/>
              </a:xfrm>
              <a:custGeom>
                <a:avLst/>
                <a:gdLst>
                  <a:gd name="connsiteX0" fmla="*/ 482620 w 607097"/>
                  <a:gd name="connsiteY0" fmla="*/ 381169 h 606722"/>
                  <a:gd name="connsiteX1" fmla="*/ 496768 w 607097"/>
                  <a:gd name="connsiteY1" fmla="*/ 381169 h 606722"/>
                  <a:gd name="connsiteX2" fmla="*/ 510916 w 607097"/>
                  <a:gd name="connsiteY2" fmla="*/ 395381 h 606722"/>
                  <a:gd name="connsiteX3" fmla="*/ 510916 w 607097"/>
                  <a:gd name="connsiteY3" fmla="*/ 409505 h 606722"/>
                  <a:gd name="connsiteX4" fmla="*/ 503887 w 607097"/>
                  <a:gd name="connsiteY4" fmla="*/ 412525 h 606722"/>
                  <a:gd name="connsiteX5" fmla="*/ 496768 w 607097"/>
                  <a:gd name="connsiteY5" fmla="*/ 409505 h 606722"/>
                  <a:gd name="connsiteX6" fmla="*/ 482620 w 607097"/>
                  <a:gd name="connsiteY6" fmla="*/ 395381 h 606722"/>
                  <a:gd name="connsiteX7" fmla="*/ 482620 w 607097"/>
                  <a:gd name="connsiteY7" fmla="*/ 381169 h 606722"/>
                  <a:gd name="connsiteX8" fmla="*/ 546398 w 607097"/>
                  <a:gd name="connsiteY8" fmla="*/ 242745 h 606722"/>
                  <a:gd name="connsiteX9" fmla="*/ 566606 w 607097"/>
                  <a:gd name="connsiteY9" fmla="*/ 242745 h 606722"/>
                  <a:gd name="connsiteX10" fmla="*/ 576754 w 607097"/>
                  <a:gd name="connsiteY10" fmla="*/ 252756 h 606722"/>
                  <a:gd name="connsiteX11" fmla="*/ 566606 w 607097"/>
                  <a:gd name="connsiteY11" fmla="*/ 262856 h 606722"/>
                  <a:gd name="connsiteX12" fmla="*/ 546398 w 607097"/>
                  <a:gd name="connsiteY12" fmla="*/ 262856 h 606722"/>
                  <a:gd name="connsiteX13" fmla="*/ 536249 w 607097"/>
                  <a:gd name="connsiteY13" fmla="*/ 252756 h 606722"/>
                  <a:gd name="connsiteX14" fmla="*/ 546398 w 607097"/>
                  <a:gd name="connsiteY14" fmla="*/ 242745 h 606722"/>
                  <a:gd name="connsiteX15" fmla="*/ 353968 w 607097"/>
                  <a:gd name="connsiteY15" fmla="*/ 101120 h 606722"/>
                  <a:gd name="connsiteX16" fmla="*/ 364118 w 607097"/>
                  <a:gd name="connsiteY16" fmla="*/ 111251 h 606722"/>
                  <a:gd name="connsiteX17" fmla="*/ 364118 w 607097"/>
                  <a:gd name="connsiteY17" fmla="*/ 242683 h 606722"/>
                  <a:gd name="connsiteX18" fmla="*/ 424838 w 607097"/>
                  <a:gd name="connsiteY18" fmla="*/ 242683 h 606722"/>
                  <a:gd name="connsiteX19" fmla="*/ 434988 w 607097"/>
                  <a:gd name="connsiteY19" fmla="*/ 252725 h 606722"/>
                  <a:gd name="connsiteX20" fmla="*/ 424838 w 607097"/>
                  <a:gd name="connsiteY20" fmla="*/ 262856 h 606722"/>
                  <a:gd name="connsiteX21" fmla="*/ 353968 w 607097"/>
                  <a:gd name="connsiteY21" fmla="*/ 262856 h 606722"/>
                  <a:gd name="connsiteX22" fmla="*/ 343818 w 607097"/>
                  <a:gd name="connsiteY22" fmla="*/ 252725 h 606722"/>
                  <a:gd name="connsiteX23" fmla="*/ 343818 w 607097"/>
                  <a:gd name="connsiteY23" fmla="*/ 111251 h 606722"/>
                  <a:gd name="connsiteX24" fmla="*/ 353968 w 607097"/>
                  <a:gd name="connsiteY24" fmla="*/ 101120 h 606722"/>
                  <a:gd name="connsiteX25" fmla="*/ 496768 w 607097"/>
                  <a:gd name="connsiteY25" fmla="*/ 96101 h 606722"/>
                  <a:gd name="connsiteX26" fmla="*/ 510916 w 607097"/>
                  <a:gd name="connsiteY26" fmla="*/ 96101 h 606722"/>
                  <a:gd name="connsiteX27" fmla="*/ 510916 w 607097"/>
                  <a:gd name="connsiteY27" fmla="*/ 110217 h 606722"/>
                  <a:gd name="connsiteX28" fmla="*/ 496768 w 607097"/>
                  <a:gd name="connsiteY28" fmla="*/ 124334 h 606722"/>
                  <a:gd name="connsiteX29" fmla="*/ 489650 w 607097"/>
                  <a:gd name="connsiteY29" fmla="*/ 127441 h 606722"/>
                  <a:gd name="connsiteX30" fmla="*/ 482620 w 607097"/>
                  <a:gd name="connsiteY30" fmla="*/ 124334 h 606722"/>
                  <a:gd name="connsiteX31" fmla="*/ 482620 w 607097"/>
                  <a:gd name="connsiteY31" fmla="*/ 110217 h 606722"/>
                  <a:gd name="connsiteX32" fmla="*/ 196955 w 607097"/>
                  <a:gd name="connsiteY32" fmla="*/ 96101 h 606722"/>
                  <a:gd name="connsiteX33" fmla="*/ 211110 w 607097"/>
                  <a:gd name="connsiteY33" fmla="*/ 96101 h 606722"/>
                  <a:gd name="connsiteX34" fmla="*/ 225355 w 607097"/>
                  <a:gd name="connsiteY34" fmla="*/ 110217 h 606722"/>
                  <a:gd name="connsiteX35" fmla="*/ 225355 w 607097"/>
                  <a:gd name="connsiteY35" fmla="*/ 124334 h 606722"/>
                  <a:gd name="connsiteX36" fmla="*/ 218233 w 607097"/>
                  <a:gd name="connsiteY36" fmla="*/ 127441 h 606722"/>
                  <a:gd name="connsiteX37" fmla="*/ 211110 w 607097"/>
                  <a:gd name="connsiteY37" fmla="*/ 124334 h 606722"/>
                  <a:gd name="connsiteX38" fmla="*/ 196955 w 607097"/>
                  <a:gd name="connsiteY38" fmla="*/ 110217 h 606722"/>
                  <a:gd name="connsiteX39" fmla="*/ 196955 w 607097"/>
                  <a:gd name="connsiteY39" fmla="*/ 96101 h 606722"/>
                  <a:gd name="connsiteX40" fmla="*/ 103963 w 607097"/>
                  <a:gd name="connsiteY40" fmla="*/ 81761 h 606722"/>
                  <a:gd name="connsiteX41" fmla="*/ 87598 w 607097"/>
                  <a:gd name="connsiteY41" fmla="*/ 90026 h 606722"/>
                  <a:gd name="connsiteX42" fmla="*/ 62322 w 607097"/>
                  <a:gd name="connsiteY42" fmla="*/ 115266 h 606722"/>
                  <a:gd name="connsiteX43" fmla="*/ 34998 w 607097"/>
                  <a:gd name="connsiteY43" fmla="*/ 265902 h 606722"/>
                  <a:gd name="connsiteX44" fmla="*/ 75494 w 607097"/>
                  <a:gd name="connsiteY44" fmla="*/ 322602 h 606722"/>
                  <a:gd name="connsiteX45" fmla="*/ 283044 w 607097"/>
                  <a:gd name="connsiteY45" fmla="*/ 530826 h 606722"/>
                  <a:gd name="connsiteX46" fmla="*/ 327634 w 607097"/>
                  <a:gd name="connsiteY46" fmla="*/ 565219 h 606722"/>
                  <a:gd name="connsiteX47" fmla="*/ 490684 w 607097"/>
                  <a:gd name="connsiteY47" fmla="*/ 545046 h 606722"/>
                  <a:gd name="connsiteX48" fmla="*/ 515960 w 607097"/>
                  <a:gd name="connsiteY48" fmla="*/ 519717 h 606722"/>
                  <a:gd name="connsiteX49" fmla="*/ 521033 w 607097"/>
                  <a:gd name="connsiteY49" fmla="*/ 485324 h 606722"/>
                  <a:gd name="connsiteX50" fmla="*/ 434969 w 607097"/>
                  <a:gd name="connsiteY50" fmla="*/ 411561 h 606722"/>
                  <a:gd name="connsiteX51" fmla="*/ 414321 w 607097"/>
                  <a:gd name="connsiteY51" fmla="*/ 406318 h 606722"/>
                  <a:gd name="connsiteX52" fmla="*/ 413698 w 607097"/>
                  <a:gd name="connsiteY52" fmla="*/ 406496 h 606722"/>
                  <a:gd name="connsiteX53" fmla="*/ 405599 w 607097"/>
                  <a:gd name="connsiteY53" fmla="*/ 413605 h 606722"/>
                  <a:gd name="connsiteX54" fmla="*/ 404620 w 607097"/>
                  <a:gd name="connsiteY54" fmla="*/ 414583 h 606722"/>
                  <a:gd name="connsiteX55" fmla="*/ 373202 w 607097"/>
                  <a:gd name="connsiteY55" fmla="*/ 447910 h 606722"/>
                  <a:gd name="connsiteX56" fmla="*/ 349528 w 607097"/>
                  <a:gd name="connsiteY56" fmla="*/ 459552 h 606722"/>
                  <a:gd name="connsiteX57" fmla="*/ 405599 w 607097"/>
                  <a:gd name="connsiteY57" fmla="*/ 475282 h 606722"/>
                  <a:gd name="connsiteX58" fmla="*/ 414677 w 607097"/>
                  <a:gd name="connsiteY58" fmla="*/ 486391 h 606722"/>
                  <a:gd name="connsiteX59" fmla="*/ 404620 w 607097"/>
                  <a:gd name="connsiteY59" fmla="*/ 495456 h 606722"/>
                  <a:gd name="connsiteX60" fmla="*/ 403552 w 607097"/>
                  <a:gd name="connsiteY60" fmla="*/ 495456 h 606722"/>
                  <a:gd name="connsiteX61" fmla="*/ 287138 w 607097"/>
                  <a:gd name="connsiteY61" fmla="*/ 441866 h 606722"/>
                  <a:gd name="connsiteX62" fmla="*/ 286426 w 607097"/>
                  <a:gd name="connsiteY62" fmla="*/ 441067 h 606722"/>
                  <a:gd name="connsiteX63" fmla="*/ 284112 w 607097"/>
                  <a:gd name="connsiteY63" fmla="*/ 438845 h 606722"/>
                  <a:gd name="connsiteX64" fmla="*/ 176777 w 607097"/>
                  <a:gd name="connsiteY64" fmla="*/ 331666 h 606722"/>
                  <a:gd name="connsiteX65" fmla="*/ 111895 w 607097"/>
                  <a:gd name="connsiteY65" fmla="*/ 213379 h 606722"/>
                  <a:gd name="connsiteX66" fmla="*/ 121062 w 607097"/>
                  <a:gd name="connsiteY66" fmla="*/ 202270 h 606722"/>
                  <a:gd name="connsiteX67" fmla="*/ 132188 w 607097"/>
                  <a:gd name="connsiteY67" fmla="*/ 211335 h 606722"/>
                  <a:gd name="connsiteX68" fmla="*/ 146428 w 607097"/>
                  <a:gd name="connsiteY68" fmla="*/ 259325 h 606722"/>
                  <a:gd name="connsiteX69" fmla="*/ 158532 w 607097"/>
                  <a:gd name="connsiteY69" fmla="*/ 233553 h 606722"/>
                  <a:gd name="connsiteX70" fmla="*/ 191907 w 607097"/>
                  <a:gd name="connsiteY70" fmla="*/ 202270 h 606722"/>
                  <a:gd name="connsiteX71" fmla="*/ 192975 w 607097"/>
                  <a:gd name="connsiteY71" fmla="*/ 201204 h 606722"/>
                  <a:gd name="connsiteX72" fmla="*/ 200006 w 607097"/>
                  <a:gd name="connsiteY72" fmla="*/ 193117 h 606722"/>
                  <a:gd name="connsiteX73" fmla="*/ 194933 w 607097"/>
                  <a:gd name="connsiteY73" fmla="*/ 170899 h 606722"/>
                  <a:gd name="connsiteX74" fmla="*/ 121062 w 607097"/>
                  <a:gd name="connsiteY74" fmla="*/ 84961 h 606722"/>
                  <a:gd name="connsiteX75" fmla="*/ 103963 w 607097"/>
                  <a:gd name="connsiteY75" fmla="*/ 81761 h 606722"/>
                  <a:gd name="connsiteX76" fmla="*/ 353980 w 607097"/>
                  <a:gd name="connsiteY76" fmla="*/ 30273 h 606722"/>
                  <a:gd name="connsiteX77" fmla="*/ 364141 w 607097"/>
                  <a:gd name="connsiteY77" fmla="*/ 40422 h 606722"/>
                  <a:gd name="connsiteX78" fmla="*/ 364141 w 607097"/>
                  <a:gd name="connsiteY78" fmla="*/ 60719 h 606722"/>
                  <a:gd name="connsiteX79" fmla="*/ 353980 w 607097"/>
                  <a:gd name="connsiteY79" fmla="*/ 70778 h 606722"/>
                  <a:gd name="connsiteX80" fmla="*/ 343818 w 607097"/>
                  <a:gd name="connsiteY80" fmla="*/ 60719 h 606722"/>
                  <a:gd name="connsiteX81" fmla="*/ 343818 w 607097"/>
                  <a:gd name="connsiteY81" fmla="*/ 40422 h 606722"/>
                  <a:gd name="connsiteX82" fmla="*/ 353980 w 607097"/>
                  <a:gd name="connsiteY82" fmla="*/ 30273 h 606722"/>
                  <a:gd name="connsiteX83" fmla="*/ 353978 w 607097"/>
                  <a:gd name="connsiteY83" fmla="*/ 20263 h 606722"/>
                  <a:gd name="connsiteX84" fmla="*/ 174819 w 607097"/>
                  <a:gd name="connsiteY84" fmla="*/ 104957 h 606722"/>
                  <a:gd name="connsiteX85" fmla="*/ 214246 w 607097"/>
                  <a:gd name="connsiteY85" fmla="*/ 160768 h 606722"/>
                  <a:gd name="connsiteX86" fmla="*/ 221278 w 607097"/>
                  <a:gd name="connsiteY86" fmla="*/ 198182 h 606722"/>
                  <a:gd name="connsiteX87" fmla="*/ 215938 w 607097"/>
                  <a:gd name="connsiteY87" fmla="*/ 209025 h 606722"/>
                  <a:gd name="connsiteX88" fmla="*/ 210152 w 607097"/>
                  <a:gd name="connsiteY88" fmla="*/ 215157 h 606722"/>
                  <a:gd name="connsiteX89" fmla="*/ 206147 w 607097"/>
                  <a:gd name="connsiteY89" fmla="*/ 218445 h 606722"/>
                  <a:gd name="connsiteX90" fmla="*/ 176777 w 607097"/>
                  <a:gd name="connsiteY90" fmla="*/ 244662 h 606722"/>
                  <a:gd name="connsiteX91" fmla="*/ 182829 w 607097"/>
                  <a:gd name="connsiteY91" fmla="*/ 308382 h 606722"/>
                  <a:gd name="connsiteX92" fmla="*/ 189504 w 607097"/>
                  <a:gd name="connsiteY92" fmla="*/ 315136 h 606722"/>
                  <a:gd name="connsiteX93" fmla="*/ 189949 w 607097"/>
                  <a:gd name="connsiteY93" fmla="*/ 315492 h 606722"/>
                  <a:gd name="connsiteX94" fmla="*/ 191640 w 607097"/>
                  <a:gd name="connsiteY94" fmla="*/ 317269 h 606722"/>
                  <a:gd name="connsiteX95" fmla="*/ 298263 w 607097"/>
                  <a:gd name="connsiteY95" fmla="*/ 424714 h 606722"/>
                  <a:gd name="connsiteX96" fmla="*/ 362077 w 607097"/>
                  <a:gd name="connsiteY96" fmla="*/ 430758 h 606722"/>
                  <a:gd name="connsiteX97" fmla="*/ 388422 w 607097"/>
                  <a:gd name="connsiteY97" fmla="*/ 401430 h 606722"/>
                  <a:gd name="connsiteX98" fmla="*/ 408625 w 607097"/>
                  <a:gd name="connsiteY98" fmla="*/ 386233 h 606722"/>
                  <a:gd name="connsiteX99" fmla="*/ 419661 w 607097"/>
                  <a:gd name="connsiteY99" fmla="*/ 384900 h 606722"/>
                  <a:gd name="connsiteX100" fmla="*/ 446094 w 607097"/>
                  <a:gd name="connsiteY100" fmla="*/ 392365 h 606722"/>
                  <a:gd name="connsiteX101" fmla="*/ 501987 w 607097"/>
                  <a:gd name="connsiteY101" fmla="*/ 431646 h 606722"/>
                  <a:gd name="connsiteX102" fmla="*/ 586894 w 607097"/>
                  <a:gd name="connsiteY102" fmla="*/ 252749 h 606722"/>
                  <a:gd name="connsiteX103" fmla="*/ 353978 w 607097"/>
                  <a:gd name="connsiteY103" fmla="*/ 20263 h 606722"/>
                  <a:gd name="connsiteX104" fmla="*/ 353978 w 607097"/>
                  <a:gd name="connsiteY104" fmla="*/ 0 h 606722"/>
                  <a:gd name="connsiteX105" fmla="*/ 607097 w 607097"/>
                  <a:gd name="connsiteY105" fmla="*/ 252749 h 606722"/>
                  <a:gd name="connsiteX106" fmla="*/ 517384 w 607097"/>
                  <a:gd name="connsiteY106" fmla="*/ 445421 h 606722"/>
                  <a:gd name="connsiteX107" fmla="*/ 540257 w 607097"/>
                  <a:gd name="connsiteY107" fmla="*/ 474215 h 606722"/>
                  <a:gd name="connsiteX108" fmla="*/ 531179 w 607097"/>
                  <a:gd name="connsiteY108" fmla="*/ 532870 h 606722"/>
                  <a:gd name="connsiteX109" fmla="*/ 505814 w 607097"/>
                  <a:gd name="connsiteY109" fmla="*/ 559176 h 606722"/>
                  <a:gd name="connsiteX110" fmla="*/ 401505 w 607097"/>
                  <a:gd name="connsiteY110" fmla="*/ 606722 h 606722"/>
                  <a:gd name="connsiteX111" fmla="*/ 318556 w 607097"/>
                  <a:gd name="connsiteY111" fmla="*/ 582460 h 606722"/>
                  <a:gd name="connsiteX112" fmla="*/ 268893 w 607097"/>
                  <a:gd name="connsiteY112" fmla="*/ 543979 h 606722"/>
                  <a:gd name="connsiteX113" fmla="*/ 61343 w 607097"/>
                  <a:gd name="connsiteY113" fmla="*/ 336732 h 606722"/>
                  <a:gd name="connsiteX114" fmla="*/ 16753 w 607097"/>
                  <a:gd name="connsiteY114" fmla="*/ 275056 h 606722"/>
                  <a:gd name="connsiteX115" fmla="*/ 48171 w 607097"/>
                  <a:gd name="connsiteY115" fmla="*/ 101135 h 606722"/>
                  <a:gd name="connsiteX116" fmla="*/ 73447 w 607097"/>
                  <a:gd name="connsiteY116" fmla="*/ 75807 h 606722"/>
                  <a:gd name="connsiteX117" fmla="*/ 132188 w 607097"/>
                  <a:gd name="connsiteY117" fmla="*/ 66742 h 606722"/>
                  <a:gd name="connsiteX118" fmla="*/ 160757 w 607097"/>
                  <a:gd name="connsiteY118" fmla="*/ 89315 h 606722"/>
                  <a:gd name="connsiteX119" fmla="*/ 353978 w 607097"/>
                  <a:gd name="connsiteY119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</a:cxnLst>
                <a:rect l="l" t="t" r="r" b="b"/>
                <a:pathLst>
                  <a:path w="607097" h="606722">
                    <a:moveTo>
                      <a:pt x="482620" y="381169"/>
                    </a:moveTo>
                    <a:cubicBezTo>
                      <a:pt x="486624" y="377172"/>
                      <a:pt x="492675" y="377172"/>
                      <a:pt x="496768" y="381169"/>
                    </a:cubicBezTo>
                    <a:lnTo>
                      <a:pt x="510916" y="395381"/>
                    </a:lnTo>
                    <a:cubicBezTo>
                      <a:pt x="515009" y="399379"/>
                      <a:pt x="515009" y="405419"/>
                      <a:pt x="510916" y="409505"/>
                    </a:cubicBezTo>
                    <a:cubicBezTo>
                      <a:pt x="509937" y="412525"/>
                      <a:pt x="506912" y="412525"/>
                      <a:pt x="503887" y="412525"/>
                    </a:cubicBezTo>
                    <a:cubicBezTo>
                      <a:pt x="500861" y="412525"/>
                      <a:pt x="498815" y="411548"/>
                      <a:pt x="496768" y="409505"/>
                    </a:cubicBezTo>
                    <a:lnTo>
                      <a:pt x="482620" y="395381"/>
                    </a:lnTo>
                    <a:cubicBezTo>
                      <a:pt x="478527" y="391295"/>
                      <a:pt x="478527" y="385255"/>
                      <a:pt x="482620" y="381169"/>
                    </a:cubicBezTo>
                    <a:close/>
                    <a:moveTo>
                      <a:pt x="546398" y="242745"/>
                    </a:moveTo>
                    <a:lnTo>
                      <a:pt x="566606" y="242745"/>
                    </a:lnTo>
                    <a:cubicBezTo>
                      <a:pt x="572659" y="242745"/>
                      <a:pt x="576754" y="246732"/>
                      <a:pt x="576754" y="252756"/>
                    </a:cubicBezTo>
                    <a:cubicBezTo>
                      <a:pt x="576754" y="258869"/>
                      <a:pt x="572659" y="262856"/>
                      <a:pt x="566606" y="262856"/>
                    </a:cubicBezTo>
                    <a:lnTo>
                      <a:pt x="546398" y="262856"/>
                    </a:lnTo>
                    <a:cubicBezTo>
                      <a:pt x="540255" y="262856"/>
                      <a:pt x="536249" y="258869"/>
                      <a:pt x="536249" y="252756"/>
                    </a:cubicBezTo>
                    <a:cubicBezTo>
                      <a:pt x="536249" y="246732"/>
                      <a:pt x="540255" y="242745"/>
                      <a:pt x="546398" y="242745"/>
                    </a:cubicBezTo>
                    <a:close/>
                    <a:moveTo>
                      <a:pt x="353968" y="101120"/>
                    </a:moveTo>
                    <a:cubicBezTo>
                      <a:pt x="360022" y="101120"/>
                      <a:pt x="364118" y="105119"/>
                      <a:pt x="364118" y="111251"/>
                    </a:cubicBezTo>
                    <a:lnTo>
                      <a:pt x="364118" y="242683"/>
                    </a:lnTo>
                    <a:lnTo>
                      <a:pt x="424838" y="242683"/>
                    </a:lnTo>
                    <a:cubicBezTo>
                      <a:pt x="430893" y="242683"/>
                      <a:pt x="434988" y="246682"/>
                      <a:pt x="434988" y="252725"/>
                    </a:cubicBezTo>
                    <a:cubicBezTo>
                      <a:pt x="434988" y="258857"/>
                      <a:pt x="430893" y="262856"/>
                      <a:pt x="424838" y="262856"/>
                    </a:cubicBezTo>
                    <a:lnTo>
                      <a:pt x="353968" y="262856"/>
                    </a:lnTo>
                    <a:cubicBezTo>
                      <a:pt x="347825" y="262856"/>
                      <a:pt x="343818" y="258857"/>
                      <a:pt x="343818" y="252725"/>
                    </a:cubicBezTo>
                    <a:lnTo>
                      <a:pt x="343818" y="111251"/>
                    </a:lnTo>
                    <a:cubicBezTo>
                      <a:pt x="343818" y="105119"/>
                      <a:pt x="347825" y="101120"/>
                      <a:pt x="353968" y="101120"/>
                    </a:cubicBezTo>
                    <a:close/>
                    <a:moveTo>
                      <a:pt x="496768" y="96101"/>
                    </a:moveTo>
                    <a:cubicBezTo>
                      <a:pt x="500861" y="92017"/>
                      <a:pt x="506912" y="92017"/>
                      <a:pt x="510916" y="96101"/>
                    </a:cubicBezTo>
                    <a:cubicBezTo>
                      <a:pt x="515009" y="100096"/>
                      <a:pt x="515009" y="106222"/>
                      <a:pt x="510916" y="110217"/>
                    </a:cubicBezTo>
                    <a:lnTo>
                      <a:pt x="496768" y="124334"/>
                    </a:lnTo>
                    <a:cubicBezTo>
                      <a:pt x="494722" y="126376"/>
                      <a:pt x="492675" y="127441"/>
                      <a:pt x="489650" y="127441"/>
                    </a:cubicBezTo>
                    <a:cubicBezTo>
                      <a:pt x="486624" y="127441"/>
                      <a:pt x="484578" y="126376"/>
                      <a:pt x="482620" y="124334"/>
                    </a:cubicBezTo>
                    <a:cubicBezTo>
                      <a:pt x="478527" y="120338"/>
                      <a:pt x="478527" y="114301"/>
                      <a:pt x="482620" y="110217"/>
                    </a:cubicBezTo>
                    <a:close/>
                    <a:moveTo>
                      <a:pt x="196955" y="96101"/>
                    </a:moveTo>
                    <a:cubicBezTo>
                      <a:pt x="201050" y="92017"/>
                      <a:pt x="207104" y="92017"/>
                      <a:pt x="211110" y="96101"/>
                    </a:cubicBezTo>
                    <a:lnTo>
                      <a:pt x="225355" y="110217"/>
                    </a:lnTo>
                    <a:cubicBezTo>
                      <a:pt x="229361" y="114301"/>
                      <a:pt x="229361" y="120338"/>
                      <a:pt x="225355" y="124334"/>
                    </a:cubicBezTo>
                    <a:cubicBezTo>
                      <a:pt x="223307" y="126376"/>
                      <a:pt x="220280" y="127441"/>
                      <a:pt x="218233" y="127441"/>
                    </a:cubicBezTo>
                    <a:cubicBezTo>
                      <a:pt x="215206" y="127441"/>
                      <a:pt x="213158" y="126376"/>
                      <a:pt x="211110" y="124334"/>
                    </a:cubicBezTo>
                    <a:lnTo>
                      <a:pt x="196955" y="110217"/>
                    </a:lnTo>
                    <a:cubicBezTo>
                      <a:pt x="192949" y="106222"/>
                      <a:pt x="192949" y="100096"/>
                      <a:pt x="196955" y="96101"/>
                    </a:cubicBezTo>
                    <a:close/>
                    <a:moveTo>
                      <a:pt x="103963" y="81761"/>
                    </a:moveTo>
                    <a:cubicBezTo>
                      <a:pt x="98011" y="82650"/>
                      <a:pt x="92182" y="85449"/>
                      <a:pt x="87598" y="90026"/>
                    </a:cubicBezTo>
                    <a:lnTo>
                      <a:pt x="62322" y="115266"/>
                    </a:lnTo>
                    <a:cubicBezTo>
                      <a:pt x="17732" y="159790"/>
                      <a:pt x="8654" y="209291"/>
                      <a:pt x="34998" y="265902"/>
                    </a:cubicBezTo>
                    <a:cubicBezTo>
                      <a:pt x="44077" y="285187"/>
                      <a:pt x="57249" y="304383"/>
                      <a:pt x="75494" y="322602"/>
                    </a:cubicBezTo>
                    <a:lnTo>
                      <a:pt x="283044" y="530826"/>
                    </a:lnTo>
                    <a:cubicBezTo>
                      <a:pt x="297284" y="545046"/>
                      <a:pt x="312415" y="557132"/>
                      <a:pt x="327634" y="565219"/>
                    </a:cubicBezTo>
                    <a:cubicBezTo>
                      <a:pt x="389401" y="599612"/>
                      <a:pt x="443068" y="592503"/>
                      <a:pt x="490684" y="545046"/>
                    </a:cubicBezTo>
                    <a:lnTo>
                      <a:pt x="515960" y="519717"/>
                    </a:lnTo>
                    <a:cubicBezTo>
                      <a:pt x="525127" y="510653"/>
                      <a:pt x="527085" y="496433"/>
                      <a:pt x="521033" y="485324"/>
                    </a:cubicBezTo>
                    <a:cubicBezTo>
                      <a:pt x="503856" y="451998"/>
                      <a:pt x="434969" y="411561"/>
                      <a:pt x="434969" y="411561"/>
                    </a:cubicBezTo>
                    <a:cubicBezTo>
                      <a:pt x="427582" y="407829"/>
                      <a:pt x="420195" y="405874"/>
                      <a:pt x="414321" y="406318"/>
                    </a:cubicBezTo>
                    <a:cubicBezTo>
                      <a:pt x="414143" y="406318"/>
                      <a:pt x="413876" y="406407"/>
                      <a:pt x="413698" y="406496"/>
                    </a:cubicBezTo>
                    <a:cubicBezTo>
                      <a:pt x="409604" y="407473"/>
                      <a:pt x="407646" y="409517"/>
                      <a:pt x="405599" y="413605"/>
                    </a:cubicBezTo>
                    <a:lnTo>
                      <a:pt x="404620" y="414583"/>
                    </a:lnTo>
                    <a:cubicBezTo>
                      <a:pt x="397500" y="423648"/>
                      <a:pt x="380323" y="443910"/>
                      <a:pt x="373202" y="447910"/>
                    </a:cubicBezTo>
                    <a:cubicBezTo>
                      <a:pt x="365548" y="453242"/>
                      <a:pt x="357538" y="457152"/>
                      <a:pt x="349528" y="459552"/>
                    </a:cubicBezTo>
                    <a:cubicBezTo>
                      <a:pt x="365281" y="466839"/>
                      <a:pt x="384328" y="473149"/>
                      <a:pt x="405599" y="475282"/>
                    </a:cubicBezTo>
                    <a:cubicBezTo>
                      <a:pt x="410672" y="476259"/>
                      <a:pt x="414677" y="480259"/>
                      <a:pt x="414677" y="486391"/>
                    </a:cubicBezTo>
                    <a:cubicBezTo>
                      <a:pt x="413698" y="491456"/>
                      <a:pt x="409604" y="495456"/>
                      <a:pt x="404620" y="495456"/>
                    </a:cubicBezTo>
                    <a:lnTo>
                      <a:pt x="403552" y="495456"/>
                    </a:lnTo>
                    <a:cubicBezTo>
                      <a:pt x="333686" y="488346"/>
                      <a:pt x="288117" y="443910"/>
                      <a:pt x="287138" y="441866"/>
                    </a:cubicBezTo>
                    <a:cubicBezTo>
                      <a:pt x="286871" y="441600"/>
                      <a:pt x="286604" y="441333"/>
                      <a:pt x="286426" y="441067"/>
                    </a:cubicBezTo>
                    <a:cubicBezTo>
                      <a:pt x="285625" y="440356"/>
                      <a:pt x="284824" y="439645"/>
                      <a:pt x="284112" y="438845"/>
                    </a:cubicBezTo>
                    <a:lnTo>
                      <a:pt x="176777" y="331666"/>
                    </a:lnTo>
                    <a:cubicBezTo>
                      <a:pt x="174730" y="329622"/>
                      <a:pt x="119015" y="284120"/>
                      <a:pt x="111895" y="213379"/>
                    </a:cubicBezTo>
                    <a:cubicBezTo>
                      <a:pt x="110916" y="208314"/>
                      <a:pt x="115010" y="203248"/>
                      <a:pt x="121062" y="202270"/>
                    </a:cubicBezTo>
                    <a:cubicBezTo>
                      <a:pt x="127115" y="201204"/>
                      <a:pt x="131209" y="205292"/>
                      <a:pt x="132188" y="211335"/>
                    </a:cubicBezTo>
                    <a:cubicBezTo>
                      <a:pt x="133968" y="229109"/>
                      <a:pt x="139486" y="245284"/>
                      <a:pt x="146428" y="259325"/>
                    </a:cubicBezTo>
                    <a:cubicBezTo>
                      <a:pt x="148653" y="250794"/>
                      <a:pt x="152658" y="242262"/>
                      <a:pt x="158532" y="233553"/>
                    </a:cubicBezTo>
                    <a:cubicBezTo>
                      <a:pt x="162537" y="227510"/>
                      <a:pt x="183808" y="210358"/>
                      <a:pt x="191907" y="202270"/>
                    </a:cubicBezTo>
                    <a:lnTo>
                      <a:pt x="192975" y="201204"/>
                    </a:lnTo>
                    <a:cubicBezTo>
                      <a:pt x="196980" y="199160"/>
                      <a:pt x="199027" y="196138"/>
                      <a:pt x="200006" y="193117"/>
                    </a:cubicBezTo>
                    <a:cubicBezTo>
                      <a:pt x="202053" y="187073"/>
                      <a:pt x="200006" y="178986"/>
                      <a:pt x="194933" y="170899"/>
                    </a:cubicBezTo>
                    <a:cubicBezTo>
                      <a:pt x="194933" y="169832"/>
                      <a:pt x="154438" y="102113"/>
                      <a:pt x="121062" y="84961"/>
                    </a:cubicBezTo>
                    <a:cubicBezTo>
                      <a:pt x="115989" y="81895"/>
                      <a:pt x="109915" y="80873"/>
                      <a:pt x="103963" y="81761"/>
                    </a:cubicBezTo>
                    <a:close/>
                    <a:moveTo>
                      <a:pt x="353980" y="30273"/>
                    </a:moveTo>
                    <a:cubicBezTo>
                      <a:pt x="360041" y="30273"/>
                      <a:pt x="364141" y="34368"/>
                      <a:pt x="364141" y="40422"/>
                    </a:cubicBezTo>
                    <a:lnTo>
                      <a:pt x="364141" y="60719"/>
                    </a:lnTo>
                    <a:cubicBezTo>
                      <a:pt x="364141" y="66772"/>
                      <a:pt x="360041" y="70778"/>
                      <a:pt x="353980" y="70778"/>
                    </a:cubicBezTo>
                    <a:cubicBezTo>
                      <a:pt x="347829" y="70778"/>
                      <a:pt x="343818" y="66772"/>
                      <a:pt x="343818" y="60719"/>
                    </a:cubicBezTo>
                    <a:lnTo>
                      <a:pt x="343818" y="40422"/>
                    </a:lnTo>
                    <a:cubicBezTo>
                      <a:pt x="343818" y="34368"/>
                      <a:pt x="347829" y="30273"/>
                      <a:pt x="353980" y="30273"/>
                    </a:cubicBezTo>
                    <a:close/>
                    <a:moveTo>
                      <a:pt x="353978" y="20263"/>
                    </a:moveTo>
                    <a:cubicBezTo>
                      <a:pt x="284112" y="20263"/>
                      <a:pt x="219409" y="50479"/>
                      <a:pt x="174819" y="104957"/>
                    </a:cubicBezTo>
                    <a:cubicBezTo>
                      <a:pt x="196446" y="130818"/>
                      <a:pt x="212911" y="158901"/>
                      <a:pt x="214246" y="160768"/>
                    </a:cubicBezTo>
                    <a:cubicBezTo>
                      <a:pt x="221278" y="173920"/>
                      <a:pt x="224304" y="187073"/>
                      <a:pt x="221278" y="198182"/>
                    </a:cubicBezTo>
                    <a:cubicBezTo>
                      <a:pt x="220299" y="202093"/>
                      <a:pt x="218430" y="205736"/>
                      <a:pt x="215938" y="209025"/>
                    </a:cubicBezTo>
                    <a:cubicBezTo>
                      <a:pt x="214336" y="211335"/>
                      <a:pt x="212466" y="213379"/>
                      <a:pt x="210152" y="215157"/>
                    </a:cubicBezTo>
                    <a:cubicBezTo>
                      <a:pt x="208906" y="216312"/>
                      <a:pt x="207482" y="217378"/>
                      <a:pt x="206147" y="218445"/>
                    </a:cubicBezTo>
                    <a:cubicBezTo>
                      <a:pt x="193954" y="228487"/>
                      <a:pt x="179803" y="241640"/>
                      <a:pt x="176777" y="244662"/>
                    </a:cubicBezTo>
                    <a:cubicBezTo>
                      <a:pt x="160579" y="269012"/>
                      <a:pt x="162537" y="287142"/>
                      <a:pt x="182829" y="308382"/>
                    </a:cubicBezTo>
                    <a:lnTo>
                      <a:pt x="189504" y="315136"/>
                    </a:lnTo>
                    <a:cubicBezTo>
                      <a:pt x="189771" y="315403"/>
                      <a:pt x="189949" y="315492"/>
                      <a:pt x="189949" y="315492"/>
                    </a:cubicBezTo>
                    <a:cubicBezTo>
                      <a:pt x="190572" y="316025"/>
                      <a:pt x="191195" y="316647"/>
                      <a:pt x="191640" y="317269"/>
                    </a:cubicBezTo>
                    <a:lnTo>
                      <a:pt x="298263" y="424714"/>
                    </a:lnTo>
                    <a:cubicBezTo>
                      <a:pt x="318556" y="444888"/>
                      <a:pt x="337780" y="446932"/>
                      <a:pt x="362077" y="430758"/>
                    </a:cubicBezTo>
                    <a:cubicBezTo>
                      <a:pt x="365103" y="428713"/>
                      <a:pt x="378275" y="414583"/>
                      <a:pt x="388422" y="401430"/>
                    </a:cubicBezTo>
                    <a:cubicBezTo>
                      <a:pt x="393406" y="393343"/>
                      <a:pt x="400526" y="388277"/>
                      <a:pt x="408625" y="386233"/>
                    </a:cubicBezTo>
                    <a:cubicBezTo>
                      <a:pt x="412096" y="385344"/>
                      <a:pt x="415834" y="384900"/>
                      <a:pt x="419661" y="384900"/>
                    </a:cubicBezTo>
                    <a:cubicBezTo>
                      <a:pt x="428294" y="384989"/>
                      <a:pt x="437728" y="387477"/>
                      <a:pt x="446094" y="392365"/>
                    </a:cubicBezTo>
                    <a:cubicBezTo>
                      <a:pt x="447963" y="393609"/>
                      <a:pt x="476088" y="410051"/>
                      <a:pt x="501987" y="431646"/>
                    </a:cubicBezTo>
                    <a:cubicBezTo>
                      <a:pt x="556545" y="387122"/>
                      <a:pt x="586894" y="322513"/>
                      <a:pt x="586894" y="252749"/>
                    </a:cubicBezTo>
                    <a:cubicBezTo>
                      <a:pt x="586894" y="124330"/>
                      <a:pt x="482585" y="20263"/>
                      <a:pt x="353978" y="20263"/>
                    </a:cubicBezTo>
                    <a:close/>
                    <a:moveTo>
                      <a:pt x="353978" y="0"/>
                    </a:moveTo>
                    <a:cubicBezTo>
                      <a:pt x="493710" y="0"/>
                      <a:pt x="607097" y="113222"/>
                      <a:pt x="607097" y="252749"/>
                    </a:cubicBezTo>
                    <a:cubicBezTo>
                      <a:pt x="607097" y="327578"/>
                      <a:pt x="574345" y="397786"/>
                      <a:pt x="517384" y="445421"/>
                    </a:cubicBezTo>
                    <a:cubicBezTo>
                      <a:pt x="526907" y="454753"/>
                      <a:pt x="535184" y="464617"/>
                      <a:pt x="540257" y="474215"/>
                    </a:cubicBezTo>
                    <a:cubicBezTo>
                      <a:pt x="550403" y="493412"/>
                      <a:pt x="547377" y="517673"/>
                      <a:pt x="531179" y="532870"/>
                    </a:cubicBezTo>
                    <a:lnTo>
                      <a:pt x="505814" y="559176"/>
                    </a:lnTo>
                    <a:cubicBezTo>
                      <a:pt x="474486" y="590548"/>
                      <a:pt x="438974" y="606722"/>
                      <a:pt x="401505" y="606722"/>
                    </a:cubicBezTo>
                    <a:cubicBezTo>
                      <a:pt x="375249" y="606722"/>
                      <a:pt x="346858" y="598635"/>
                      <a:pt x="318556" y="582460"/>
                    </a:cubicBezTo>
                    <a:cubicBezTo>
                      <a:pt x="301289" y="573307"/>
                      <a:pt x="285091" y="560154"/>
                      <a:pt x="268893" y="543979"/>
                    </a:cubicBezTo>
                    <a:lnTo>
                      <a:pt x="61343" y="336732"/>
                    </a:lnTo>
                    <a:cubicBezTo>
                      <a:pt x="42030" y="317536"/>
                      <a:pt x="26899" y="296296"/>
                      <a:pt x="16753" y="275056"/>
                    </a:cubicBezTo>
                    <a:cubicBezTo>
                      <a:pt x="-13596" y="210358"/>
                      <a:pt x="-2471" y="151703"/>
                      <a:pt x="48171" y="101135"/>
                    </a:cubicBezTo>
                    <a:lnTo>
                      <a:pt x="73447" y="75807"/>
                    </a:lnTo>
                    <a:cubicBezTo>
                      <a:pt x="88666" y="60699"/>
                      <a:pt x="112963" y="56611"/>
                      <a:pt x="132188" y="66742"/>
                    </a:cubicBezTo>
                    <a:cubicBezTo>
                      <a:pt x="141711" y="71719"/>
                      <a:pt x="151412" y="79895"/>
                      <a:pt x="160757" y="89315"/>
                    </a:cubicBezTo>
                    <a:cubicBezTo>
                      <a:pt x="209173" y="32971"/>
                      <a:pt x="278772" y="0"/>
                      <a:pt x="353978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49" name="组合 48" descr="33981e1e-73f2-4224-ad53-aa3fcc518402">
              <a:extLst>
                <a:ext uri="{FF2B5EF4-FFF2-40B4-BE49-F238E27FC236}">
                  <a16:creationId xmlns:a16="http://schemas.microsoft.com/office/drawing/2014/main" id="{FBF87308-0ADC-9656-2D20-84F949F3A92C}"/>
                </a:ext>
              </a:extLst>
            </p:cNvPr>
            <p:cNvGrpSpPr/>
            <p:nvPr/>
          </p:nvGrpSpPr>
          <p:grpSpPr>
            <a:xfrm>
              <a:off x="3898214" y="4068592"/>
              <a:ext cx="7620686" cy="1489059"/>
              <a:chOff x="3898214" y="4068592"/>
              <a:chExt cx="7620686" cy="1489059"/>
            </a:xfrm>
          </p:grpSpPr>
          <p:sp>
            <p:nvSpPr>
              <p:cNvPr id="38" name="Number4" descr="18f69afc-9e93-4db2-9171-9ee0684d0062">
                <a:extLst>
                  <a:ext uri="{FF2B5EF4-FFF2-40B4-BE49-F238E27FC236}">
                    <a16:creationId xmlns:a16="http://schemas.microsoft.com/office/drawing/2014/main" id="{CEB3E64C-F6BA-4472-A21D-25D55D6F7537}"/>
                  </a:ext>
                </a:extLst>
              </p:cNvPr>
              <p:cNvSpPr txBox="1"/>
              <p:nvPr/>
            </p:nvSpPr>
            <p:spPr bwMode="auto">
              <a:xfrm>
                <a:off x="3898214" y="4594775"/>
                <a:ext cx="705515" cy="731490"/>
              </a:xfrm>
              <a:prstGeom prst="rect">
                <a:avLst/>
              </a:prstGeom>
              <a:noFill/>
              <a:ln w="9525" cap="flat" cmpd="sng">
                <a:noFill/>
                <a:miter lim="800000"/>
                <a:headEnd/>
                <a:tailEnd/>
              </a:ln>
              <a:effectLst/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sz="3400" b="0" i="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id="7" name="Text4" descr="09afcc26-588f-4841-af35-212f635f65c2">
                <a:extLst>
                  <a:ext uri="{FF2B5EF4-FFF2-40B4-BE49-F238E27FC236}">
                    <a16:creationId xmlns:a16="http://schemas.microsoft.com/office/drawing/2014/main" id="{A58792C3-1CA0-4A1A-BA1A-F22FACC61511}"/>
                  </a:ext>
                </a:extLst>
              </p:cNvPr>
              <p:cNvSpPr/>
              <p:nvPr/>
            </p:nvSpPr>
            <p:spPr bwMode="auto">
              <a:xfrm>
                <a:off x="9071946" y="4683342"/>
                <a:ext cx="2446954" cy="874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跨组数据对接格式不统一，等级为低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8" name="Bullet4" descr="d930ffd4-3e1d-49c6-ac41-dbed0e2b073f">
                <a:extLst>
                  <a:ext uri="{FF2B5EF4-FFF2-40B4-BE49-F238E27FC236}">
                    <a16:creationId xmlns:a16="http://schemas.microsoft.com/office/drawing/2014/main" id="{DD83711D-092C-4958-9178-8704841440C5}"/>
                  </a:ext>
                </a:extLst>
              </p:cNvPr>
              <p:cNvSpPr txBox="1"/>
              <p:nvPr/>
            </p:nvSpPr>
            <p:spPr bwMode="auto">
              <a:xfrm>
                <a:off x="9071946" y="4068592"/>
                <a:ext cx="2446954" cy="614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协作风险</a:t>
                </a:r>
              </a:p>
            </p:txBody>
          </p:sp>
          <p:sp>
            <p:nvSpPr>
              <p:cNvPr id="9" name="Icon4" descr="5672b9bc-49a5-4bbd-bc9b-8bd9e158d432">
                <a:extLst>
                  <a:ext uri="{FF2B5EF4-FFF2-40B4-BE49-F238E27FC236}">
                    <a16:creationId xmlns:a16="http://schemas.microsoft.com/office/drawing/2014/main" id="{F5CB1D56-6B4C-408C-836F-D89D25EB4296}"/>
                  </a:ext>
                </a:extLst>
              </p:cNvPr>
              <p:cNvSpPr/>
              <p:nvPr/>
            </p:nvSpPr>
            <p:spPr bwMode="auto">
              <a:xfrm>
                <a:off x="8419081" y="4421647"/>
                <a:ext cx="471418" cy="340191"/>
              </a:xfrm>
              <a:custGeom>
                <a:avLst/>
                <a:gdLst>
                  <a:gd name="connsiteX0" fmla="*/ 91000 w 605879"/>
                  <a:gd name="connsiteY0" fmla="*/ 173662 h 437224"/>
                  <a:gd name="connsiteX1" fmla="*/ 331193 w 605879"/>
                  <a:gd name="connsiteY1" fmla="*/ 173662 h 437224"/>
                  <a:gd name="connsiteX2" fmla="*/ 342454 w 605879"/>
                  <a:gd name="connsiteY2" fmla="*/ 184882 h 437224"/>
                  <a:gd name="connsiteX3" fmla="*/ 331193 w 605879"/>
                  <a:gd name="connsiteY3" fmla="*/ 196102 h 437224"/>
                  <a:gd name="connsiteX4" fmla="*/ 91000 w 605879"/>
                  <a:gd name="connsiteY4" fmla="*/ 196102 h 437224"/>
                  <a:gd name="connsiteX5" fmla="*/ 79739 w 605879"/>
                  <a:gd name="connsiteY5" fmla="*/ 184882 h 437224"/>
                  <a:gd name="connsiteX6" fmla="*/ 91000 w 605879"/>
                  <a:gd name="connsiteY6" fmla="*/ 173662 h 437224"/>
                  <a:gd name="connsiteX7" fmla="*/ 421630 w 605879"/>
                  <a:gd name="connsiteY7" fmla="*/ 131441 h 437224"/>
                  <a:gd name="connsiteX8" fmla="*/ 423552 w 605879"/>
                  <a:gd name="connsiteY8" fmla="*/ 152274 h 437224"/>
                  <a:gd name="connsiteX9" fmla="*/ 275961 w 605879"/>
                  <a:gd name="connsiteY9" fmla="*/ 300986 h 437224"/>
                  <a:gd name="connsiteX10" fmla="*/ 408175 w 605879"/>
                  <a:gd name="connsiteY10" fmla="*/ 358277 h 437224"/>
                  <a:gd name="connsiteX11" fmla="*/ 418060 w 605879"/>
                  <a:gd name="connsiteY11" fmla="*/ 365267 h 437224"/>
                  <a:gd name="connsiteX12" fmla="*/ 488218 w 605879"/>
                  <a:gd name="connsiteY12" fmla="*/ 410360 h 437224"/>
                  <a:gd name="connsiteX13" fmla="*/ 474214 w 605879"/>
                  <a:gd name="connsiteY13" fmla="*/ 363348 h 437224"/>
                  <a:gd name="connsiteX14" fmla="*/ 482039 w 605879"/>
                  <a:gd name="connsiteY14" fmla="*/ 349916 h 437224"/>
                  <a:gd name="connsiteX15" fmla="*/ 583363 w 605879"/>
                  <a:gd name="connsiteY15" fmla="*/ 244928 h 437224"/>
                  <a:gd name="connsiteX16" fmla="*/ 421630 w 605879"/>
                  <a:gd name="connsiteY16" fmla="*/ 131441 h 437224"/>
                  <a:gd name="connsiteX17" fmla="*/ 75898 w 605879"/>
                  <a:gd name="connsiteY17" fmla="*/ 120173 h 437224"/>
                  <a:gd name="connsiteX18" fmla="*/ 340509 w 605879"/>
                  <a:gd name="connsiteY18" fmla="*/ 120173 h 437224"/>
                  <a:gd name="connsiteX19" fmla="*/ 351769 w 605879"/>
                  <a:gd name="connsiteY19" fmla="*/ 131428 h 437224"/>
                  <a:gd name="connsiteX20" fmla="*/ 340509 w 605879"/>
                  <a:gd name="connsiteY20" fmla="*/ 142683 h 437224"/>
                  <a:gd name="connsiteX21" fmla="*/ 75898 w 605879"/>
                  <a:gd name="connsiteY21" fmla="*/ 142683 h 437224"/>
                  <a:gd name="connsiteX22" fmla="*/ 64638 w 605879"/>
                  <a:gd name="connsiteY22" fmla="*/ 131428 h 437224"/>
                  <a:gd name="connsiteX23" fmla="*/ 75898 w 605879"/>
                  <a:gd name="connsiteY23" fmla="*/ 120173 h 437224"/>
                  <a:gd name="connsiteX24" fmla="*/ 210609 w 605879"/>
                  <a:gd name="connsiteY24" fmla="*/ 22478 h 437224"/>
                  <a:gd name="connsiteX25" fmla="*/ 22516 w 605879"/>
                  <a:gd name="connsiteY25" fmla="*/ 153508 h 437224"/>
                  <a:gd name="connsiteX26" fmla="*/ 139216 w 605879"/>
                  <a:gd name="connsiteY26" fmla="*/ 274807 h 437224"/>
                  <a:gd name="connsiteX27" fmla="*/ 147042 w 605879"/>
                  <a:gd name="connsiteY27" fmla="*/ 288102 h 437224"/>
                  <a:gd name="connsiteX28" fmla="*/ 130017 w 605879"/>
                  <a:gd name="connsiteY28" fmla="*/ 344297 h 437224"/>
                  <a:gd name="connsiteX29" fmla="*/ 214041 w 605879"/>
                  <a:gd name="connsiteY29" fmla="*/ 291254 h 437224"/>
                  <a:gd name="connsiteX30" fmla="*/ 223927 w 605879"/>
                  <a:gd name="connsiteY30" fmla="*/ 284264 h 437224"/>
                  <a:gd name="connsiteX31" fmla="*/ 398839 w 605879"/>
                  <a:gd name="connsiteY31" fmla="*/ 152960 h 437224"/>
                  <a:gd name="connsiteX32" fmla="*/ 369596 w 605879"/>
                  <a:gd name="connsiteY32" fmla="*/ 80592 h 437224"/>
                  <a:gd name="connsiteX33" fmla="*/ 210609 w 605879"/>
                  <a:gd name="connsiteY33" fmla="*/ 22478 h 437224"/>
                  <a:gd name="connsiteX34" fmla="*/ 210609 w 605879"/>
                  <a:gd name="connsiteY34" fmla="*/ 0 h 437224"/>
                  <a:gd name="connsiteX35" fmla="*/ 385796 w 605879"/>
                  <a:gd name="connsiteY35" fmla="*/ 64967 h 437224"/>
                  <a:gd name="connsiteX36" fmla="*/ 414079 w 605879"/>
                  <a:gd name="connsiteY36" fmla="*/ 109100 h 437224"/>
                  <a:gd name="connsiteX37" fmla="*/ 419845 w 605879"/>
                  <a:gd name="connsiteY37" fmla="*/ 108963 h 437224"/>
                  <a:gd name="connsiteX38" fmla="*/ 605879 w 605879"/>
                  <a:gd name="connsiteY38" fmla="*/ 244928 h 437224"/>
                  <a:gd name="connsiteX39" fmla="*/ 498515 w 605879"/>
                  <a:gd name="connsiteY39" fmla="*/ 368420 h 437224"/>
                  <a:gd name="connsiteX40" fmla="*/ 516088 w 605879"/>
                  <a:gd name="connsiteY40" fmla="*/ 414609 h 437224"/>
                  <a:gd name="connsiteX41" fmla="*/ 522953 w 605879"/>
                  <a:gd name="connsiteY41" fmla="*/ 428178 h 437224"/>
                  <a:gd name="connsiteX42" fmla="*/ 510185 w 605879"/>
                  <a:gd name="connsiteY42" fmla="*/ 437224 h 437224"/>
                  <a:gd name="connsiteX43" fmla="*/ 400487 w 605879"/>
                  <a:gd name="connsiteY43" fmla="*/ 380344 h 437224"/>
                  <a:gd name="connsiteX44" fmla="*/ 250836 w 605879"/>
                  <a:gd name="connsiteY44" fmla="*/ 304275 h 437224"/>
                  <a:gd name="connsiteX45" fmla="*/ 231752 w 605879"/>
                  <a:gd name="connsiteY45" fmla="*/ 306331 h 437224"/>
                  <a:gd name="connsiteX46" fmla="*/ 107639 w 605879"/>
                  <a:gd name="connsiteY46" fmla="*/ 371161 h 437224"/>
                  <a:gd name="connsiteX47" fmla="*/ 94596 w 605879"/>
                  <a:gd name="connsiteY47" fmla="*/ 361978 h 437224"/>
                  <a:gd name="connsiteX48" fmla="*/ 102009 w 605879"/>
                  <a:gd name="connsiteY48" fmla="*/ 348135 h 437224"/>
                  <a:gd name="connsiteX49" fmla="*/ 122741 w 605879"/>
                  <a:gd name="connsiteY49" fmla="*/ 293173 h 437224"/>
                  <a:gd name="connsiteX50" fmla="*/ 0 w 605879"/>
                  <a:gd name="connsiteY50" fmla="*/ 153508 h 437224"/>
                  <a:gd name="connsiteX51" fmla="*/ 210609 w 605879"/>
                  <a:gd name="connsiteY51" fmla="*/ 0 h 437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605879" h="437224">
                    <a:moveTo>
                      <a:pt x="91000" y="173662"/>
                    </a:moveTo>
                    <a:lnTo>
                      <a:pt x="331193" y="173662"/>
                    </a:lnTo>
                    <a:cubicBezTo>
                      <a:pt x="337373" y="173662"/>
                      <a:pt x="342454" y="178725"/>
                      <a:pt x="342454" y="184882"/>
                    </a:cubicBezTo>
                    <a:cubicBezTo>
                      <a:pt x="342454" y="191040"/>
                      <a:pt x="337373" y="196102"/>
                      <a:pt x="331193" y="196102"/>
                    </a:cubicBezTo>
                    <a:lnTo>
                      <a:pt x="91000" y="196102"/>
                    </a:lnTo>
                    <a:cubicBezTo>
                      <a:pt x="84683" y="196102"/>
                      <a:pt x="79739" y="191040"/>
                      <a:pt x="79739" y="184882"/>
                    </a:cubicBezTo>
                    <a:cubicBezTo>
                      <a:pt x="79739" y="178725"/>
                      <a:pt x="84683" y="173662"/>
                      <a:pt x="91000" y="173662"/>
                    </a:cubicBezTo>
                    <a:close/>
                    <a:moveTo>
                      <a:pt x="421630" y="131441"/>
                    </a:moveTo>
                    <a:cubicBezTo>
                      <a:pt x="423003" y="138294"/>
                      <a:pt x="423552" y="145284"/>
                      <a:pt x="423552" y="152274"/>
                    </a:cubicBezTo>
                    <a:cubicBezTo>
                      <a:pt x="423552" y="220668"/>
                      <a:pt x="362456" y="281249"/>
                      <a:pt x="275961" y="300986"/>
                    </a:cubicBezTo>
                    <a:cubicBezTo>
                      <a:pt x="302047" y="334017"/>
                      <a:pt x="350924" y="355536"/>
                      <a:pt x="408175" y="358277"/>
                    </a:cubicBezTo>
                    <a:cubicBezTo>
                      <a:pt x="412569" y="358551"/>
                      <a:pt x="416413" y="361293"/>
                      <a:pt x="418060" y="365267"/>
                    </a:cubicBezTo>
                    <a:cubicBezTo>
                      <a:pt x="427259" y="388019"/>
                      <a:pt x="463505" y="403370"/>
                      <a:pt x="488218" y="410360"/>
                    </a:cubicBezTo>
                    <a:cubicBezTo>
                      <a:pt x="483962" y="399944"/>
                      <a:pt x="479156" y="385004"/>
                      <a:pt x="474214" y="363348"/>
                    </a:cubicBezTo>
                    <a:cubicBezTo>
                      <a:pt x="472841" y="357455"/>
                      <a:pt x="476273" y="351698"/>
                      <a:pt x="482039" y="349916"/>
                    </a:cubicBezTo>
                    <a:cubicBezTo>
                      <a:pt x="543685" y="332236"/>
                      <a:pt x="583500" y="290980"/>
                      <a:pt x="583363" y="244928"/>
                    </a:cubicBezTo>
                    <a:cubicBezTo>
                      <a:pt x="583363" y="182839"/>
                      <a:pt x="511009" y="132126"/>
                      <a:pt x="421630" y="131441"/>
                    </a:cubicBezTo>
                    <a:close/>
                    <a:moveTo>
                      <a:pt x="75898" y="120173"/>
                    </a:moveTo>
                    <a:lnTo>
                      <a:pt x="340509" y="120173"/>
                    </a:lnTo>
                    <a:cubicBezTo>
                      <a:pt x="346826" y="120173"/>
                      <a:pt x="351769" y="125114"/>
                      <a:pt x="351769" y="131428"/>
                    </a:cubicBezTo>
                    <a:cubicBezTo>
                      <a:pt x="351769" y="137604"/>
                      <a:pt x="346826" y="142683"/>
                      <a:pt x="340509" y="142683"/>
                    </a:cubicBezTo>
                    <a:lnTo>
                      <a:pt x="75898" y="142683"/>
                    </a:lnTo>
                    <a:cubicBezTo>
                      <a:pt x="69719" y="142683"/>
                      <a:pt x="64638" y="137604"/>
                      <a:pt x="64638" y="131428"/>
                    </a:cubicBezTo>
                    <a:cubicBezTo>
                      <a:pt x="64638" y="125114"/>
                      <a:pt x="69719" y="120173"/>
                      <a:pt x="75898" y="120173"/>
                    </a:cubicBezTo>
                    <a:close/>
                    <a:moveTo>
                      <a:pt x="210609" y="22478"/>
                    </a:moveTo>
                    <a:cubicBezTo>
                      <a:pt x="106952" y="22478"/>
                      <a:pt x="22516" y="81277"/>
                      <a:pt x="22516" y="153508"/>
                    </a:cubicBezTo>
                    <a:cubicBezTo>
                      <a:pt x="22516" y="206688"/>
                      <a:pt x="68372" y="254385"/>
                      <a:pt x="139216" y="274807"/>
                    </a:cubicBezTo>
                    <a:cubicBezTo>
                      <a:pt x="144983" y="276452"/>
                      <a:pt x="148415" y="282208"/>
                      <a:pt x="147042" y="288102"/>
                    </a:cubicBezTo>
                    <a:cubicBezTo>
                      <a:pt x="140864" y="314966"/>
                      <a:pt x="135097" y="332647"/>
                      <a:pt x="130017" y="344297"/>
                    </a:cubicBezTo>
                    <a:cubicBezTo>
                      <a:pt x="158437" y="336622"/>
                      <a:pt x="203058" y="318667"/>
                      <a:pt x="214041" y="291254"/>
                    </a:cubicBezTo>
                    <a:cubicBezTo>
                      <a:pt x="215689" y="287280"/>
                      <a:pt x="219533" y="284538"/>
                      <a:pt x="223927" y="284264"/>
                    </a:cubicBezTo>
                    <a:cubicBezTo>
                      <a:pt x="320170" y="279604"/>
                      <a:pt x="395407" y="223135"/>
                      <a:pt x="398839" y="152960"/>
                    </a:cubicBezTo>
                    <a:cubicBezTo>
                      <a:pt x="400075" y="126918"/>
                      <a:pt x="389915" y="101836"/>
                      <a:pt x="369596" y="80592"/>
                    </a:cubicBezTo>
                    <a:cubicBezTo>
                      <a:pt x="334860" y="44133"/>
                      <a:pt x="275412" y="22478"/>
                      <a:pt x="210609" y="22478"/>
                    </a:cubicBezTo>
                    <a:close/>
                    <a:moveTo>
                      <a:pt x="210609" y="0"/>
                    </a:moveTo>
                    <a:cubicBezTo>
                      <a:pt x="281453" y="0"/>
                      <a:pt x="346942" y="24260"/>
                      <a:pt x="385796" y="64967"/>
                    </a:cubicBezTo>
                    <a:cubicBezTo>
                      <a:pt x="398702" y="78536"/>
                      <a:pt x="408175" y="93338"/>
                      <a:pt x="414079" y="109100"/>
                    </a:cubicBezTo>
                    <a:cubicBezTo>
                      <a:pt x="416001" y="108963"/>
                      <a:pt x="417923" y="108963"/>
                      <a:pt x="419845" y="108963"/>
                    </a:cubicBezTo>
                    <a:cubicBezTo>
                      <a:pt x="522404" y="108963"/>
                      <a:pt x="606016" y="169955"/>
                      <a:pt x="605879" y="244928"/>
                    </a:cubicBezTo>
                    <a:cubicBezTo>
                      <a:pt x="605879" y="298519"/>
                      <a:pt x="564141" y="346079"/>
                      <a:pt x="498515" y="368420"/>
                    </a:cubicBezTo>
                    <a:cubicBezTo>
                      <a:pt x="506066" y="398025"/>
                      <a:pt x="512931" y="412279"/>
                      <a:pt x="516088" y="414609"/>
                    </a:cubicBezTo>
                    <a:cubicBezTo>
                      <a:pt x="524601" y="418858"/>
                      <a:pt x="523228" y="426671"/>
                      <a:pt x="522953" y="428178"/>
                    </a:cubicBezTo>
                    <a:cubicBezTo>
                      <a:pt x="522541" y="429686"/>
                      <a:pt x="520207" y="437224"/>
                      <a:pt x="510185" y="437224"/>
                    </a:cubicBezTo>
                    <a:cubicBezTo>
                      <a:pt x="497828" y="437224"/>
                      <a:pt x="423689" y="421325"/>
                      <a:pt x="400487" y="380344"/>
                    </a:cubicBezTo>
                    <a:cubicBezTo>
                      <a:pt x="333899" y="375410"/>
                      <a:pt x="277746" y="346764"/>
                      <a:pt x="250836" y="304275"/>
                    </a:cubicBezTo>
                    <a:cubicBezTo>
                      <a:pt x="244521" y="305098"/>
                      <a:pt x="238205" y="305783"/>
                      <a:pt x="231752" y="306331"/>
                    </a:cubicBezTo>
                    <a:cubicBezTo>
                      <a:pt x="206216" y="353069"/>
                      <a:pt x="121643" y="371161"/>
                      <a:pt x="107639" y="371161"/>
                    </a:cubicBezTo>
                    <a:cubicBezTo>
                      <a:pt x="97616" y="371161"/>
                      <a:pt x="95145" y="364171"/>
                      <a:pt x="94596" y="361978"/>
                    </a:cubicBezTo>
                    <a:cubicBezTo>
                      <a:pt x="94184" y="360470"/>
                      <a:pt x="92948" y="352658"/>
                      <a:pt x="102009" y="348135"/>
                    </a:cubicBezTo>
                    <a:cubicBezTo>
                      <a:pt x="105030" y="345942"/>
                      <a:pt x="113130" y="331550"/>
                      <a:pt x="122741" y="293173"/>
                    </a:cubicBezTo>
                    <a:cubicBezTo>
                      <a:pt x="47778" y="268228"/>
                      <a:pt x="0" y="214226"/>
                      <a:pt x="0" y="153508"/>
                    </a:cubicBezTo>
                    <a:cubicBezTo>
                      <a:pt x="0" y="68804"/>
                      <a:pt x="94458" y="0"/>
                      <a:pt x="2106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lnSpcReduction="10000"/>
              </a:bodyPr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风险评估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48cbe186-efef-43ae-82a0-3098c7b2f4dc.source.3.zh-Hans.pptx" descr="318ae43d-da04-4be3-9c43-6f5e6b24052b">
            <a:extLst>
              <a:ext uri="{FF2B5EF4-FFF2-40B4-BE49-F238E27FC236}">
                <a16:creationId xmlns:a16="http://schemas.microsoft.com/office/drawing/2014/main" id="{CDCA4F84-458B-8B85-185F-54D51ADED500}"/>
              </a:ext>
            </a:extLst>
          </p:cNvPr>
          <p:cNvGrpSpPr/>
          <p:nvPr/>
        </p:nvGrpSpPr>
        <p:grpSpPr>
          <a:xfrm>
            <a:off x="0" y="1606591"/>
            <a:ext cx="12185068" cy="5251409"/>
            <a:chOff x="0" y="1606591"/>
            <a:chExt cx="12185068" cy="5251409"/>
          </a:xfrm>
        </p:grpSpPr>
        <p:sp>
          <p:nvSpPr>
            <p:cNvPr id="310" name="任意多边形: 形状 309" descr="ba7075be-f9b5-4fea-9488-304c81f43a91">
              <a:extLst>
                <a:ext uri="{FF2B5EF4-FFF2-40B4-BE49-F238E27FC236}">
                  <a16:creationId xmlns:a16="http://schemas.microsoft.com/office/drawing/2014/main" id="{9FD76F56-E785-5B85-3C1B-95F90AAA85E9}"/>
                </a:ext>
              </a:extLst>
            </p:cNvPr>
            <p:cNvSpPr/>
            <p:nvPr/>
          </p:nvSpPr>
          <p:spPr>
            <a:xfrm>
              <a:off x="0" y="4240741"/>
              <a:ext cx="12185068" cy="2617259"/>
            </a:xfrm>
            <a:custGeom>
              <a:avLst/>
              <a:gdLst>
                <a:gd name="connsiteX0" fmla="*/ 0 w 12185068"/>
                <a:gd name="connsiteY0" fmla="*/ 0 h 2617259"/>
                <a:gd name="connsiteX1" fmla="*/ 12185068 w 12185068"/>
                <a:gd name="connsiteY1" fmla="*/ 0 h 2617259"/>
                <a:gd name="connsiteX2" fmla="*/ 12185068 w 12185068"/>
                <a:gd name="connsiteY2" fmla="*/ 2617259 h 2617259"/>
                <a:gd name="connsiteX3" fmla="*/ 0 w 12185068"/>
                <a:gd name="connsiteY3" fmla="*/ 2617259 h 2617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85068" h="2617259">
                  <a:moveTo>
                    <a:pt x="0" y="0"/>
                  </a:moveTo>
                  <a:lnTo>
                    <a:pt x="12185068" y="0"/>
                  </a:lnTo>
                  <a:lnTo>
                    <a:pt x="12185068" y="2617259"/>
                  </a:lnTo>
                  <a:lnTo>
                    <a:pt x="0" y="2617259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/>
            <a:p>
              <a:pPr algn="ctr"/>
              <a:endParaRPr/>
            </a:p>
          </p:txBody>
        </p:sp>
        <p:grpSp>
          <p:nvGrpSpPr>
            <p:cNvPr id="322" name="组合 321" descr="e6afdf1e-7d10-4109-a986-e916520edb44">
              <a:extLst>
                <a:ext uri="{FF2B5EF4-FFF2-40B4-BE49-F238E27FC236}">
                  <a16:creationId xmlns:a16="http://schemas.microsoft.com/office/drawing/2014/main" id="{8E3256BB-E54F-0418-8C70-2F9EE84BA780}"/>
                </a:ext>
              </a:extLst>
            </p:cNvPr>
            <p:cNvGrpSpPr/>
            <p:nvPr/>
          </p:nvGrpSpPr>
          <p:grpSpPr>
            <a:xfrm>
              <a:off x="1828795" y="1606591"/>
              <a:ext cx="3670292" cy="2748289"/>
              <a:chOff x="1828795" y="1606591"/>
              <a:chExt cx="3670292" cy="2748289"/>
            </a:xfrm>
          </p:grpSpPr>
          <p:sp>
            <p:nvSpPr>
              <p:cNvPr id="22" name="îṣḷïḋê" descr="0f5fcd02-1a6d-4c3a-83d3-76651fb18586">
                <a:extLst>
                  <a:ext uri="{FF2B5EF4-FFF2-40B4-BE49-F238E27FC236}">
                    <a16:creationId xmlns:a16="http://schemas.microsoft.com/office/drawing/2014/main" id="{88AE8117-F531-4C55-8C1C-67D2E793629E}"/>
                  </a:ext>
                </a:extLst>
              </p:cNvPr>
              <p:cNvSpPr/>
              <p:nvPr/>
            </p:nvSpPr>
            <p:spPr bwMode="auto">
              <a:xfrm>
                <a:off x="2559086" y="1703003"/>
                <a:ext cx="66491" cy="170660"/>
              </a:xfrm>
              <a:custGeom>
                <a:avLst/>
                <a:gdLst>
                  <a:gd name="T0" fmla="*/ 76 w 79"/>
                  <a:gd name="T1" fmla="*/ 191 h 203"/>
                  <a:gd name="T2" fmla="*/ 75 w 79"/>
                  <a:gd name="T3" fmla="*/ 203 h 203"/>
                  <a:gd name="T4" fmla="*/ 76 w 79"/>
                  <a:gd name="T5" fmla="*/ 191 h 203"/>
                  <a:gd name="T6" fmla="*/ 17 w 79"/>
                  <a:gd name="T7" fmla="*/ 0 h 203"/>
                  <a:gd name="T8" fmla="*/ 6 w 79"/>
                  <a:gd name="T9" fmla="*/ 20 h 203"/>
                  <a:gd name="T10" fmla="*/ 13 w 79"/>
                  <a:gd name="T11" fmla="*/ 30 h 203"/>
                  <a:gd name="T12" fmla="*/ 72 w 79"/>
                  <a:gd name="T13" fmla="*/ 167 h 203"/>
                  <a:gd name="T14" fmla="*/ 76 w 79"/>
                  <a:gd name="T15" fmla="*/ 191 h 203"/>
                  <a:gd name="T16" fmla="*/ 69 w 79"/>
                  <a:gd name="T17" fmla="*/ 109 h 203"/>
                  <a:gd name="T18" fmla="*/ 35 w 79"/>
                  <a:gd name="T19" fmla="*/ 20 h 203"/>
                  <a:gd name="T20" fmla="*/ 27 w 79"/>
                  <a:gd name="T21" fmla="*/ 5 h 203"/>
                  <a:gd name="T22" fmla="*/ 17 w 79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9" h="203">
                    <a:moveTo>
                      <a:pt x="76" y="191"/>
                    </a:moveTo>
                    <a:cubicBezTo>
                      <a:pt x="76" y="195"/>
                      <a:pt x="75" y="199"/>
                      <a:pt x="75" y="203"/>
                    </a:cubicBezTo>
                    <a:cubicBezTo>
                      <a:pt x="76" y="199"/>
                      <a:pt x="76" y="195"/>
                      <a:pt x="76" y="191"/>
                    </a:cubicBezTo>
                    <a:moveTo>
                      <a:pt x="17" y="0"/>
                    </a:moveTo>
                    <a:cubicBezTo>
                      <a:pt x="8" y="0"/>
                      <a:pt x="0" y="10"/>
                      <a:pt x="6" y="20"/>
                    </a:cubicBezTo>
                    <a:cubicBezTo>
                      <a:pt x="8" y="23"/>
                      <a:pt x="11" y="27"/>
                      <a:pt x="13" y="30"/>
                    </a:cubicBezTo>
                    <a:cubicBezTo>
                      <a:pt x="43" y="70"/>
                      <a:pt x="59" y="119"/>
                      <a:pt x="72" y="167"/>
                    </a:cubicBezTo>
                    <a:cubicBezTo>
                      <a:pt x="74" y="175"/>
                      <a:pt x="76" y="183"/>
                      <a:pt x="76" y="191"/>
                    </a:cubicBezTo>
                    <a:cubicBezTo>
                      <a:pt x="79" y="163"/>
                      <a:pt x="76" y="135"/>
                      <a:pt x="69" y="109"/>
                    </a:cubicBezTo>
                    <a:cubicBezTo>
                      <a:pt x="61" y="78"/>
                      <a:pt x="48" y="49"/>
                      <a:pt x="35" y="20"/>
                    </a:cubicBezTo>
                    <a:cubicBezTo>
                      <a:pt x="33" y="14"/>
                      <a:pt x="30" y="9"/>
                      <a:pt x="27" y="5"/>
                    </a:cubicBezTo>
                    <a:cubicBezTo>
                      <a:pt x="24" y="1"/>
                      <a:pt x="20" y="0"/>
                      <a:pt x="17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" name="îšľïdê" descr="a781d4d6-5913-49a8-ac29-a0420806b013">
                <a:extLst>
                  <a:ext uri="{FF2B5EF4-FFF2-40B4-BE49-F238E27FC236}">
                    <a16:creationId xmlns:a16="http://schemas.microsoft.com/office/drawing/2014/main" id="{94D1E88E-EF50-4FC3-9432-B0C81F37F8BD}"/>
                  </a:ext>
                </a:extLst>
              </p:cNvPr>
              <p:cNvSpPr/>
              <p:nvPr/>
            </p:nvSpPr>
            <p:spPr bwMode="auto">
              <a:xfrm>
                <a:off x="2399508" y="1777251"/>
                <a:ext cx="208338" cy="89763"/>
              </a:xfrm>
              <a:custGeom>
                <a:avLst/>
                <a:gdLst>
                  <a:gd name="T0" fmla="*/ 22 w 247"/>
                  <a:gd name="T1" fmla="*/ 0 h 106"/>
                  <a:gd name="T2" fmla="*/ 20 w 247"/>
                  <a:gd name="T3" fmla="*/ 32 h 106"/>
                  <a:gd name="T4" fmla="*/ 35 w 247"/>
                  <a:gd name="T5" fmla="*/ 33 h 106"/>
                  <a:gd name="T6" fmla="*/ 211 w 247"/>
                  <a:gd name="T7" fmla="*/ 81 h 106"/>
                  <a:gd name="T8" fmla="*/ 247 w 247"/>
                  <a:gd name="T9" fmla="*/ 106 h 106"/>
                  <a:gd name="T10" fmla="*/ 153 w 247"/>
                  <a:gd name="T11" fmla="*/ 39 h 106"/>
                  <a:gd name="T12" fmla="*/ 43 w 247"/>
                  <a:gd name="T13" fmla="*/ 4 h 106"/>
                  <a:gd name="T14" fmla="*/ 22 w 247"/>
                  <a:gd name="T1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7" h="106">
                    <a:moveTo>
                      <a:pt x="22" y="0"/>
                    </a:moveTo>
                    <a:cubicBezTo>
                      <a:pt x="2" y="0"/>
                      <a:pt x="0" y="30"/>
                      <a:pt x="20" y="32"/>
                    </a:cubicBezTo>
                    <a:cubicBezTo>
                      <a:pt x="25" y="32"/>
                      <a:pt x="30" y="32"/>
                      <a:pt x="35" y="33"/>
                    </a:cubicBezTo>
                    <a:cubicBezTo>
                      <a:pt x="97" y="34"/>
                      <a:pt x="155" y="57"/>
                      <a:pt x="211" y="81"/>
                    </a:cubicBezTo>
                    <a:cubicBezTo>
                      <a:pt x="225" y="86"/>
                      <a:pt x="239" y="93"/>
                      <a:pt x="247" y="106"/>
                    </a:cubicBezTo>
                    <a:cubicBezTo>
                      <a:pt x="222" y="76"/>
                      <a:pt x="189" y="55"/>
                      <a:pt x="153" y="39"/>
                    </a:cubicBezTo>
                    <a:cubicBezTo>
                      <a:pt x="118" y="24"/>
                      <a:pt x="80" y="13"/>
                      <a:pt x="43" y="4"/>
                    </a:cubicBezTo>
                    <a:cubicBezTo>
                      <a:pt x="36" y="2"/>
                      <a:pt x="29" y="1"/>
                      <a:pt x="22" y="0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" name="ísḷîdè" descr="fadb9271-ba48-4c25-9d3a-833a6ca267f3">
                <a:extLst>
                  <a:ext uri="{FF2B5EF4-FFF2-40B4-BE49-F238E27FC236}">
                    <a16:creationId xmlns:a16="http://schemas.microsoft.com/office/drawing/2014/main" id="{3A644C69-D3A2-46DE-9860-81588B2E1898}"/>
                  </a:ext>
                </a:extLst>
              </p:cNvPr>
              <p:cNvSpPr/>
              <p:nvPr/>
            </p:nvSpPr>
            <p:spPr bwMode="auto">
              <a:xfrm>
                <a:off x="2411698" y="1840417"/>
                <a:ext cx="142956" cy="45436"/>
              </a:xfrm>
              <a:custGeom>
                <a:avLst/>
                <a:gdLst>
                  <a:gd name="T0" fmla="*/ 160 w 169"/>
                  <a:gd name="T1" fmla="*/ 46 h 53"/>
                  <a:gd name="T2" fmla="*/ 169 w 169"/>
                  <a:gd name="T3" fmla="*/ 53 h 53"/>
                  <a:gd name="T4" fmla="*/ 160 w 169"/>
                  <a:gd name="T5" fmla="*/ 46 h 53"/>
                  <a:gd name="T6" fmla="*/ 15 w 169"/>
                  <a:gd name="T7" fmla="*/ 0 h 53"/>
                  <a:gd name="T8" fmla="*/ 13 w 169"/>
                  <a:gd name="T9" fmla="*/ 0 h 53"/>
                  <a:gd name="T10" fmla="*/ 16 w 169"/>
                  <a:gd name="T11" fmla="*/ 19 h 53"/>
                  <a:gd name="T12" fmla="*/ 26 w 169"/>
                  <a:gd name="T13" fmla="*/ 19 h 53"/>
                  <a:gd name="T14" fmla="*/ 33 w 169"/>
                  <a:gd name="T15" fmla="*/ 18 h 53"/>
                  <a:gd name="T16" fmla="*/ 143 w 169"/>
                  <a:gd name="T17" fmla="*/ 40 h 53"/>
                  <a:gd name="T18" fmla="*/ 160 w 169"/>
                  <a:gd name="T19" fmla="*/ 46 h 53"/>
                  <a:gd name="T20" fmla="*/ 101 w 169"/>
                  <a:gd name="T21" fmla="*/ 18 h 53"/>
                  <a:gd name="T22" fmla="*/ 26 w 169"/>
                  <a:gd name="T23" fmla="*/ 1 h 53"/>
                  <a:gd name="T24" fmla="*/ 15 w 169"/>
                  <a:gd name="T25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53">
                    <a:moveTo>
                      <a:pt x="160" y="46"/>
                    </a:moveTo>
                    <a:cubicBezTo>
                      <a:pt x="163" y="48"/>
                      <a:pt x="166" y="50"/>
                      <a:pt x="169" y="53"/>
                    </a:cubicBezTo>
                    <a:cubicBezTo>
                      <a:pt x="167" y="50"/>
                      <a:pt x="163" y="48"/>
                      <a:pt x="160" y="46"/>
                    </a:cubicBezTo>
                    <a:moveTo>
                      <a:pt x="15" y="0"/>
                    </a:moveTo>
                    <a:cubicBezTo>
                      <a:pt x="14" y="0"/>
                      <a:pt x="13" y="0"/>
                      <a:pt x="13" y="0"/>
                    </a:cubicBezTo>
                    <a:cubicBezTo>
                      <a:pt x="0" y="1"/>
                      <a:pt x="3" y="19"/>
                      <a:pt x="16" y="19"/>
                    </a:cubicBezTo>
                    <a:cubicBezTo>
                      <a:pt x="19" y="19"/>
                      <a:pt x="23" y="19"/>
                      <a:pt x="26" y="19"/>
                    </a:cubicBezTo>
                    <a:cubicBezTo>
                      <a:pt x="28" y="18"/>
                      <a:pt x="31" y="18"/>
                      <a:pt x="33" y="18"/>
                    </a:cubicBezTo>
                    <a:cubicBezTo>
                      <a:pt x="70" y="18"/>
                      <a:pt x="107" y="29"/>
                      <a:pt x="143" y="40"/>
                    </a:cubicBezTo>
                    <a:cubicBezTo>
                      <a:pt x="149" y="41"/>
                      <a:pt x="155" y="43"/>
                      <a:pt x="160" y="46"/>
                    </a:cubicBezTo>
                    <a:cubicBezTo>
                      <a:pt x="142" y="34"/>
                      <a:pt x="122" y="24"/>
                      <a:pt x="101" y="18"/>
                    </a:cubicBezTo>
                    <a:cubicBezTo>
                      <a:pt x="76" y="10"/>
                      <a:pt x="51" y="5"/>
                      <a:pt x="26" y="1"/>
                    </a:cubicBezTo>
                    <a:cubicBezTo>
                      <a:pt x="22" y="1"/>
                      <a:pt x="18" y="0"/>
                      <a:pt x="15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" name="îṥļîḋè" descr="e75da606-5ae3-46e2-81b4-8a6e05f3e84a">
                <a:extLst>
                  <a:ext uri="{FF2B5EF4-FFF2-40B4-BE49-F238E27FC236}">
                    <a16:creationId xmlns:a16="http://schemas.microsoft.com/office/drawing/2014/main" id="{F203B824-CAD6-43A4-B983-53642426887E}"/>
                  </a:ext>
                </a:extLst>
              </p:cNvPr>
              <p:cNvSpPr/>
              <p:nvPr/>
            </p:nvSpPr>
            <p:spPr bwMode="auto">
              <a:xfrm>
                <a:off x="2637766" y="1985589"/>
                <a:ext cx="21056" cy="144063"/>
              </a:xfrm>
              <a:custGeom>
                <a:avLst/>
                <a:gdLst>
                  <a:gd name="T0" fmla="*/ 14 w 25"/>
                  <a:gd name="T1" fmla="*/ 11 h 171"/>
                  <a:gd name="T2" fmla="*/ 1 w 25"/>
                  <a:gd name="T3" fmla="*/ 75 h 171"/>
                  <a:gd name="T4" fmla="*/ 3 w 25"/>
                  <a:gd name="T5" fmla="*/ 152 h 171"/>
                  <a:gd name="T6" fmla="*/ 6 w 25"/>
                  <a:gd name="T7" fmla="*/ 165 h 171"/>
                  <a:gd name="T8" fmla="*/ 13 w 25"/>
                  <a:gd name="T9" fmla="*/ 171 h 171"/>
                  <a:gd name="T10" fmla="*/ 23 w 25"/>
                  <a:gd name="T11" fmla="*/ 157 h 171"/>
                  <a:gd name="T12" fmla="*/ 20 w 25"/>
                  <a:gd name="T13" fmla="*/ 148 h 171"/>
                  <a:gd name="T14" fmla="*/ 12 w 25"/>
                  <a:gd name="T15" fmla="*/ 29 h 171"/>
                  <a:gd name="T16" fmla="*/ 14 w 25"/>
                  <a:gd name="T17" fmla="*/ 11 h 171"/>
                  <a:gd name="T18" fmla="*/ 18 w 25"/>
                  <a:gd name="T19" fmla="*/ 0 h 171"/>
                  <a:gd name="T20" fmla="*/ 14 w 25"/>
                  <a:gd name="T21" fmla="*/ 11 h 171"/>
                  <a:gd name="T22" fmla="*/ 18 w 25"/>
                  <a:gd name="T23" fmla="*/ 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" h="171">
                    <a:moveTo>
                      <a:pt x="14" y="11"/>
                    </a:moveTo>
                    <a:cubicBezTo>
                      <a:pt x="6" y="32"/>
                      <a:pt x="2" y="53"/>
                      <a:pt x="1" y="75"/>
                    </a:cubicBezTo>
                    <a:cubicBezTo>
                      <a:pt x="0" y="101"/>
                      <a:pt x="1" y="126"/>
                      <a:pt x="3" y="152"/>
                    </a:cubicBezTo>
                    <a:cubicBezTo>
                      <a:pt x="4" y="156"/>
                      <a:pt x="5" y="161"/>
                      <a:pt x="6" y="165"/>
                    </a:cubicBezTo>
                    <a:cubicBezTo>
                      <a:pt x="7" y="169"/>
                      <a:pt x="10" y="171"/>
                      <a:pt x="13" y="171"/>
                    </a:cubicBezTo>
                    <a:cubicBezTo>
                      <a:pt x="19" y="171"/>
                      <a:pt x="25" y="165"/>
                      <a:pt x="23" y="157"/>
                    </a:cubicBezTo>
                    <a:cubicBezTo>
                      <a:pt x="22" y="154"/>
                      <a:pt x="21" y="151"/>
                      <a:pt x="20" y="148"/>
                    </a:cubicBezTo>
                    <a:cubicBezTo>
                      <a:pt x="9" y="111"/>
                      <a:pt x="10" y="69"/>
                      <a:pt x="12" y="29"/>
                    </a:cubicBezTo>
                    <a:cubicBezTo>
                      <a:pt x="12" y="23"/>
                      <a:pt x="12" y="17"/>
                      <a:pt x="14" y="11"/>
                    </a:cubicBezTo>
                    <a:moveTo>
                      <a:pt x="18" y="0"/>
                    </a:moveTo>
                    <a:cubicBezTo>
                      <a:pt x="16" y="4"/>
                      <a:pt x="15" y="7"/>
                      <a:pt x="14" y="11"/>
                    </a:cubicBezTo>
                    <a:cubicBezTo>
                      <a:pt x="15" y="7"/>
                      <a:pt x="16" y="4"/>
                      <a:pt x="18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" name="ísḷïḍé" descr="e5d64564-15f0-4094-bc9f-06769c2bf601">
                <a:extLst>
                  <a:ext uri="{FF2B5EF4-FFF2-40B4-BE49-F238E27FC236}">
                    <a16:creationId xmlns:a16="http://schemas.microsoft.com/office/drawing/2014/main" id="{04037DC3-08C0-474E-8785-33508CF344B0}"/>
                  </a:ext>
                </a:extLst>
              </p:cNvPr>
              <p:cNvSpPr/>
              <p:nvPr/>
            </p:nvSpPr>
            <p:spPr bwMode="auto">
              <a:xfrm>
                <a:off x="2434970" y="1691921"/>
                <a:ext cx="80897" cy="43219"/>
              </a:xfrm>
              <a:custGeom>
                <a:avLst/>
                <a:gdLst>
                  <a:gd name="T0" fmla="*/ 91 w 95"/>
                  <a:gd name="T1" fmla="*/ 47 h 51"/>
                  <a:gd name="T2" fmla="*/ 95 w 95"/>
                  <a:gd name="T3" fmla="*/ 51 h 51"/>
                  <a:gd name="T4" fmla="*/ 91 w 95"/>
                  <a:gd name="T5" fmla="*/ 47 h 51"/>
                  <a:gd name="T6" fmla="*/ 7 w 95"/>
                  <a:gd name="T7" fmla="*/ 0 h 51"/>
                  <a:gd name="T8" fmla="*/ 7 w 95"/>
                  <a:gd name="T9" fmla="*/ 11 h 51"/>
                  <a:gd name="T10" fmla="*/ 13 w 95"/>
                  <a:gd name="T11" fmla="*/ 12 h 51"/>
                  <a:gd name="T12" fmla="*/ 81 w 95"/>
                  <a:gd name="T13" fmla="*/ 40 h 51"/>
                  <a:gd name="T14" fmla="*/ 91 w 95"/>
                  <a:gd name="T15" fmla="*/ 47 h 51"/>
                  <a:gd name="T16" fmla="*/ 58 w 95"/>
                  <a:gd name="T17" fmla="*/ 21 h 51"/>
                  <a:gd name="T18" fmla="*/ 16 w 95"/>
                  <a:gd name="T19" fmla="*/ 2 h 51"/>
                  <a:gd name="T20" fmla="*/ 8 w 95"/>
                  <a:gd name="T21" fmla="*/ 0 h 51"/>
                  <a:gd name="T22" fmla="*/ 7 w 95"/>
                  <a:gd name="T2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5" h="51">
                    <a:moveTo>
                      <a:pt x="91" y="47"/>
                    </a:moveTo>
                    <a:cubicBezTo>
                      <a:pt x="92" y="48"/>
                      <a:pt x="93" y="50"/>
                      <a:pt x="95" y="51"/>
                    </a:cubicBezTo>
                    <a:cubicBezTo>
                      <a:pt x="94" y="50"/>
                      <a:pt x="92" y="48"/>
                      <a:pt x="91" y="47"/>
                    </a:cubicBezTo>
                    <a:moveTo>
                      <a:pt x="7" y="0"/>
                    </a:moveTo>
                    <a:cubicBezTo>
                      <a:pt x="0" y="0"/>
                      <a:pt x="0" y="10"/>
                      <a:pt x="7" y="11"/>
                    </a:cubicBezTo>
                    <a:cubicBezTo>
                      <a:pt x="9" y="12"/>
                      <a:pt x="11" y="12"/>
                      <a:pt x="13" y="12"/>
                    </a:cubicBezTo>
                    <a:cubicBezTo>
                      <a:pt x="37" y="16"/>
                      <a:pt x="59" y="28"/>
                      <a:pt x="81" y="40"/>
                    </a:cubicBezTo>
                    <a:cubicBezTo>
                      <a:pt x="84" y="42"/>
                      <a:pt x="88" y="44"/>
                      <a:pt x="91" y="47"/>
                    </a:cubicBezTo>
                    <a:cubicBezTo>
                      <a:pt x="81" y="37"/>
                      <a:pt x="70" y="28"/>
                      <a:pt x="58" y="21"/>
                    </a:cubicBezTo>
                    <a:cubicBezTo>
                      <a:pt x="45" y="14"/>
                      <a:pt x="30" y="8"/>
                      <a:pt x="16" y="2"/>
                    </a:cubicBezTo>
                    <a:cubicBezTo>
                      <a:pt x="13" y="1"/>
                      <a:pt x="11" y="0"/>
                      <a:pt x="8" y="0"/>
                    </a:cubicBezTo>
                    <a:cubicBezTo>
                      <a:pt x="8" y="0"/>
                      <a:pt x="7" y="0"/>
                      <a:pt x="7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" name="îs1îḓé" descr="a3b91ad9-82af-464e-90b4-c92df2b0d2f0">
                <a:extLst>
                  <a:ext uri="{FF2B5EF4-FFF2-40B4-BE49-F238E27FC236}">
                    <a16:creationId xmlns:a16="http://schemas.microsoft.com/office/drawing/2014/main" id="{993B0B7B-3A4B-4330-8238-EF055F1F023B}"/>
                  </a:ext>
                </a:extLst>
              </p:cNvPr>
              <p:cNvSpPr/>
              <p:nvPr/>
            </p:nvSpPr>
            <p:spPr bwMode="auto">
              <a:xfrm>
                <a:off x="2326368" y="1908016"/>
                <a:ext cx="251557" cy="64274"/>
              </a:xfrm>
              <a:custGeom>
                <a:avLst/>
                <a:gdLst>
                  <a:gd name="T0" fmla="*/ 19 w 297"/>
                  <a:gd name="T1" fmla="*/ 40 h 77"/>
                  <a:gd name="T2" fmla="*/ 36 w 297"/>
                  <a:gd name="T3" fmla="*/ 68 h 77"/>
                  <a:gd name="T4" fmla="*/ 51 w 297"/>
                  <a:gd name="T5" fmla="*/ 61 h 77"/>
                  <a:gd name="T6" fmla="*/ 247 w 297"/>
                  <a:gd name="T7" fmla="*/ 10 h 77"/>
                  <a:gd name="T8" fmla="*/ 297 w 297"/>
                  <a:gd name="T9" fmla="*/ 12 h 77"/>
                  <a:gd name="T10" fmla="*/ 167 w 297"/>
                  <a:gd name="T11" fmla="*/ 5 h 77"/>
                  <a:gd name="T12" fmla="*/ 41 w 297"/>
                  <a:gd name="T13" fmla="*/ 32 h 77"/>
                  <a:gd name="T14" fmla="*/ 19 w 297"/>
                  <a:gd name="T15" fmla="*/ 4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7" h="77">
                    <a:moveTo>
                      <a:pt x="19" y="40"/>
                    </a:moveTo>
                    <a:cubicBezTo>
                      <a:pt x="0" y="50"/>
                      <a:pt x="16" y="77"/>
                      <a:pt x="36" y="68"/>
                    </a:cubicBezTo>
                    <a:cubicBezTo>
                      <a:pt x="41" y="66"/>
                      <a:pt x="46" y="63"/>
                      <a:pt x="51" y="61"/>
                    </a:cubicBezTo>
                    <a:cubicBezTo>
                      <a:pt x="110" y="30"/>
                      <a:pt x="179" y="19"/>
                      <a:pt x="247" y="10"/>
                    </a:cubicBezTo>
                    <a:cubicBezTo>
                      <a:pt x="264" y="8"/>
                      <a:pt x="281" y="6"/>
                      <a:pt x="297" y="12"/>
                    </a:cubicBezTo>
                    <a:cubicBezTo>
                      <a:pt x="255" y="1"/>
                      <a:pt x="210" y="0"/>
                      <a:pt x="167" y="5"/>
                    </a:cubicBezTo>
                    <a:cubicBezTo>
                      <a:pt x="124" y="10"/>
                      <a:pt x="82" y="21"/>
                      <a:pt x="41" y="32"/>
                    </a:cubicBezTo>
                    <a:cubicBezTo>
                      <a:pt x="33" y="34"/>
                      <a:pt x="26" y="37"/>
                      <a:pt x="19" y="40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" name="íşļîḑè" descr="a7786fee-6195-4f4b-b4e5-bb9c619cc482">
                <a:extLst>
                  <a:ext uri="{FF2B5EF4-FFF2-40B4-BE49-F238E27FC236}">
                    <a16:creationId xmlns:a16="http://schemas.microsoft.com/office/drawing/2014/main" id="{C43E6D0D-64FD-47B7-B484-3A3282C86563}"/>
                  </a:ext>
                </a:extLst>
              </p:cNvPr>
              <p:cNvSpPr/>
              <p:nvPr/>
            </p:nvSpPr>
            <p:spPr bwMode="auto">
              <a:xfrm>
                <a:off x="2380669" y="1946803"/>
                <a:ext cx="239367" cy="101953"/>
              </a:xfrm>
              <a:custGeom>
                <a:avLst/>
                <a:gdLst>
                  <a:gd name="T0" fmla="*/ 199 w 284"/>
                  <a:gd name="T1" fmla="*/ 12 h 121"/>
                  <a:gd name="T2" fmla="*/ 128 w 284"/>
                  <a:gd name="T3" fmla="*/ 32 h 121"/>
                  <a:gd name="T4" fmla="*/ 27 w 284"/>
                  <a:gd name="T5" fmla="*/ 89 h 121"/>
                  <a:gd name="T6" fmla="*/ 10 w 284"/>
                  <a:gd name="T7" fmla="*/ 101 h 121"/>
                  <a:gd name="T8" fmla="*/ 21 w 284"/>
                  <a:gd name="T9" fmla="*/ 121 h 121"/>
                  <a:gd name="T10" fmla="*/ 33 w 284"/>
                  <a:gd name="T11" fmla="*/ 117 h 121"/>
                  <a:gd name="T12" fmla="*/ 44 w 284"/>
                  <a:gd name="T13" fmla="*/ 107 h 121"/>
                  <a:gd name="T14" fmla="*/ 198 w 284"/>
                  <a:gd name="T15" fmla="*/ 12 h 121"/>
                  <a:gd name="T16" fmla="*/ 199 w 284"/>
                  <a:gd name="T17" fmla="*/ 12 h 121"/>
                  <a:gd name="T18" fmla="*/ 282 w 284"/>
                  <a:gd name="T19" fmla="*/ 0 h 121"/>
                  <a:gd name="T20" fmla="*/ 199 w 284"/>
                  <a:gd name="T21" fmla="*/ 12 h 121"/>
                  <a:gd name="T22" fmla="*/ 284 w 284"/>
                  <a:gd name="T23" fmla="*/ 0 h 121"/>
                  <a:gd name="T24" fmla="*/ 282 w 284"/>
                  <a:gd name="T25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4" h="121">
                    <a:moveTo>
                      <a:pt x="199" y="12"/>
                    </a:moveTo>
                    <a:cubicBezTo>
                      <a:pt x="171" y="17"/>
                      <a:pt x="145" y="24"/>
                      <a:pt x="128" y="32"/>
                    </a:cubicBezTo>
                    <a:cubicBezTo>
                      <a:pt x="93" y="48"/>
                      <a:pt x="59" y="67"/>
                      <a:pt x="27" y="89"/>
                    </a:cubicBezTo>
                    <a:cubicBezTo>
                      <a:pt x="21" y="92"/>
                      <a:pt x="15" y="96"/>
                      <a:pt x="10" y="101"/>
                    </a:cubicBezTo>
                    <a:cubicBezTo>
                      <a:pt x="0" y="110"/>
                      <a:pt x="9" y="121"/>
                      <a:pt x="21" y="121"/>
                    </a:cubicBezTo>
                    <a:cubicBezTo>
                      <a:pt x="25" y="121"/>
                      <a:pt x="29" y="120"/>
                      <a:pt x="33" y="117"/>
                    </a:cubicBezTo>
                    <a:cubicBezTo>
                      <a:pt x="37" y="113"/>
                      <a:pt x="40" y="110"/>
                      <a:pt x="44" y="107"/>
                    </a:cubicBezTo>
                    <a:cubicBezTo>
                      <a:pt x="86" y="67"/>
                      <a:pt x="142" y="38"/>
                      <a:pt x="198" y="12"/>
                    </a:cubicBezTo>
                    <a:cubicBezTo>
                      <a:pt x="198" y="12"/>
                      <a:pt x="199" y="12"/>
                      <a:pt x="199" y="12"/>
                    </a:cubicBezTo>
                    <a:moveTo>
                      <a:pt x="282" y="0"/>
                    </a:moveTo>
                    <a:cubicBezTo>
                      <a:pt x="266" y="0"/>
                      <a:pt x="213" y="6"/>
                      <a:pt x="199" y="12"/>
                    </a:cubicBezTo>
                    <a:cubicBezTo>
                      <a:pt x="230" y="6"/>
                      <a:pt x="263" y="2"/>
                      <a:pt x="284" y="0"/>
                    </a:cubicBezTo>
                    <a:cubicBezTo>
                      <a:pt x="283" y="0"/>
                      <a:pt x="283" y="0"/>
                      <a:pt x="282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" name="îṥ1îde" descr="8d65cd95-cc05-46d8-96c5-f3245ff88897">
                <a:extLst>
                  <a:ext uri="{FF2B5EF4-FFF2-40B4-BE49-F238E27FC236}">
                    <a16:creationId xmlns:a16="http://schemas.microsoft.com/office/drawing/2014/main" id="{CF5664B6-89E4-49BA-82CE-DEB4C97A02B2}"/>
                  </a:ext>
                </a:extLst>
              </p:cNvPr>
              <p:cNvSpPr/>
              <p:nvPr/>
            </p:nvSpPr>
            <p:spPr bwMode="auto">
              <a:xfrm>
                <a:off x="2470432" y="1973399"/>
                <a:ext cx="144063" cy="217203"/>
              </a:xfrm>
              <a:custGeom>
                <a:avLst/>
                <a:gdLst>
                  <a:gd name="T0" fmla="*/ 4 w 171"/>
                  <a:gd name="T1" fmla="*/ 239 h 258"/>
                  <a:gd name="T2" fmla="*/ 31 w 171"/>
                  <a:gd name="T3" fmla="*/ 239 h 258"/>
                  <a:gd name="T4" fmla="*/ 35 w 171"/>
                  <a:gd name="T5" fmla="*/ 225 h 258"/>
                  <a:gd name="T6" fmla="*/ 108 w 171"/>
                  <a:gd name="T7" fmla="*/ 59 h 258"/>
                  <a:gd name="T8" fmla="*/ 171 w 171"/>
                  <a:gd name="T9" fmla="*/ 0 h 258"/>
                  <a:gd name="T10" fmla="*/ 61 w 171"/>
                  <a:gd name="T11" fmla="*/ 115 h 258"/>
                  <a:gd name="T12" fmla="*/ 10 w 171"/>
                  <a:gd name="T13" fmla="*/ 220 h 258"/>
                  <a:gd name="T14" fmla="*/ 4 w 171"/>
                  <a:gd name="T15" fmla="*/ 239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1" h="258">
                    <a:moveTo>
                      <a:pt x="4" y="239"/>
                    </a:moveTo>
                    <a:cubicBezTo>
                      <a:pt x="0" y="257"/>
                      <a:pt x="26" y="258"/>
                      <a:pt x="31" y="239"/>
                    </a:cubicBezTo>
                    <a:cubicBezTo>
                      <a:pt x="33" y="234"/>
                      <a:pt x="34" y="229"/>
                      <a:pt x="35" y="225"/>
                    </a:cubicBezTo>
                    <a:cubicBezTo>
                      <a:pt x="47" y="168"/>
                      <a:pt x="77" y="113"/>
                      <a:pt x="108" y="59"/>
                    </a:cubicBezTo>
                    <a:cubicBezTo>
                      <a:pt x="116" y="46"/>
                      <a:pt x="158" y="9"/>
                      <a:pt x="171" y="0"/>
                    </a:cubicBezTo>
                    <a:cubicBezTo>
                      <a:pt x="141" y="26"/>
                      <a:pt x="81" y="82"/>
                      <a:pt x="61" y="115"/>
                    </a:cubicBezTo>
                    <a:cubicBezTo>
                      <a:pt x="42" y="149"/>
                      <a:pt x="25" y="184"/>
                      <a:pt x="10" y="220"/>
                    </a:cubicBezTo>
                    <a:cubicBezTo>
                      <a:pt x="7" y="226"/>
                      <a:pt x="5" y="232"/>
                      <a:pt x="4" y="239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" name="îṥḻíḋè" descr="ee90781b-9cf8-4968-bd28-6fa261f2f5e9">
                <a:extLst>
                  <a:ext uri="{FF2B5EF4-FFF2-40B4-BE49-F238E27FC236}">
                    <a16:creationId xmlns:a16="http://schemas.microsoft.com/office/drawing/2014/main" id="{890E15BF-30A6-46A5-9389-0FE8D1B2318B}"/>
                  </a:ext>
                </a:extLst>
              </p:cNvPr>
              <p:cNvSpPr/>
              <p:nvPr/>
            </p:nvSpPr>
            <p:spPr bwMode="auto">
              <a:xfrm>
                <a:off x="2611170" y="1606591"/>
                <a:ext cx="62058" cy="249341"/>
              </a:xfrm>
              <a:custGeom>
                <a:avLst/>
                <a:gdLst>
                  <a:gd name="T0" fmla="*/ 37 w 74"/>
                  <a:gd name="T1" fmla="*/ 19 h 295"/>
                  <a:gd name="T2" fmla="*/ 9 w 74"/>
                  <a:gd name="T3" fmla="*/ 36 h 295"/>
                  <a:gd name="T4" fmla="*/ 16 w 74"/>
                  <a:gd name="T5" fmla="*/ 51 h 295"/>
                  <a:gd name="T6" fmla="*/ 63 w 74"/>
                  <a:gd name="T7" fmla="*/ 246 h 295"/>
                  <a:gd name="T8" fmla="*/ 60 w 74"/>
                  <a:gd name="T9" fmla="*/ 295 h 295"/>
                  <a:gd name="T10" fmla="*/ 69 w 74"/>
                  <a:gd name="T11" fmla="*/ 166 h 295"/>
                  <a:gd name="T12" fmla="*/ 45 w 74"/>
                  <a:gd name="T13" fmla="*/ 41 h 295"/>
                  <a:gd name="T14" fmla="*/ 37 w 74"/>
                  <a:gd name="T15" fmla="*/ 19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4" h="295">
                    <a:moveTo>
                      <a:pt x="37" y="19"/>
                    </a:moveTo>
                    <a:cubicBezTo>
                      <a:pt x="27" y="0"/>
                      <a:pt x="0" y="16"/>
                      <a:pt x="9" y="36"/>
                    </a:cubicBezTo>
                    <a:cubicBezTo>
                      <a:pt x="11" y="41"/>
                      <a:pt x="14" y="46"/>
                      <a:pt x="16" y="51"/>
                    </a:cubicBezTo>
                    <a:cubicBezTo>
                      <a:pt x="45" y="110"/>
                      <a:pt x="55" y="178"/>
                      <a:pt x="63" y="246"/>
                    </a:cubicBezTo>
                    <a:cubicBezTo>
                      <a:pt x="65" y="262"/>
                      <a:pt x="66" y="280"/>
                      <a:pt x="60" y="295"/>
                    </a:cubicBezTo>
                    <a:cubicBezTo>
                      <a:pt x="72" y="253"/>
                      <a:pt x="74" y="209"/>
                      <a:pt x="69" y="166"/>
                    </a:cubicBezTo>
                    <a:cubicBezTo>
                      <a:pt x="65" y="124"/>
                      <a:pt x="55" y="82"/>
                      <a:pt x="45" y="41"/>
                    </a:cubicBezTo>
                    <a:cubicBezTo>
                      <a:pt x="43" y="33"/>
                      <a:pt x="40" y="26"/>
                      <a:pt x="37" y="19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1" name="ïsľîḋé" descr="24538e26-ad5d-4f5c-96e0-44cad8126686">
                <a:extLst>
                  <a:ext uri="{FF2B5EF4-FFF2-40B4-BE49-F238E27FC236}">
                    <a16:creationId xmlns:a16="http://schemas.microsoft.com/office/drawing/2014/main" id="{A479A326-201F-44B9-A519-DD9408FF84FC}"/>
                  </a:ext>
                </a:extLst>
              </p:cNvPr>
              <p:cNvSpPr/>
              <p:nvPr/>
            </p:nvSpPr>
            <p:spPr bwMode="auto">
              <a:xfrm>
                <a:off x="2494811" y="1636512"/>
                <a:ext cx="52085" cy="53193"/>
              </a:xfrm>
              <a:custGeom>
                <a:avLst/>
                <a:gdLst>
                  <a:gd name="T0" fmla="*/ 24 w 62"/>
                  <a:gd name="T1" fmla="*/ 17 h 63"/>
                  <a:gd name="T2" fmla="*/ 25 w 62"/>
                  <a:gd name="T3" fmla="*/ 18 h 63"/>
                  <a:gd name="T4" fmla="*/ 28 w 62"/>
                  <a:gd name="T5" fmla="*/ 16 h 63"/>
                  <a:gd name="T6" fmla="*/ 32 w 62"/>
                  <a:gd name="T7" fmla="*/ 0 h 63"/>
                  <a:gd name="T8" fmla="*/ 41 w 62"/>
                  <a:gd name="T9" fmla="*/ 14 h 63"/>
                  <a:gd name="T10" fmla="*/ 55 w 62"/>
                  <a:gd name="T11" fmla="*/ 10 h 63"/>
                  <a:gd name="T12" fmla="*/ 52 w 62"/>
                  <a:gd name="T13" fmla="*/ 26 h 63"/>
                  <a:gd name="T14" fmla="*/ 59 w 62"/>
                  <a:gd name="T15" fmla="*/ 31 h 63"/>
                  <a:gd name="T16" fmla="*/ 61 w 62"/>
                  <a:gd name="T17" fmla="*/ 38 h 63"/>
                  <a:gd name="T18" fmla="*/ 51 w 62"/>
                  <a:gd name="T19" fmla="*/ 39 h 63"/>
                  <a:gd name="T20" fmla="*/ 50 w 62"/>
                  <a:gd name="T21" fmla="*/ 57 h 63"/>
                  <a:gd name="T22" fmla="*/ 49 w 62"/>
                  <a:gd name="T23" fmla="*/ 60 h 63"/>
                  <a:gd name="T24" fmla="*/ 45 w 62"/>
                  <a:gd name="T25" fmla="*/ 59 h 63"/>
                  <a:gd name="T26" fmla="*/ 34 w 62"/>
                  <a:gd name="T27" fmla="*/ 47 h 63"/>
                  <a:gd name="T28" fmla="*/ 29 w 62"/>
                  <a:gd name="T29" fmla="*/ 59 h 63"/>
                  <a:gd name="T30" fmla="*/ 26 w 62"/>
                  <a:gd name="T31" fmla="*/ 63 h 63"/>
                  <a:gd name="T32" fmla="*/ 22 w 62"/>
                  <a:gd name="T33" fmla="*/ 61 h 63"/>
                  <a:gd name="T34" fmla="*/ 20 w 62"/>
                  <a:gd name="T35" fmla="*/ 56 h 63"/>
                  <a:gd name="T36" fmla="*/ 18 w 62"/>
                  <a:gd name="T37" fmla="*/ 45 h 63"/>
                  <a:gd name="T38" fmla="*/ 18 w 62"/>
                  <a:gd name="T39" fmla="*/ 43 h 63"/>
                  <a:gd name="T40" fmla="*/ 16 w 62"/>
                  <a:gd name="T41" fmla="*/ 42 h 63"/>
                  <a:gd name="T42" fmla="*/ 1 w 62"/>
                  <a:gd name="T43" fmla="*/ 42 h 63"/>
                  <a:gd name="T44" fmla="*/ 5 w 62"/>
                  <a:gd name="T45" fmla="*/ 36 h 63"/>
                  <a:gd name="T46" fmla="*/ 12 w 62"/>
                  <a:gd name="T47" fmla="*/ 32 h 63"/>
                  <a:gd name="T48" fmla="*/ 11 w 62"/>
                  <a:gd name="T49" fmla="*/ 16 h 63"/>
                  <a:gd name="T50" fmla="*/ 24 w 62"/>
                  <a:gd name="T51" fmla="*/ 1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2" h="63">
                    <a:moveTo>
                      <a:pt x="24" y="17"/>
                    </a:moveTo>
                    <a:cubicBezTo>
                      <a:pt x="24" y="18"/>
                      <a:pt x="25" y="18"/>
                      <a:pt x="25" y="18"/>
                    </a:cubicBezTo>
                    <a:cubicBezTo>
                      <a:pt x="26" y="18"/>
                      <a:pt x="27" y="17"/>
                      <a:pt x="28" y="16"/>
                    </a:cubicBezTo>
                    <a:cubicBezTo>
                      <a:pt x="30" y="11"/>
                      <a:pt x="29" y="4"/>
                      <a:pt x="32" y="0"/>
                    </a:cubicBezTo>
                    <a:cubicBezTo>
                      <a:pt x="36" y="4"/>
                      <a:pt x="39" y="9"/>
                      <a:pt x="41" y="14"/>
                    </a:cubicBezTo>
                    <a:cubicBezTo>
                      <a:pt x="55" y="10"/>
                      <a:pt x="55" y="10"/>
                      <a:pt x="55" y="10"/>
                    </a:cubicBezTo>
                    <a:cubicBezTo>
                      <a:pt x="56" y="16"/>
                      <a:pt x="55" y="21"/>
                      <a:pt x="52" y="26"/>
                    </a:cubicBezTo>
                    <a:cubicBezTo>
                      <a:pt x="55" y="27"/>
                      <a:pt x="57" y="29"/>
                      <a:pt x="59" y="31"/>
                    </a:cubicBezTo>
                    <a:cubicBezTo>
                      <a:pt x="61" y="33"/>
                      <a:pt x="62" y="35"/>
                      <a:pt x="61" y="38"/>
                    </a:cubicBezTo>
                    <a:cubicBezTo>
                      <a:pt x="57" y="39"/>
                      <a:pt x="54" y="39"/>
                      <a:pt x="51" y="39"/>
                    </a:cubicBezTo>
                    <a:cubicBezTo>
                      <a:pt x="51" y="45"/>
                      <a:pt x="51" y="51"/>
                      <a:pt x="50" y="57"/>
                    </a:cubicBezTo>
                    <a:cubicBezTo>
                      <a:pt x="50" y="58"/>
                      <a:pt x="49" y="59"/>
                      <a:pt x="49" y="60"/>
                    </a:cubicBezTo>
                    <a:cubicBezTo>
                      <a:pt x="48" y="60"/>
                      <a:pt x="46" y="60"/>
                      <a:pt x="45" y="59"/>
                    </a:cubicBezTo>
                    <a:cubicBezTo>
                      <a:pt x="40" y="56"/>
                      <a:pt x="36" y="52"/>
                      <a:pt x="34" y="47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8" y="61"/>
                      <a:pt x="27" y="62"/>
                      <a:pt x="26" y="63"/>
                    </a:cubicBezTo>
                    <a:cubicBezTo>
                      <a:pt x="25" y="63"/>
                      <a:pt x="23" y="63"/>
                      <a:pt x="22" y="61"/>
                    </a:cubicBezTo>
                    <a:cubicBezTo>
                      <a:pt x="21" y="60"/>
                      <a:pt x="21" y="58"/>
                      <a:pt x="20" y="56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4"/>
                      <a:pt x="18" y="43"/>
                      <a:pt x="18" y="43"/>
                    </a:cubicBezTo>
                    <a:cubicBezTo>
                      <a:pt x="17" y="43"/>
                      <a:pt x="16" y="42"/>
                      <a:pt x="16" y="42"/>
                    </a:cubicBezTo>
                    <a:cubicBezTo>
                      <a:pt x="11" y="42"/>
                      <a:pt x="6" y="42"/>
                      <a:pt x="1" y="42"/>
                    </a:cubicBezTo>
                    <a:cubicBezTo>
                      <a:pt x="0" y="40"/>
                      <a:pt x="3" y="37"/>
                      <a:pt x="5" y="36"/>
                    </a:cubicBezTo>
                    <a:cubicBezTo>
                      <a:pt x="8" y="35"/>
                      <a:pt x="11" y="34"/>
                      <a:pt x="12" y="32"/>
                    </a:cubicBezTo>
                    <a:cubicBezTo>
                      <a:pt x="15" y="27"/>
                      <a:pt x="8" y="20"/>
                      <a:pt x="11" y="16"/>
                    </a:cubicBezTo>
                    <a:cubicBezTo>
                      <a:pt x="14" y="10"/>
                      <a:pt x="19" y="15"/>
                      <a:pt x="24" y="17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2" name="ïṡļïďê" descr="90a514ad-25ac-4f9b-8b51-9d47549768f7">
                <a:extLst>
                  <a:ext uri="{FF2B5EF4-FFF2-40B4-BE49-F238E27FC236}">
                    <a16:creationId xmlns:a16="http://schemas.microsoft.com/office/drawing/2014/main" id="{AA68A371-3AB1-499F-97B8-58811E03F04C}"/>
                  </a:ext>
                </a:extLst>
              </p:cNvPr>
              <p:cNvSpPr/>
              <p:nvPr/>
            </p:nvSpPr>
            <p:spPr bwMode="auto">
              <a:xfrm>
                <a:off x="2697608" y="1703003"/>
                <a:ext cx="67599" cy="170660"/>
              </a:xfrm>
              <a:custGeom>
                <a:avLst/>
                <a:gdLst>
                  <a:gd name="T0" fmla="*/ 3 w 80"/>
                  <a:gd name="T1" fmla="*/ 191 h 203"/>
                  <a:gd name="T2" fmla="*/ 5 w 80"/>
                  <a:gd name="T3" fmla="*/ 203 h 203"/>
                  <a:gd name="T4" fmla="*/ 3 w 80"/>
                  <a:gd name="T5" fmla="*/ 191 h 203"/>
                  <a:gd name="T6" fmla="*/ 62 w 80"/>
                  <a:gd name="T7" fmla="*/ 0 h 203"/>
                  <a:gd name="T8" fmla="*/ 53 w 80"/>
                  <a:gd name="T9" fmla="*/ 5 h 203"/>
                  <a:gd name="T10" fmla="*/ 44 w 80"/>
                  <a:gd name="T11" fmla="*/ 19 h 203"/>
                  <a:gd name="T12" fmla="*/ 11 w 80"/>
                  <a:gd name="T13" fmla="*/ 109 h 203"/>
                  <a:gd name="T14" fmla="*/ 3 w 80"/>
                  <a:gd name="T15" fmla="*/ 191 h 203"/>
                  <a:gd name="T16" fmla="*/ 7 w 80"/>
                  <a:gd name="T17" fmla="*/ 167 h 203"/>
                  <a:gd name="T18" fmla="*/ 66 w 80"/>
                  <a:gd name="T19" fmla="*/ 30 h 203"/>
                  <a:gd name="T20" fmla="*/ 73 w 80"/>
                  <a:gd name="T21" fmla="*/ 20 h 203"/>
                  <a:gd name="T22" fmla="*/ 62 w 80"/>
                  <a:gd name="T23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3">
                    <a:moveTo>
                      <a:pt x="3" y="191"/>
                    </a:moveTo>
                    <a:cubicBezTo>
                      <a:pt x="3" y="195"/>
                      <a:pt x="3" y="199"/>
                      <a:pt x="5" y="203"/>
                    </a:cubicBezTo>
                    <a:cubicBezTo>
                      <a:pt x="4" y="199"/>
                      <a:pt x="3" y="195"/>
                      <a:pt x="3" y="191"/>
                    </a:cubicBezTo>
                    <a:moveTo>
                      <a:pt x="62" y="0"/>
                    </a:moveTo>
                    <a:cubicBezTo>
                      <a:pt x="59" y="0"/>
                      <a:pt x="55" y="1"/>
                      <a:pt x="53" y="5"/>
                    </a:cubicBezTo>
                    <a:cubicBezTo>
                      <a:pt x="49" y="9"/>
                      <a:pt x="47" y="14"/>
                      <a:pt x="44" y="19"/>
                    </a:cubicBezTo>
                    <a:cubicBezTo>
                      <a:pt x="31" y="48"/>
                      <a:pt x="19" y="78"/>
                      <a:pt x="11" y="109"/>
                    </a:cubicBezTo>
                    <a:cubicBezTo>
                      <a:pt x="4" y="135"/>
                      <a:pt x="0" y="163"/>
                      <a:pt x="3" y="191"/>
                    </a:cubicBezTo>
                    <a:cubicBezTo>
                      <a:pt x="3" y="183"/>
                      <a:pt x="5" y="175"/>
                      <a:pt x="7" y="167"/>
                    </a:cubicBezTo>
                    <a:cubicBezTo>
                      <a:pt x="21" y="119"/>
                      <a:pt x="36" y="70"/>
                      <a:pt x="66" y="30"/>
                    </a:cubicBezTo>
                    <a:cubicBezTo>
                      <a:pt x="68" y="27"/>
                      <a:pt x="71" y="23"/>
                      <a:pt x="73" y="20"/>
                    </a:cubicBezTo>
                    <a:cubicBezTo>
                      <a:pt x="80" y="10"/>
                      <a:pt x="71" y="0"/>
                      <a:pt x="62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3" name="íšḷïḓê" descr="effb7b38-d05d-41e0-950d-d57622aa0437">
                <a:extLst>
                  <a:ext uri="{FF2B5EF4-FFF2-40B4-BE49-F238E27FC236}">
                    <a16:creationId xmlns:a16="http://schemas.microsoft.com/office/drawing/2014/main" id="{3F15551A-E745-4456-95F5-8B8F0086A5E2}"/>
                  </a:ext>
                </a:extLst>
              </p:cNvPr>
              <p:cNvSpPr/>
              <p:nvPr/>
            </p:nvSpPr>
            <p:spPr bwMode="auto">
              <a:xfrm>
                <a:off x="2715339" y="1777251"/>
                <a:ext cx="209446" cy="89763"/>
              </a:xfrm>
              <a:custGeom>
                <a:avLst/>
                <a:gdLst>
                  <a:gd name="T0" fmla="*/ 225 w 248"/>
                  <a:gd name="T1" fmla="*/ 0 h 106"/>
                  <a:gd name="T2" fmla="*/ 228 w 248"/>
                  <a:gd name="T3" fmla="*/ 32 h 106"/>
                  <a:gd name="T4" fmla="*/ 212 w 248"/>
                  <a:gd name="T5" fmla="*/ 33 h 106"/>
                  <a:gd name="T6" fmla="*/ 36 w 248"/>
                  <a:gd name="T7" fmla="*/ 81 h 106"/>
                  <a:gd name="T8" fmla="*/ 0 w 248"/>
                  <a:gd name="T9" fmla="*/ 106 h 106"/>
                  <a:gd name="T10" fmla="*/ 94 w 248"/>
                  <a:gd name="T11" fmla="*/ 39 h 106"/>
                  <a:gd name="T12" fmla="*/ 204 w 248"/>
                  <a:gd name="T13" fmla="*/ 4 h 106"/>
                  <a:gd name="T14" fmla="*/ 225 w 248"/>
                  <a:gd name="T1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8" h="106">
                    <a:moveTo>
                      <a:pt x="225" y="0"/>
                    </a:moveTo>
                    <a:cubicBezTo>
                      <a:pt x="245" y="0"/>
                      <a:pt x="248" y="30"/>
                      <a:pt x="228" y="32"/>
                    </a:cubicBezTo>
                    <a:cubicBezTo>
                      <a:pt x="222" y="32"/>
                      <a:pt x="217" y="32"/>
                      <a:pt x="212" y="33"/>
                    </a:cubicBezTo>
                    <a:cubicBezTo>
                      <a:pt x="150" y="34"/>
                      <a:pt x="92" y="57"/>
                      <a:pt x="36" y="81"/>
                    </a:cubicBezTo>
                    <a:cubicBezTo>
                      <a:pt x="23" y="86"/>
                      <a:pt x="8" y="93"/>
                      <a:pt x="0" y="106"/>
                    </a:cubicBezTo>
                    <a:cubicBezTo>
                      <a:pt x="25" y="76"/>
                      <a:pt x="59" y="55"/>
                      <a:pt x="94" y="39"/>
                    </a:cubicBezTo>
                    <a:cubicBezTo>
                      <a:pt x="129" y="24"/>
                      <a:pt x="167" y="13"/>
                      <a:pt x="204" y="4"/>
                    </a:cubicBezTo>
                    <a:cubicBezTo>
                      <a:pt x="211" y="2"/>
                      <a:pt x="218" y="1"/>
                      <a:pt x="225" y="0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4" name="îṧļïḍè" descr="1ce55797-4949-4372-a7d3-f716cf230bab">
                <a:extLst>
                  <a:ext uri="{FF2B5EF4-FFF2-40B4-BE49-F238E27FC236}">
                    <a16:creationId xmlns:a16="http://schemas.microsoft.com/office/drawing/2014/main" id="{5E2D3352-33D1-4560-8007-5A7936BA1021}"/>
                  </a:ext>
                </a:extLst>
              </p:cNvPr>
              <p:cNvSpPr/>
              <p:nvPr/>
            </p:nvSpPr>
            <p:spPr bwMode="auto">
              <a:xfrm>
                <a:off x="2768532" y="1840417"/>
                <a:ext cx="142956" cy="45436"/>
              </a:xfrm>
              <a:custGeom>
                <a:avLst/>
                <a:gdLst>
                  <a:gd name="T0" fmla="*/ 9 w 169"/>
                  <a:gd name="T1" fmla="*/ 46 h 53"/>
                  <a:gd name="T2" fmla="*/ 0 w 169"/>
                  <a:gd name="T3" fmla="*/ 53 h 53"/>
                  <a:gd name="T4" fmla="*/ 9 w 169"/>
                  <a:gd name="T5" fmla="*/ 46 h 53"/>
                  <a:gd name="T6" fmla="*/ 155 w 169"/>
                  <a:gd name="T7" fmla="*/ 0 h 53"/>
                  <a:gd name="T8" fmla="*/ 143 w 169"/>
                  <a:gd name="T9" fmla="*/ 1 h 53"/>
                  <a:gd name="T10" fmla="*/ 69 w 169"/>
                  <a:gd name="T11" fmla="*/ 18 h 53"/>
                  <a:gd name="T12" fmla="*/ 9 w 169"/>
                  <a:gd name="T13" fmla="*/ 46 h 53"/>
                  <a:gd name="T14" fmla="*/ 26 w 169"/>
                  <a:gd name="T15" fmla="*/ 40 h 53"/>
                  <a:gd name="T16" fmla="*/ 136 w 169"/>
                  <a:gd name="T17" fmla="*/ 18 h 53"/>
                  <a:gd name="T18" fmla="*/ 144 w 169"/>
                  <a:gd name="T19" fmla="*/ 19 h 53"/>
                  <a:gd name="T20" fmla="*/ 153 w 169"/>
                  <a:gd name="T21" fmla="*/ 19 h 53"/>
                  <a:gd name="T22" fmla="*/ 156 w 169"/>
                  <a:gd name="T23" fmla="*/ 0 h 53"/>
                  <a:gd name="T24" fmla="*/ 155 w 169"/>
                  <a:gd name="T25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53">
                    <a:moveTo>
                      <a:pt x="9" y="46"/>
                    </a:moveTo>
                    <a:cubicBezTo>
                      <a:pt x="6" y="48"/>
                      <a:pt x="3" y="50"/>
                      <a:pt x="0" y="53"/>
                    </a:cubicBezTo>
                    <a:cubicBezTo>
                      <a:pt x="3" y="50"/>
                      <a:pt x="6" y="48"/>
                      <a:pt x="9" y="46"/>
                    </a:cubicBezTo>
                    <a:moveTo>
                      <a:pt x="155" y="0"/>
                    </a:moveTo>
                    <a:cubicBezTo>
                      <a:pt x="151" y="0"/>
                      <a:pt x="147" y="1"/>
                      <a:pt x="143" y="1"/>
                    </a:cubicBezTo>
                    <a:cubicBezTo>
                      <a:pt x="118" y="5"/>
                      <a:pt x="93" y="10"/>
                      <a:pt x="69" y="18"/>
                    </a:cubicBezTo>
                    <a:cubicBezTo>
                      <a:pt x="47" y="24"/>
                      <a:pt x="27" y="34"/>
                      <a:pt x="9" y="46"/>
                    </a:cubicBezTo>
                    <a:cubicBezTo>
                      <a:pt x="15" y="43"/>
                      <a:pt x="21" y="41"/>
                      <a:pt x="26" y="40"/>
                    </a:cubicBezTo>
                    <a:cubicBezTo>
                      <a:pt x="62" y="29"/>
                      <a:pt x="100" y="18"/>
                      <a:pt x="136" y="18"/>
                    </a:cubicBezTo>
                    <a:cubicBezTo>
                      <a:pt x="139" y="18"/>
                      <a:pt x="141" y="18"/>
                      <a:pt x="144" y="19"/>
                    </a:cubicBezTo>
                    <a:cubicBezTo>
                      <a:pt x="147" y="19"/>
                      <a:pt x="150" y="19"/>
                      <a:pt x="153" y="19"/>
                    </a:cubicBezTo>
                    <a:cubicBezTo>
                      <a:pt x="166" y="19"/>
                      <a:pt x="169" y="1"/>
                      <a:pt x="156" y="0"/>
                    </a:cubicBezTo>
                    <a:cubicBezTo>
                      <a:pt x="156" y="0"/>
                      <a:pt x="155" y="0"/>
                      <a:pt x="155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5" name="îṡľïḋé" descr="3fb9a10c-f4bc-4b9d-8fae-df99916f6475">
                <a:extLst>
                  <a:ext uri="{FF2B5EF4-FFF2-40B4-BE49-F238E27FC236}">
                    <a16:creationId xmlns:a16="http://schemas.microsoft.com/office/drawing/2014/main" id="{7ECCE415-838A-492B-8918-084CDF3F0732}"/>
                  </a:ext>
                </a:extLst>
              </p:cNvPr>
              <p:cNvSpPr/>
              <p:nvPr/>
            </p:nvSpPr>
            <p:spPr bwMode="auto">
              <a:xfrm>
                <a:off x="2808426" y="1691921"/>
                <a:ext cx="78681" cy="43219"/>
              </a:xfrm>
              <a:custGeom>
                <a:avLst/>
                <a:gdLst>
                  <a:gd name="T0" fmla="*/ 4 w 94"/>
                  <a:gd name="T1" fmla="*/ 47 h 51"/>
                  <a:gd name="T2" fmla="*/ 0 w 94"/>
                  <a:gd name="T3" fmla="*/ 51 h 51"/>
                  <a:gd name="T4" fmla="*/ 4 w 94"/>
                  <a:gd name="T5" fmla="*/ 47 h 51"/>
                  <a:gd name="T6" fmla="*/ 87 w 94"/>
                  <a:gd name="T7" fmla="*/ 0 h 51"/>
                  <a:gd name="T8" fmla="*/ 86 w 94"/>
                  <a:gd name="T9" fmla="*/ 0 h 51"/>
                  <a:gd name="T10" fmla="*/ 78 w 94"/>
                  <a:gd name="T11" fmla="*/ 2 h 51"/>
                  <a:gd name="T12" fmla="*/ 36 w 94"/>
                  <a:gd name="T13" fmla="*/ 21 h 51"/>
                  <a:gd name="T14" fmla="*/ 4 w 94"/>
                  <a:gd name="T15" fmla="*/ 47 h 51"/>
                  <a:gd name="T16" fmla="*/ 14 w 94"/>
                  <a:gd name="T17" fmla="*/ 40 h 51"/>
                  <a:gd name="T18" fmla="*/ 81 w 94"/>
                  <a:gd name="T19" fmla="*/ 12 h 51"/>
                  <a:gd name="T20" fmla="*/ 87 w 94"/>
                  <a:gd name="T21" fmla="*/ 11 h 51"/>
                  <a:gd name="T22" fmla="*/ 87 w 94"/>
                  <a:gd name="T2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4" h="51">
                    <a:moveTo>
                      <a:pt x="4" y="47"/>
                    </a:moveTo>
                    <a:cubicBezTo>
                      <a:pt x="2" y="48"/>
                      <a:pt x="1" y="50"/>
                      <a:pt x="0" y="51"/>
                    </a:cubicBezTo>
                    <a:cubicBezTo>
                      <a:pt x="1" y="50"/>
                      <a:pt x="2" y="48"/>
                      <a:pt x="4" y="47"/>
                    </a:cubicBezTo>
                    <a:moveTo>
                      <a:pt x="87" y="0"/>
                    </a:moveTo>
                    <a:cubicBezTo>
                      <a:pt x="87" y="0"/>
                      <a:pt x="87" y="0"/>
                      <a:pt x="86" y="0"/>
                    </a:cubicBezTo>
                    <a:cubicBezTo>
                      <a:pt x="84" y="0"/>
                      <a:pt x="81" y="1"/>
                      <a:pt x="78" y="2"/>
                    </a:cubicBezTo>
                    <a:cubicBezTo>
                      <a:pt x="64" y="8"/>
                      <a:pt x="50" y="14"/>
                      <a:pt x="36" y="21"/>
                    </a:cubicBezTo>
                    <a:cubicBezTo>
                      <a:pt x="24" y="28"/>
                      <a:pt x="13" y="37"/>
                      <a:pt x="4" y="47"/>
                    </a:cubicBezTo>
                    <a:cubicBezTo>
                      <a:pt x="6" y="44"/>
                      <a:pt x="10" y="42"/>
                      <a:pt x="14" y="40"/>
                    </a:cubicBezTo>
                    <a:cubicBezTo>
                      <a:pt x="35" y="28"/>
                      <a:pt x="58" y="16"/>
                      <a:pt x="81" y="12"/>
                    </a:cubicBezTo>
                    <a:cubicBezTo>
                      <a:pt x="83" y="12"/>
                      <a:pt x="85" y="12"/>
                      <a:pt x="87" y="11"/>
                    </a:cubicBezTo>
                    <a:cubicBezTo>
                      <a:pt x="94" y="10"/>
                      <a:pt x="94" y="0"/>
                      <a:pt x="87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6" name="iṧḷîdè" descr="12645d6e-24a1-4b7d-83bf-d0cbc47c224f">
                <a:extLst>
                  <a:ext uri="{FF2B5EF4-FFF2-40B4-BE49-F238E27FC236}">
                    <a16:creationId xmlns:a16="http://schemas.microsoft.com/office/drawing/2014/main" id="{EEAA0A61-4859-40BC-B752-C589D016BF0A}"/>
                  </a:ext>
                </a:extLst>
              </p:cNvPr>
              <p:cNvSpPr/>
              <p:nvPr/>
            </p:nvSpPr>
            <p:spPr bwMode="auto">
              <a:xfrm>
                <a:off x="2700933" y="2059837"/>
                <a:ext cx="13298" cy="87547"/>
              </a:xfrm>
              <a:custGeom>
                <a:avLst/>
                <a:gdLst>
                  <a:gd name="T0" fmla="*/ 3 w 16"/>
                  <a:gd name="T1" fmla="*/ 5 h 104"/>
                  <a:gd name="T2" fmla="*/ 5 w 16"/>
                  <a:gd name="T3" fmla="*/ 17 h 104"/>
                  <a:gd name="T4" fmla="*/ 5 w 16"/>
                  <a:gd name="T5" fmla="*/ 90 h 104"/>
                  <a:gd name="T6" fmla="*/ 3 w 16"/>
                  <a:gd name="T7" fmla="*/ 96 h 104"/>
                  <a:gd name="T8" fmla="*/ 10 w 16"/>
                  <a:gd name="T9" fmla="*/ 104 h 104"/>
                  <a:gd name="T10" fmla="*/ 14 w 16"/>
                  <a:gd name="T11" fmla="*/ 100 h 104"/>
                  <a:gd name="T12" fmla="*/ 15 w 16"/>
                  <a:gd name="T13" fmla="*/ 92 h 104"/>
                  <a:gd name="T14" fmla="*/ 14 w 16"/>
                  <a:gd name="T15" fmla="*/ 45 h 104"/>
                  <a:gd name="T16" fmla="*/ 3 w 16"/>
                  <a:gd name="T17" fmla="*/ 5 h 104"/>
                  <a:gd name="T18" fmla="*/ 0 w 16"/>
                  <a:gd name="T19" fmla="*/ 0 h 104"/>
                  <a:gd name="T20" fmla="*/ 3 w 16"/>
                  <a:gd name="T21" fmla="*/ 5 h 104"/>
                  <a:gd name="T22" fmla="*/ 0 w 16"/>
                  <a:gd name="T2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104">
                    <a:moveTo>
                      <a:pt x="3" y="5"/>
                    </a:moveTo>
                    <a:cubicBezTo>
                      <a:pt x="4" y="9"/>
                      <a:pt x="5" y="13"/>
                      <a:pt x="5" y="17"/>
                    </a:cubicBezTo>
                    <a:cubicBezTo>
                      <a:pt x="8" y="42"/>
                      <a:pt x="10" y="67"/>
                      <a:pt x="5" y="90"/>
                    </a:cubicBezTo>
                    <a:cubicBezTo>
                      <a:pt x="4" y="92"/>
                      <a:pt x="4" y="94"/>
                      <a:pt x="3" y="96"/>
                    </a:cubicBezTo>
                    <a:cubicBezTo>
                      <a:pt x="3" y="101"/>
                      <a:pt x="6" y="104"/>
                      <a:pt x="10" y="104"/>
                    </a:cubicBezTo>
                    <a:cubicBezTo>
                      <a:pt x="12" y="104"/>
                      <a:pt x="14" y="103"/>
                      <a:pt x="14" y="100"/>
                    </a:cubicBezTo>
                    <a:cubicBezTo>
                      <a:pt x="15" y="97"/>
                      <a:pt x="15" y="95"/>
                      <a:pt x="15" y="92"/>
                    </a:cubicBezTo>
                    <a:cubicBezTo>
                      <a:pt x="16" y="76"/>
                      <a:pt x="15" y="61"/>
                      <a:pt x="14" y="45"/>
                    </a:cubicBezTo>
                    <a:cubicBezTo>
                      <a:pt x="12" y="31"/>
                      <a:pt x="9" y="18"/>
                      <a:pt x="3" y="5"/>
                    </a:cubicBezTo>
                    <a:moveTo>
                      <a:pt x="0" y="0"/>
                    </a:moveTo>
                    <a:cubicBezTo>
                      <a:pt x="1" y="2"/>
                      <a:pt x="2" y="4"/>
                      <a:pt x="3" y="5"/>
                    </a:cubicBezTo>
                    <a:cubicBezTo>
                      <a:pt x="2" y="4"/>
                      <a:pt x="1" y="2"/>
                      <a:pt x="0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7" name="iṥḷiḍê" descr="7d745d1a-c981-45e7-8810-fa4827d40840">
                <a:extLst>
                  <a:ext uri="{FF2B5EF4-FFF2-40B4-BE49-F238E27FC236}">
                    <a16:creationId xmlns:a16="http://schemas.microsoft.com/office/drawing/2014/main" id="{1A72F460-6056-4A16-8953-C86A4015EAC0}"/>
                  </a:ext>
                </a:extLst>
              </p:cNvPr>
              <p:cNvSpPr/>
              <p:nvPr/>
            </p:nvSpPr>
            <p:spPr bwMode="auto">
              <a:xfrm>
                <a:off x="2778506" y="1999996"/>
                <a:ext cx="100845" cy="107494"/>
              </a:xfrm>
              <a:custGeom>
                <a:avLst/>
                <a:gdLst>
                  <a:gd name="T0" fmla="*/ 8 w 119"/>
                  <a:gd name="T1" fmla="*/ 6 h 127"/>
                  <a:gd name="T2" fmla="*/ 23 w 119"/>
                  <a:gd name="T3" fmla="*/ 20 h 127"/>
                  <a:gd name="T4" fmla="*/ 97 w 119"/>
                  <a:gd name="T5" fmla="*/ 111 h 127"/>
                  <a:gd name="T6" fmla="*/ 101 w 119"/>
                  <a:gd name="T7" fmla="*/ 119 h 127"/>
                  <a:gd name="T8" fmla="*/ 114 w 119"/>
                  <a:gd name="T9" fmla="*/ 127 h 127"/>
                  <a:gd name="T10" fmla="*/ 116 w 119"/>
                  <a:gd name="T11" fmla="*/ 120 h 127"/>
                  <a:gd name="T12" fmla="*/ 109 w 119"/>
                  <a:gd name="T13" fmla="*/ 109 h 127"/>
                  <a:gd name="T14" fmla="*/ 60 w 119"/>
                  <a:gd name="T15" fmla="*/ 51 h 127"/>
                  <a:gd name="T16" fmla="*/ 8 w 119"/>
                  <a:gd name="T17" fmla="*/ 6 h 127"/>
                  <a:gd name="T18" fmla="*/ 0 w 119"/>
                  <a:gd name="T19" fmla="*/ 0 h 127"/>
                  <a:gd name="T20" fmla="*/ 8 w 119"/>
                  <a:gd name="T21" fmla="*/ 6 h 127"/>
                  <a:gd name="T22" fmla="*/ 0 w 119"/>
                  <a:gd name="T23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9" h="127">
                    <a:moveTo>
                      <a:pt x="8" y="6"/>
                    </a:moveTo>
                    <a:cubicBezTo>
                      <a:pt x="13" y="10"/>
                      <a:pt x="18" y="15"/>
                      <a:pt x="23" y="20"/>
                    </a:cubicBezTo>
                    <a:cubicBezTo>
                      <a:pt x="51" y="49"/>
                      <a:pt x="78" y="80"/>
                      <a:pt x="97" y="111"/>
                    </a:cubicBezTo>
                    <a:cubicBezTo>
                      <a:pt x="98" y="114"/>
                      <a:pt x="100" y="116"/>
                      <a:pt x="101" y="119"/>
                    </a:cubicBezTo>
                    <a:cubicBezTo>
                      <a:pt x="105" y="124"/>
                      <a:pt x="110" y="127"/>
                      <a:pt x="114" y="127"/>
                    </a:cubicBezTo>
                    <a:cubicBezTo>
                      <a:pt x="117" y="127"/>
                      <a:pt x="119" y="125"/>
                      <a:pt x="116" y="120"/>
                    </a:cubicBezTo>
                    <a:cubicBezTo>
                      <a:pt x="114" y="116"/>
                      <a:pt x="112" y="112"/>
                      <a:pt x="109" y="109"/>
                    </a:cubicBezTo>
                    <a:cubicBezTo>
                      <a:pt x="94" y="90"/>
                      <a:pt x="78" y="70"/>
                      <a:pt x="60" y="51"/>
                    </a:cubicBezTo>
                    <a:cubicBezTo>
                      <a:pt x="44" y="34"/>
                      <a:pt x="27" y="19"/>
                      <a:pt x="8" y="6"/>
                    </a:cubicBezTo>
                    <a:moveTo>
                      <a:pt x="0" y="0"/>
                    </a:moveTo>
                    <a:cubicBezTo>
                      <a:pt x="3" y="2"/>
                      <a:pt x="5" y="4"/>
                      <a:pt x="8" y="6"/>
                    </a:cubicBezTo>
                    <a:cubicBezTo>
                      <a:pt x="5" y="4"/>
                      <a:pt x="3" y="2"/>
                      <a:pt x="0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8" name="íSļîḍé" descr="02f1af39-4525-47fb-891a-5bae591a1aa6">
                <a:extLst>
                  <a:ext uri="{FF2B5EF4-FFF2-40B4-BE49-F238E27FC236}">
                    <a16:creationId xmlns:a16="http://schemas.microsoft.com/office/drawing/2014/main" id="{9997C944-3DF7-494F-A224-340447E3CFE9}"/>
                  </a:ext>
                </a:extLst>
              </p:cNvPr>
              <p:cNvSpPr/>
              <p:nvPr/>
            </p:nvSpPr>
            <p:spPr bwMode="auto">
              <a:xfrm>
                <a:off x="2424996" y="1999996"/>
                <a:ext cx="101953" cy="107494"/>
              </a:xfrm>
              <a:custGeom>
                <a:avLst/>
                <a:gdLst>
                  <a:gd name="T0" fmla="*/ 112 w 120"/>
                  <a:gd name="T1" fmla="*/ 6 h 127"/>
                  <a:gd name="T2" fmla="*/ 60 w 120"/>
                  <a:gd name="T3" fmla="*/ 51 h 127"/>
                  <a:gd name="T4" fmla="*/ 11 w 120"/>
                  <a:gd name="T5" fmla="*/ 109 h 127"/>
                  <a:gd name="T6" fmla="*/ 3 w 120"/>
                  <a:gd name="T7" fmla="*/ 120 h 127"/>
                  <a:gd name="T8" fmla="*/ 6 w 120"/>
                  <a:gd name="T9" fmla="*/ 127 h 127"/>
                  <a:gd name="T10" fmla="*/ 18 w 120"/>
                  <a:gd name="T11" fmla="*/ 119 h 127"/>
                  <a:gd name="T12" fmla="*/ 23 w 120"/>
                  <a:gd name="T13" fmla="*/ 111 h 127"/>
                  <a:gd name="T14" fmla="*/ 97 w 120"/>
                  <a:gd name="T15" fmla="*/ 20 h 127"/>
                  <a:gd name="T16" fmla="*/ 112 w 120"/>
                  <a:gd name="T17" fmla="*/ 6 h 127"/>
                  <a:gd name="T18" fmla="*/ 120 w 120"/>
                  <a:gd name="T19" fmla="*/ 0 h 127"/>
                  <a:gd name="T20" fmla="*/ 112 w 120"/>
                  <a:gd name="T21" fmla="*/ 6 h 127"/>
                  <a:gd name="T22" fmla="*/ 120 w 120"/>
                  <a:gd name="T23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0" h="127">
                    <a:moveTo>
                      <a:pt x="112" y="6"/>
                    </a:moveTo>
                    <a:cubicBezTo>
                      <a:pt x="93" y="19"/>
                      <a:pt x="76" y="35"/>
                      <a:pt x="60" y="51"/>
                    </a:cubicBezTo>
                    <a:cubicBezTo>
                      <a:pt x="42" y="70"/>
                      <a:pt x="26" y="90"/>
                      <a:pt x="11" y="109"/>
                    </a:cubicBezTo>
                    <a:cubicBezTo>
                      <a:pt x="8" y="112"/>
                      <a:pt x="5" y="116"/>
                      <a:pt x="3" y="120"/>
                    </a:cubicBezTo>
                    <a:cubicBezTo>
                      <a:pt x="0" y="125"/>
                      <a:pt x="2" y="127"/>
                      <a:pt x="6" y="127"/>
                    </a:cubicBezTo>
                    <a:cubicBezTo>
                      <a:pt x="10" y="127"/>
                      <a:pt x="15" y="124"/>
                      <a:pt x="18" y="119"/>
                    </a:cubicBezTo>
                    <a:cubicBezTo>
                      <a:pt x="20" y="116"/>
                      <a:pt x="22" y="114"/>
                      <a:pt x="23" y="111"/>
                    </a:cubicBezTo>
                    <a:cubicBezTo>
                      <a:pt x="41" y="80"/>
                      <a:pt x="69" y="49"/>
                      <a:pt x="97" y="20"/>
                    </a:cubicBezTo>
                    <a:cubicBezTo>
                      <a:pt x="101" y="15"/>
                      <a:pt x="106" y="10"/>
                      <a:pt x="112" y="6"/>
                    </a:cubicBezTo>
                    <a:moveTo>
                      <a:pt x="120" y="0"/>
                    </a:moveTo>
                    <a:cubicBezTo>
                      <a:pt x="117" y="2"/>
                      <a:pt x="114" y="4"/>
                      <a:pt x="112" y="6"/>
                    </a:cubicBezTo>
                    <a:cubicBezTo>
                      <a:pt x="114" y="4"/>
                      <a:pt x="117" y="2"/>
                      <a:pt x="120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9" name="íṥ1iḓe" descr="8da5de2e-d870-4c32-90dc-752a9c57b706">
                <a:extLst>
                  <a:ext uri="{FF2B5EF4-FFF2-40B4-BE49-F238E27FC236}">
                    <a16:creationId xmlns:a16="http://schemas.microsoft.com/office/drawing/2014/main" id="{2AB16826-63DE-4CA6-BD6D-553D62B4459C}"/>
                  </a:ext>
                </a:extLst>
              </p:cNvPr>
              <p:cNvSpPr/>
              <p:nvPr/>
            </p:nvSpPr>
            <p:spPr bwMode="auto">
              <a:xfrm>
                <a:off x="2591223" y="2059837"/>
                <a:ext cx="12190" cy="87547"/>
              </a:xfrm>
              <a:custGeom>
                <a:avLst/>
                <a:gdLst>
                  <a:gd name="T0" fmla="*/ 13 w 15"/>
                  <a:gd name="T1" fmla="*/ 5 h 104"/>
                  <a:gd name="T2" fmla="*/ 2 w 15"/>
                  <a:gd name="T3" fmla="*/ 45 h 104"/>
                  <a:gd name="T4" fmla="*/ 1 w 15"/>
                  <a:gd name="T5" fmla="*/ 92 h 104"/>
                  <a:gd name="T6" fmla="*/ 2 w 15"/>
                  <a:gd name="T7" fmla="*/ 100 h 104"/>
                  <a:gd name="T8" fmla="*/ 6 w 15"/>
                  <a:gd name="T9" fmla="*/ 104 h 104"/>
                  <a:gd name="T10" fmla="*/ 12 w 15"/>
                  <a:gd name="T11" fmla="*/ 96 h 104"/>
                  <a:gd name="T12" fmla="*/ 11 w 15"/>
                  <a:gd name="T13" fmla="*/ 90 h 104"/>
                  <a:gd name="T14" fmla="*/ 10 w 15"/>
                  <a:gd name="T15" fmla="*/ 17 h 104"/>
                  <a:gd name="T16" fmla="*/ 13 w 15"/>
                  <a:gd name="T17" fmla="*/ 5 h 104"/>
                  <a:gd name="T18" fmla="*/ 15 w 15"/>
                  <a:gd name="T19" fmla="*/ 0 h 104"/>
                  <a:gd name="T20" fmla="*/ 13 w 15"/>
                  <a:gd name="T21" fmla="*/ 5 h 104"/>
                  <a:gd name="T22" fmla="*/ 15 w 15"/>
                  <a:gd name="T2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4">
                    <a:moveTo>
                      <a:pt x="13" y="5"/>
                    </a:moveTo>
                    <a:cubicBezTo>
                      <a:pt x="7" y="18"/>
                      <a:pt x="3" y="31"/>
                      <a:pt x="2" y="45"/>
                    </a:cubicBezTo>
                    <a:cubicBezTo>
                      <a:pt x="0" y="61"/>
                      <a:pt x="0" y="76"/>
                      <a:pt x="1" y="92"/>
                    </a:cubicBezTo>
                    <a:cubicBezTo>
                      <a:pt x="1" y="95"/>
                      <a:pt x="1" y="97"/>
                      <a:pt x="2" y="100"/>
                    </a:cubicBezTo>
                    <a:cubicBezTo>
                      <a:pt x="2" y="103"/>
                      <a:pt x="4" y="104"/>
                      <a:pt x="6" y="104"/>
                    </a:cubicBezTo>
                    <a:cubicBezTo>
                      <a:pt x="10" y="104"/>
                      <a:pt x="13" y="101"/>
                      <a:pt x="12" y="96"/>
                    </a:cubicBezTo>
                    <a:cubicBezTo>
                      <a:pt x="12" y="94"/>
                      <a:pt x="12" y="92"/>
                      <a:pt x="11" y="90"/>
                    </a:cubicBezTo>
                    <a:cubicBezTo>
                      <a:pt x="6" y="67"/>
                      <a:pt x="8" y="42"/>
                      <a:pt x="10" y="17"/>
                    </a:cubicBezTo>
                    <a:cubicBezTo>
                      <a:pt x="11" y="13"/>
                      <a:pt x="11" y="9"/>
                      <a:pt x="13" y="5"/>
                    </a:cubicBezTo>
                    <a:moveTo>
                      <a:pt x="15" y="0"/>
                    </a:moveTo>
                    <a:cubicBezTo>
                      <a:pt x="14" y="2"/>
                      <a:pt x="14" y="3"/>
                      <a:pt x="13" y="5"/>
                    </a:cubicBezTo>
                    <a:cubicBezTo>
                      <a:pt x="14" y="3"/>
                      <a:pt x="15" y="2"/>
                      <a:pt x="15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0" name="ï$ḷïḋê" descr="fa450bbc-1620-4f07-9deb-50126fa87bfc">
                <a:extLst>
                  <a:ext uri="{FF2B5EF4-FFF2-40B4-BE49-F238E27FC236}">
                    <a16:creationId xmlns:a16="http://schemas.microsoft.com/office/drawing/2014/main" id="{AF2D015F-A678-488F-AEBE-01BCCEC575E3}"/>
                  </a:ext>
                </a:extLst>
              </p:cNvPr>
              <p:cNvSpPr/>
              <p:nvPr/>
            </p:nvSpPr>
            <p:spPr bwMode="auto">
              <a:xfrm>
                <a:off x="2755233" y="1756196"/>
                <a:ext cx="80897" cy="43219"/>
              </a:xfrm>
              <a:custGeom>
                <a:avLst/>
                <a:gdLst>
                  <a:gd name="T0" fmla="*/ 4 w 95"/>
                  <a:gd name="T1" fmla="*/ 47 h 51"/>
                  <a:gd name="T2" fmla="*/ 0 w 95"/>
                  <a:gd name="T3" fmla="*/ 51 h 51"/>
                  <a:gd name="T4" fmla="*/ 4 w 95"/>
                  <a:gd name="T5" fmla="*/ 47 h 51"/>
                  <a:gd name="T6" fmla="*/ 88 w 95"/>
                  <a:gd name="T7" fmla="*/ 0 h 51"/>
                  <a:gd name="T8" fmla="*/ 87 w 95"/>
                  <a:gd name="T9" fmla="*/ 0 h 51"/>
                  <a:gd name="T10" fmla="*/ 79 w 95"/>
                  <a:gd name="T11" fmla="*/ 2 h 51"/>
                  <a:gd name="T12" fmla="*/ 37 w 95"/>
                  <a:gd name="T13" fmla="*/ 21 h 51"/>
                  <a:gd name="T14" fmla="*/ 4 w 95"/>
                  <a:gd name="T15" fmla="*/ 47 h 51"/>
                  <a:gd name="T16" fmla="*/ 14 w 95"/>
                  <a:gd name="T17" fmla="*/ 40 h 51"/>
                  <a:gd name="T18" fmla="*/ 82 w 95"/>
                  <a:gd name="T19" fmla="*/ 12 h 51"/>
                  <a:gd name="T20" fmla="*/ 88 w 95"/>
                  <a:gd name="T21" fmla="*/ 11 h 51"/>
                  <a:gd name="T22" fmla="*/ 88 w 95"/>
                  <a:gd name="T2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5" h="51">
                    <a:moveTo>
                      <a:pt x="4" y="47"/>
                    </a:moveTo>
                    <a:cubicBezTo>
                      <a:pt x="3" y="48"/>
                      <a:pt x="1" y="50"/>
                      <a:pt x="0" y="51"/>
                    </a:cubicBezTo>
                    <a:cubicBezTo>
                      <a:pt x="2" y="50"/>
                      <a:pt x="3" y="48"/>
                      <a:pt x="4" y="47"/>
                    </a:cubicBezTo>
                    <a:moveTo>
                      <a:pt x="88" y="0"/>
                    </a:moveTo>
                    <a:cubicBezTo>
                      <a:pt x="88" y="0"/>
                      <a:pt x="87" y="0"/>
                      <a:pt x="87" y="0"/>
                    </a:cubicBezTo>
                    <a:cubicBezTo>
                      <a:pt x="84" y="0"/>
                      <a:pt x="82" y="1"/>
                      <a:pt x="79" y="2"/>
                    </a:cubicBezTo>
                    <a:cubicBezTo>
                      <a:pt x="65" y="8"/>
                      <a:pt x="50" y="14"/>
                      <a:pt x="37" y="21"/>
                    </a:cubicBezTo>
                    <a:cubicBezTo>
                      <a:pt x="25" y="28"/>
                      <a:pt x="14" y="37"/>
                      <a:pt x="4" y="47"/>
                    </a:cubicBezTo>
                    <a:cubicBezTo>
                      <a:pt x="7" y="44"/>
                      <a:pt x="11" y="42"/>
                      <a:pt x="14" y="40"/>
                    </a:cubicBezTo>
                    <a:cubicBezTo>
                      <a:pt x="36" y="28"/>
                      <a:pt x="58" y="16"/>
                      <a:pt x="82" y="12"/>
                    </a:cubicBezTo>
                    <a:cubicBezTo>
                      <a:pt x="84" y="12"/>
                      <a:pt x="86" y="12"/>
                      <a:pt x="88" y="11"/>
                    </a:cubicBezTo>
                    <a:cubicBezTo>
                      <a:pt x="95" y="10"/>
                      <a:pt x="95" y="0"/>
                      <a:pt x="88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1" name="îŝļîdé" descr="ebe990e3-eaac-4e60-bf54-e8db306668d2">
                <a:extLst>
                  <a:ext uri="{FF2B5EF4-FFF2-40B4-BE49-F238E27FC236}">
                    <a16:creationId xmlns:a16="http://schemas.microsoft.com/office/drawing/2014/main" id="{605A4540-50F3-4F9B-8D95-47203E0A15FE}"/>
                  </a:ext>
                </a:extLst>
              </p:cNvPr>
              <p:cNvSpPr/>
              <p:nvPr/>
            </p:nvSpPr>
            <p:spPr bwMode="auto">
              <a:xfrm>
                <a:off x="2716447" y="1629863"/>
                <a:ext cx="60950" cy="68707"/>
              </a:xfrm>
              <a:custGeom>
                <a:avLst/>
                <a:gdLst>
                  <a:gd name="T0" fmla="*/ 2 w 72"/>
                  <a:gd name="T1" fmla="*/ 75 h 81"/>
                  <a:gd name="T2" fmla="*/ 0 w 72"/>
                  <a:gd name="T3" fmla="*/ 81 h 81"/>
                  <a:gd name="T4" fmla="*/ 2 w 72"/>
                  <a:gd name="T5" fmla="*/ 75 h 81"/>
                  <a:gd name="T6" fmla="*/ 65 w 72"/>
                  <a:gd name="T7" fmla="*/ 0 h 81"/>
                  <a:gd name="T8" fmla="*/ 62 w 72"/>
                  <a:gd name="T9" fmla="*/ 1 h 81"/>
                  <a:gd name="T10" fmla="*/ 55 w 72"/>
                  <a:gd name="T11" fmla="*/ 6 h 81"/>
                  <a:gd name="T12" fmla="*/ 23 w 72"/>
                  <a:gd name="T13" fmla="*/ 39 h 81"/>
                  <a:gd name="T14" fmla="*/ 2 w 72"/>
                  <a:gd name="T15" fmla="*/ 75 h 81"/>
                  <a:gd name="T16" fmla="*/ 9 w 72"/>
                  <a:gd name="T17" fmla="*/ 65 h 81"/>
                  <a:gd name="T18" fmla="*/ 61 w 72"/>
                  <a:gd name="T19" fmla="*/ 14 h 81"/>
                  <a:gd name="T20" fmla="*/ 67 w 72"/>
                  <a:gd name="T21" fmla="*/ 11 h 81"/>
                  <a:gd name="T22" fmla="*/ 65 w 72"/>
                  <a:gd name="T23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" h="81">
                    <a:moveTo>
                      <a:pt x="2" y="75"/>
                    </a:moveTo>
                    <a:cubicBezTo>
                      <a:pt x="2" y="77"/>
                      <a:pt x="1" y="79"/>
                      <a:pt x="0" y="81"/>
                    </a:cubicBezTo>
                    <a:cubicBezTo>
                      <a:pt x="1" y="79"/>
                      <a:pt x="2" y="77"/>
                      <a:pt x="2" y="75"/>
                    </a:cubicBezTo>
                    <a:moveTo>
                      <a:pt x="65" y="0"/>
                    </a:moveTo>
                    <a:cubicBezTo>
                      <a:pt x="64" y="0"/>
                      <a:pt x="63" y="0"/>
                      <a:pt x="62" y="1"/>
                    </a:cubicBezTo>
                    <a:cubicBezTo>
                      <a:pt x="59" y="2"/>
                      <a:pt x="57" y="4"/>
                      <a:pt x="55" y="6"/>
                    </a:cubicBezTo>
                    <a:cubicBezTo>
                      <a:pt x="44" y="16"/>
                      <a:pt x="33" y="27"/>
                      <a:pt x="23" y="39"/>
                    </a:cubicBezTo>
                    <a:cubicBezTo>
                      <a:pt x="14" y="50"/>
                      <a:pt x="7" y="62"/>
                      <a:pt x="2" y="75"/>
                    </a:cubicBezTo>
                    <a:cubicBezTo>
                      <a:pt x="4" y="72"/>
                      <a:pt x="6" y="68"/>
                      <a:pt x="9" y="65"/>
                    </a:cubicBezTo>
                    <a:cubicBezTo>
                      <a:pt x="25" y="46"/>
                      <a:pt x="41" y="27"/>
                      <a:pt x="61" y="14"/>
                    </a:cubicBezTo>
                    <a:cubicBezTo>
                      <a:pt x="63" y="13"/>
                      <a:pt x="65" y="12"/>
                      <a:pt x="67" y="11"/>
                    </a:cubicBezTo>
                    <a:cubicBezTo>
                      <a:pt x="72" y="7"/>
                      <a:pt x="70" y="0"/>
                      <a:pt x="65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2" name="iṥļiḋê" descr="0b568316-60e7-489e-b0d8-afaae959cd38">
                <a:extLst>
                  <a:ext uri="{FF2B5EF4-FFF2-40B4-BE49-F238E27FC236}">
                    <a16:creationId xmlns:a16="http://schemas.microsoft.com/office/drawing/2014/main" id="{F066BE7F-1BEC-43FC-BA6A-80FAC8E9A9F6}"/>
                  </a:ext>
                </a:extLst>
              </p:cNvPr>
              <p:cNvSpPr/>
              <p:nvPr/>
            </p:nvSpPr>
            <p:spPr bwMode="auto">
              <a:xfrm>
                <a:off x="2746368" y="1908016"/>
                <a:ext cx="250449" cy="64274"/>
              </a:xfrm>
              <a:custGeom>
                <a:avLst/>
                <a:gdLst>
                  <a:gd name="T0" fmla="*/ 277 w 297"/>
                  <a:gd name="T1" fmla="*/ 40 h 77"/>
                  <a:gd name="T2" fmla="*/ 260 w 297"/>
                  <a:gd name="T3" fmla="*/ 68 h 77"/>
                  <a:gd name="T4" fmla="*/ 245 w 297"/>
                  <a:gd name="T5" fmla="*/ 61 h 77"/>
                  <a:gd name="T6" fmla="*/ 49 w 297"/>
                  <a:gd name="T7" fmla="*/ 10 h 77"/>
                  <a:gd name="T8" fmla="*/ 0 w 297"/>
                  <a:gd name="T9" fmla="*/ 12 h 77"/>
                  <a:gd name="T10" fmla="*/ 129 w 297"/>
                  <a:gd name="T11" fmla="*/ 5 h 77"/>
                  <a:gd name="T12" fmla="*/ 256 w 297"/>
                  <a:gd name="T13" fmla="*/ 32 h 77"/>
                  <a:gd name="T14" fmla="*/ 277 w 297"/>
                  <a:gd name="T15" fmla="*/ 4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7" h="77">
                    <a:moveTo>
                      <a:pt x="277" y="40"/>
                    </a:moveTo>
                    <a:cubicBezTo>
                      <a:pt x="297" y="50"/>
                      <a:pt x="280" y="77"/>
                      <a:pt x="260" y="68"/>
                    </a:cubicBezTo>
                    <a:cubicBezTo>
                      <a:pt x="255" y="66"/>
                      <a:pt x="250" y="63"/>
                      <a:pt x="245" y="61"/>
                    </a:cubicBezTo>
                    <a:cubicBezTo>
                      <a:pt x="186" y="30"/>
                      <a:pt x="117" y="19"/>
                      <a:pt x="49" y="10"/>
                    </a:cubicBezTo>
                    <a:cubicBezTo>
                      <a:pt x="33" y="8"/>
                      <a:pt x="15" y="6"/>
                      <a:pt x="0" y="12"/>
                    </a:cubicBezTo>
                    <a:cubicBezTo>
                      <a:pt x="41" y="1"/>
                      <a:pt x="86" y="0"/>
                      <a:pt x="129" y="5"/>
                    </a:cubicBezTo>
                    <a:cubicBezTo>
                      <a:pt x="172" y="10"/>
                      <a:pt x="214" y="21"/>
                      <a:pt x="256" y="32"/>
                    </a:cubicBezTo>
                    <a:cubicBezTo>
                      <a:pt x="263" y="34"/>
                      <a:pt x="270" y="37"/>
                      <a:pt x="277" y="40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3" name="iSḷïḑê" descr="378d044b-661b-4ab8-9693-6db731ef0d2d">
                <a:extLst>
                  <a:ext uri="{FF2B5EF4-FFF2-40B4-BE49-F238E27FC236}">
                    <a16:creationId xmlns:a16="http://schemas.microsoft.com/office/drawing/2014/main" id="{02BDFFF5-E742-4E80-8FB9-AAB2753D58BD}"/>
                  </a:ext>
                </a:extLst>
              </p:cNvPr>
              <p:cNvSpPr/>
              <p:nvPr/>
            </p:nvSpPr>
            <p:spPr bwMode="auto">
              <a:xfrm>
                <a:off x="2703149" y="1946803"/>
                <a:ext cx="239367" cy="101953"/>
              </a:xfrm>
              <a:custGeom>
                <a:avLst/>
                <a:gdLst>
                  <a:gd name="T0" fmla="*/ 85 w 283"/>
                  <a:gd name="T1" fmla="*/ 12 h 121"/>
                  <a:gd name="T2" fmla="*/ 85 w 283"/>
                  <a:gd name="T3" fmla="*/ 12 h 121"/>
                  <a:gd name="T4" fmla="*/ 240 w 283"/>
                  <a:gd name="T5" fmla="*/ 107 h 121"/>
                  <a:gd name="T6" fmla="*/ 251 w 283"/>
                  <a:gd name="T7" fmla="*/ 117 h 121"/>
                  <a:gd name="T8" fmla="*/ 263 w 283"/>
                  <a:gd name="T9" fmla="*/ 121 h 121"/>
                  <a:gd name="T10" fmla="*/ 273 w 283"/>
                  <a:gd name="T11" fmla="*/ 101 h 121"/>
                  <a:gd name="T12" fmla="*/ 257 w 283"/>
                  <a:gd name="T13" fmla="*/ 88 h 121"/>
                  <a:gd name="T14" fmla="*/ 155 w 283"/>
                  <a:gd name="T15" fmla="*/ 32 h 121"/>
                  <a:gd name="T16" fmla="*/ 85 w 283"/>
                  <a:gd name="T17" fmla="*/ 12 h 121"/>
                  <a:gd name="T18" fmla="*/ 1 w 283"/>
                  <a:gd name="T19" fmla="*/ 0 h 121"/>
                  <a:gd name="T20" fmla="*/ 0 w 283"/>
                  <a:gd name="T21" fmla="*/ 0 h 121"/>
                  <a:gd name="T22" fmla="*/ 85 w 283"/>
                  <a:gd name="T23" fmla="*/ 12 h 121"/>
                  <a:gd name="T24" fmla="*/ 1 w 283"/>
                  <a:gd name="T25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3" h="121">
                    <a:moveTo>
                      <a:pt x="85" y="12"/>
                    </a:moveTo>
                    <a:cubicBezTo>
                      <a:pt x="85" y="12"/>
                      <a:pt x="85" y="12"/>
                      <a:pt x="85" y="12"/>
                    </a:cubicBezTo>
                    <a:cubicBezTo>
                      <a:pt x="141" y="38"/>
                      <a:pt x="197" y="67"/>
                      <a:pt x="240" y="107"/>
                    </a:cubicBezTo>
                    <a:cubicBezTo>
                      <a:pt x="243" y="110"/>
                      <a:pt x="247" y="113"/>
                      <a:pt x="251" y="117"/>
                    </a:cubicBezTo>
                    <a:cubicBezTo>
                      <a:pt x="254" y="120"/>
                      <a:pt x="259" y="121"/>
                      <a:pt x="263" y="121"/>
                    </a:cubicBezTo>
                    <a:cubicBezTo>
                      <a:pt x="274" y="121"/>
                      <a:pt x="283" y="110"/>
                      <a:pt x="273" y="101"/>
                    </a:cubicBezTo>
                    <a:cubicBezTo>
                      <a:pt x="268" y="96"/>
                      <a:pt x="263" y="92"/>
                      <a:pt x="257" y="88"/>
                    </a:cubicBezTo>
                    <a:cubicBezTo>
                      <a:pt x="224" y="67"/>
                      <a:pt x="190" y="48"/>
                      <a:pt x="155" y="32"/>
                    </a:cubicBezTo>
                    <a:cubicBezTo>
                      <a:pt x="139" y="24"/>
                      <a:pt x="112" y="17"/>
                      <a:pt x="85" y="12"/>
                    </a:cubicBezTo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1" y="1"/>
                      <a:pt x="53" y="6"/>
                      <a:pt x="85" y="12"/>
                    </a:cubicBezTo>
                    <a:cubicBezTo>
                      <a:pt x="71" y="6"/>
                      <a:pt x="18" y="0"/>
                      <a:pt x="1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4" name="ïṥ1íḓe" descr="a812a817-0eea-4d17-ba5b-36111bc4d22e">
                <a:extLst>
                  <a:ext uri="{FF2B5EF4-FFF2-40B4-BE49-F238E27FC236}">
                    <a16:creationId xmlns:a16="http://schemas.microsoft.com/office/drawing/2014/main" id="{29EBFE27-3C34-411D-9A25-7A7E860A8EE5}"/>
                  </a:ext>
                </a:extLst>
              </p:cNvPr>
              <p:cNvSpPr/>
              <p:nvPr/>
            </p:nvSpPr>
            <p:spPr bwMode="auto">
              <a:xfrm>
                <a:off x="2680986" y="1975616"/>
                <a:ext cx="115251" cy="232718"/>
              </a:xfrm>
              <a:custGeom>
                <a:avLst/>
                <a:gdLst>
                  <a:gd name="T0" fmla="*/ 136 w 137"/>
                  <a:gd name="T1" fmla="*/ 257 h 276"/>
                  <a:gd name="T2" fmla="*/ 108 w 137"/>
                  <a:gd name="T3" fmla="*/ 254 h 276"/>
                  <a:gd name="T4" fmla="*/ 107 w 137"/>
                  <a:gd name="T5" fmla="*/ 239 h 276"/>
                  <a:gd name="T6" fmla="*/ 55 w 137"/>
                  <a:gd name="T7" fmla="*/ 66 h 276"/>
                  <a:gd name="T8" fmla="*/ 0 w 137"/>
                  <a:gd name="T9" fmla="*/ 0 h 276"/>
                  <a:gd name="T10" fmla="*/ 94 w 137"/>
                  <a:gd name="T11" fmla="*/ 127 h 276"/>
                  <a:gd name="T12" fmla="*/ 132 w 137"/>
                  <a:gd name="T13" fmla="*/ 237 h 276"/>
                  <a:gd name="T14" fmla="*/ 136 w 137"/>
                  <a:gd name="T15" fmla="*/ 257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276">
                    <a:moveTo>
                      <a:pt x="136" y="257"/>
                    </a:moveTo>
                    <a:cubicBezTo>
                      <a:pt x="137" y="276"/>
                      <a:pt x="111" y="273"/>
                      <a:pt x="108" y="254"/>
                    </a:cubicBezTo>
                    <a:cubicBezTo>
                      <a:pt x="108" y="249"/>
                      <a:pt x="107" y="244"/>
                      <a:pt x="107" y="239"/>
                    </a:cubicBezTo>
                    <a:cubicBezTo>
                      <a:pt x="102" y="181"/>
                      <a:pt x="79" y="123"/>
                      <a:pt x="55" y="66"/>
                    </a:cubicBezTo>
                    <a:cubicBezTo>
                      <a:pt x="49" y="52"/>
                      <a:pt x="11" y="9"/>
                      <a:pt x="0" y="0"/>
                    </a:cubicBezTo>
                    <a:cubicBezTo>
                      <a:pt x="27" y="28"/>
                      <a:pt x="78" y="91"/>
                      <a:pt x="94" y="127"/>
                    </a:cubicBezTo>
                    <a:cubicBezTo>
                      <a:pt x="109" y="163"/>
                      <a:pt x="122" y="200"/>
                      <a:pt x="132" y="237"/>
                    </a:cubicBezTo>
                    <a:cubicBezTo>
                      <a:pt x="134" y="244"/>
                      <a:pt x="135" y="250"/>
                      <a:pt x="136" y="257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5" name="ï$1iḓé" descr="3d17cac5-e689-4546-a3da-a7448cbd8083">
                <a:extLst>
                  <a:ext uri="{FF2B5EF4-FFF2-40B4-BE49-F238E27FC236}">
                    <a16:creationId xmlns:a16="http://schemas.microsoft.com/office/drawing/2014/main" id="{EC24DFD7-1A9A-4958-BE60-8284A5E13BCC}"/>
                  </a:ext>
                </a:extLst>
              </p:cNvPr>
              <p:cNvSpPr/>
              <p:nvPr/>
            </p:nvSpPr>
            <p:spPr bwMode="auto">
              <a:xfrm>
                <a:off x="2776289" y="1636512"/>
                <a:ext cx="52085" cy="53193"/>
              </a:xfrm>
              <a:custGeom>
                <a:avLst/>
                <a:gdLst>
                  <a:gd name="T0" fmla="*/ 38 w 61"/>
                  <a:gd name="T1" fmla="*/ 17 h 63"/>
                  <a:gd name="T2" fmla="*/ 36 w 61"/>
                  <a:gd name="T3" fmla="*/ 18 h 63"/>
                  <a:gd name="T4" fmla="*/ 34 w 61"/>
                  <a:gd name="T5" fmla="*/ 16 h 63"/>
                  <a:gd name="T6" fmla="*/ 29 w 61"/>
                  <a:gd name="T7" fmla="*/ 0 h 63"/>
                  <a:gd name="T8" fmla="*/ 20 w 61"/>
                  <a:gd name="T9" fmla="*/ 14 h 63"/>
                  <a:gd name="T10" fmla="*/ 6 w 61"/>
                  <a:gd name="T11" fmla="*/ 10 h 63"/>
                  <a:gd name="T12" fmla="*/ 9 w 61"/>
                  <a:gd name="T13" fmla="*/ 26 h 63"/>
                  <a:gd name="T14" fmla="*/ 2 w 61"/>
                  <a:gd name="T15" fmla="*/ 31 h 63"/>
                  <a:gd name="T16" fmla="*/ 1 w 61"/>
                  <a:gd name="T17" fmla="*/ 38 h 63"/>
                  <a:gd name="T18" fmla="*/ 10 w 61"/>
                  <a:gd name="T19" fmla="*/ 39 h 63"/>
                  <a:gd name="T20" fmla="*/ 12 w 61"/>
                  <a:gd name="T21" fmla="*/ 57 h 63"/>
                  <a:gd name="T22" fmla="*/ 13 w 61"/>
                  <a:gd name="T23" fmla="*/ 60 h 63"/>
                  <a:gd name="T24" fmla="*/ 16 w 61"/>
                  <a:gd name="T25" fmla="*/ 59 h 63"/>
                  <a:gd name="T26" fmla="*/ 28 w 61"/>
                  <a:gd name="T27" fmla="*/ 47 h 63"/>
                  <a:gd name="T28" fmla="*/ 33 w 61"/>
                  <a:gd name="T29" fmla="*/ 59 h 63"/>
                  <a:gd name="T30" fmla="*/ 35 w 61"/>
                  <a:gd name="T31" fmla="*/ 63 h 63"/>
                  <a:gd name="T32" fmla="*/ 39 w 61"/>
                  <a:gd name="T33" fmla="*/ 61 h 63"/>
                  <a:gd name="T34" fmla="*/ 41 w 61"/>
                  <a:gd name="T35" fmla="*/ 56 h 63"/>
                  <a:gd name="T36" fmla="*/ 43 w 61"/>
                  <a:gd name="T37" fmla="*/ 45 h 63"/>
                  <a:gd name="T38" fmla="*/ 44 w 61"/>
                  <a:gd name="T39" fmla="*/ 43 h 63"/>
                  <a:gd name="T40" fmla="*/ 46 w 61"/>
                  <a:gd name="T41" fmla="*/ 42 h 63"/>
                  <a:gd name="T42" fmla="*/ 60 w 61"/>
                  <a:gd name="T43" fmla="*/ 42 h 63"/>
                  <a:gd name="T44" fmla="*/ 56 w 61"/>
                  <a:gd name="T45" fmla="*/ 36 h 63"/>
                  <a:gd name="T46" fmla="*/ 49 w 61"/>
                  <a:gd name="T47" fmla="*/ 32 h 63"/>
                  <a:gd name="T48" fmla="*/ 51 w 61"/>
                  <a:gd name="T49" fmla="*/ 16 h 63"/>
                  <a:gd name="T50" fmla="*/ 38 w 61"/>
                  <a:gd name="T51" fmla="*/ 1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1" h="63">
                    <a:moveTo>
                      <a:pt x="38" y="17"/>
                    </a:moveTo>
                    <a:cubicBezTo>
                      <a:pt x="37" y="18"/>
                      <a:pt x="37" y="18"/>
                      <a:pt x="36" y="18"/>
                    </a:cubicBezTo>
                    <a:cubicBezTo>
                      <a:pt x="35" y="18"/>
                      <a:pt x="34" y="17"/>
                      <a:pt x="34" y="16"/>
                    </a:cubicBezTo>
                    <a:cubicBezTo>
                      <a:pt x="31" y="11"/>
                      <a:pt x="33" y="4"/>
                      <a:pt x="29" y="0"/>
                    </a:cubicBezTo>
                    <a:cubicBezTo>
                      <a:pt x="25" y="4"/>
                      <a:pt x="22" y="9"/>
                      <a:pt x="20" y="14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5" y="16"/>
                      <a:pt x="6" y="21"/>
                      <a:pt x="9" y="26"/>
                    </a:cubicBezTo>
                    <a:cubicBezTo>
                      <a:pt x="6" y="27"/>
                      <a:pt x="4" y="29"/>
                      <a:pt x="2" y="31"/>
                    </a:cubicBezTo>
                    <a:cubicBezTo>
                      <a:pt x="0" y="33"/>
                      <a:pt x="0" y="36"/>
                      <a:pt x="1" y="38"/>
                    </a:cubicBezTo>
                    <a:cubicBezTo>
                      <a:pt x="4" y="39"/>
                      <a:pt x="7" y="39"/>
                      <a:pt x="10" y="39"/>
                    </a:cubicBezTo>
                    <a:cubicBezTo>
                      <a:pt x="10" y="45"/>
                      <a:pt x="10" y="51"/>
                      <a:pt x="12" y="57"/>
                    </a:cubicBezTo>
                    <a:cubicBezTo>
                      <a:pt x="12" y="58"/>
                      <a:pt x="12" y="59"/>
                      <a:pt x="13" y="60"/>
                    </a:cubicBezTo>
                    <a:cubicBezTo>
                      <a:pt x="14" y="60"/>
                      <a:pt x="15" y="60"/>
                      <a:pt x="16" y="59"/>
                    </a:cubicBezTo>
                    <a:cubicBezTo>
                      <a:pt x="21" y="56"/>
                      <a:pt x="25" y="52"/>
                      <a:pt x="28" y="47"/>
                    </a:cubicBezTo>
                    <a:cubicBezTo>
                      <a:pt x="33" y="59"/>
                      <a:pt x="33" y="59"/>
                      <a:pt x="33" y="59"/>
                    </a:cubicBezTo>
                    <a:cubicBezTo>
                      <a:pt x="33" y="61"/>
                      <a:pt x="34" y="62"/>
                      <a:pt x="35" y="63"/>
                    </a:cubicBezTo>
                    <a:cubicBezTo>
                      <a:pt x="37" y="63"/>
                      <a:pt x="38" y="63"/>
                      <a:pt x="39" y="61"/>
                    </a:cubicBezTo>
                    <a:cubicBezTo>
                      <a:pt x="40" y="60"/>
                      <a:pt x="41" y="58"/>
                      <a:pt x="41" y="5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4"/>
                      <a:pt x="43" y="43"/>
                      <a:pt x="44" y="43"/>
                    </a:cubicBezTo>
                    <a:cubicBezTo>
                      <a:pt x="44" y="43"/>
                      <a:pt x="45" y="42"/>
                      <a:pt x="46" y="42"/>
                    </a:cubicBezTo>
                    <a:cubicBezTo>
                      <a:pt x="50" y="42"/>
                      <a:pt x="55" y="42"/>
                      <a:pt x="60" y="42"/>
                    </a:cubicBezTo>
                    <a:cubicBezTo>
                      <a:pt x="61" y="40"/>
                      <a:pt x="59" y="37"/>
                      <a:pt x="56" y="36"/>
                    </a:cubicBezTo>
                    <a:cubicBezTo>
                      <a:pt x="54" y="35"/>
                      <a:pt x="51" y="34"/>
                      <a:pt x="49" y="32"/>
                    </a:cubicBezTo>
                    <a:cubicBezTo>
                      <a:pt x="47" y="27"/>
                      <a:pt x="53" y="20"/>
                      <a:pt x="51" y="16"/>
                    </a:cubicBezTo>
                    <a:cubicBezTo>
                      <a:pt x="47" y="10"/>
                      <a:pt x="42" y="15"/>
                      <a:pt x="38" y="17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6" name="íṧḷîḋè" descr="bba4aa2e-4710-4c44-9db0-c8493509d6c4">
                <a:extLst>
                  <a:ext uri="{FF2B5EF4-FFF2-40B4-BE49-F238E27FC236}">
                    <a16:creationId xmlns:a16="http://schemas.microsoft.com/office/drawing/2014/main" id="{99828E1F-B565-4E0C-BDBF-50EF4BB89617}"/>
                  </a:ext>
                </a:extLst>
              </p:cNvPr>
              <p:cNvSpPr/>
              <p:nvPr/>
            </p:nvSpPr>
            <p:spPr bwMode="auto">
              <a:xfrm>
                <a:off x="2811751" y="2120787"/>
                <a:ext cx="52085" cy="52085"/>
              </a:xfrm>
              <a:custGeom>
                <a:avLst/>
                <a:gdLst>
                  <a:gd name="T0" fmla="*/ 29 w 61"/>
                  <a:gd name="T1" fmla="*/ 0 h 63"/>
                  <a:gd name="T2" fmla="*/ 20 w 61"/>
                  <a:gd name="T3" fmla="*/ 15 h 63"/>
                  <a:gd name="T4" fmla="*/ 6 w 61"/>
                  <a:gd name="T5" fmla="*/ 11 h 63"/>
                  <a:gd name="T6" fmla="*/ 9 w 61"/>
                  <a:gd name="T7" fmla="*/ 27 h 63"/>
                  <a:gd name="T8" fmla="*/ 2 w 61"/>
                  <a:gd name="T9" fmla="*/ 31 h 63"/>
                  <a:gd name="T10" fmla="*/ 1 w 61"/>
                  <a:gd name="T11" fmla="*/ 39 h 63"/>
                  <a:gd name="T12" fmla="*/ 9 w 61"/>
                  <a:gd name="T13" fmla="*/ 40 h 63"/>
                  <a:gd name="T14" fmla="*/ 10 w 61"/>
                  <a:gd name="T15" fmla="*/ 40 h 63"/>
                  <a:gd name="T16" fmla="*/ 12 w 61"/>
                  <a:gd name="T17" fmla="*/ 58 h 63"/>
                  <a:gd name="T18" fmla="*/ 13 w 61"/>
                  <a:gd name="T19" fmla="*/ 60 h 63"/>
                  <a:gd name="T20" fmla="*/ 14 w 61"/>
                  <a:gd name="T21" fmla="*/ 61 h 63"/>
                  <a:gd name="T22" fmla="*/ 16 w 61"/>
                  <a:gd name="T23" fmla="*/ 60 h 63"/>
                  <a:gd name="T24" fmla="*/ 28 w 61"/>
                  <a:gd name="T25" fmla="*/ 48 h 63"/>
                  <a:gd name="T26" fmla="*/ 33 w 61"/>
                  <a:gd name="T27" fmla="*/ 60 h 63"/>
                  <a:gd name="T28" fmla="*/ 35 w 61"/>
                  <a:gd name="T29" fmla="*/ 63 h 63"/>
                  <a:gd name="T30" fmla="*/ 36 w 61"/>
                  <a:gd name="T31" fmla="*/ 63 h 63"/>
                  <a:gd name="T32" fmla="*/ 39 w 61"/>
                  <a:gd name="T33" fmla="*/ 62 h 63"/>
                  <a:gd name="T34" fmla="*/ 41 w 61"/>
                  <a:gd name="T35" fmla="*/ 57 h 63"/>
                  <a:gd name="T36" fmla="*/ 43 w 61"/>
                  <a:gd name="T37" fmla="*/ 45 h 63"/>
                  <a:gd name="T38" fmla="*/ 44 w 61"/>
                  <a:gd name="T39" fmla="*/ 43 h 63"/>
                  <a:gd name="T40" fmla="*/ 45 w 61"/>
                  <a:gd name="T41" fmla="*/ 43 h 63"/>
                  <a:gd name="T42" fmla="*/ 46 w 61"/>
                  <a:gd name="T43" fmla="*/ 43 h 63"/>
                  <a:gd name="T44" fmla="*/ 55 w 61"/>
                  <a:gd name="T45" fmla="*/ 43 h 63"/>
                  <a:gd name="T46" fmla="*/ 60 w 61"/>
                  <a:gd name="T47" fmla="*/ 43 h 63"/>
                  <a:gd name="T48" fmla="*/ 56 w 61"/>
                  <a:gd name="T49" fmla="*/ 37 h 63"/>
                  <a:gd name="T50" fmla="*/ 49 w 61"/>
                  <a:gd name="T51" fmla="*/ 32 h 63"/>
                  <a:gd name="T52" fmla="*/ 51 w 61"/>
                  <a:gd name="T53" fmla="*/ 16 h 63"/>
                  <a:gd name="T54" fmla="*/ 47 w 61"/>
                  <a:gd name="T55" fmla="*/ 14 h 63"/>
                  <a:gd name="T56" fmla="*/ 38 w 61"/>
                  <a:gd name="T57" fmla="*/ 18 h 63"/>
                  <a:gd name="T58" fmla="*/ 36 w 61"/>
                  <a:gd name="T59" fmla="*/ 18 h 63"/>
                  <a:gd name="T60" fmla="*/ 34 w 61"/>
                  <a:gd name="T61" fmla="*/ 16 h 63"/>
                  <a:gd name="T62" fmla="*/ 29 w 61"/>
                  <a:gd name="T63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1" h="63">
                    <a:moveTo>
                      <a:pt x="29" y="0"/>
                    </a:moveTo>
                    <a:cubicBezTo>
                      <a:pt x="25" y="5"/>
                      <a:pt x="22" y="10"/>
                      <a:pt x="20" y="15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5" y="16"/>
                      <a:pt x="6" y="22"/>
                      <a:pt x="9" y="27"/>
                    </a:cubicBezTo>
                    <a:cubicBezTo>
                      <a:pt x="6" y="28"/>
                      <a:pt x="4" y="29"/>
                      <a:pt x="2" y="31"/>
                    </a:cubicBezTo>
                    <a:cubicBezTo>
                      <a:pt x="0" y="33"/>
                      <a:pt x="0" y="36"/>
                      <a:pt x="1" y="39"/>
                    </a:cubicBezTo>
                    <a:cubicBezTo>
                      <a:pt x="3" y="39"/>
                      <a:pt x="6" y="40"/>
                      <a:pt x="9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6"/>
                      <a:pt x="10" y="52"/>
                      <a:pt x="12" y="58"/>
                    </a:cubicBezTo>
                    <a:cubicBezTo>
                      <a:pt x="12" y="59"/>
                      <a:pt x="12" y="60"/>
                      <a:pt x="13" y="60"/>
                    </a:cubicBezTo>
                    <a:cubicBezTo>
                      <a:pt x="13" y="60"/>
                      <a:pt x="13" y="61"/>
                      <a:pt x="14" y="61"/>
                    </a:cubicBezTo>
                    <a:cubicBezTo>
                      <a:pt x="15" y="61"/>
                      <a:pt x="15" y="60"/>
                      <a:pt x="16" y="60"/>
                    </a:cubicBezTo>
                    <a:cubicBezTo>
                      <a:pt x="21" y="57"/>
                      <a:pt x="25" y="53"/>
                      <a:pt x="28" y="48"/>
                    </a:cubicBezTo>
                    <a:cubicBezTo>
                      <a:pt x="33" y="60"/>
                      <a:pt x="33" y="60"/>
                      <a:pt x="33" y="60"/>
                    </a:cubicBezTo>
                    <a:cubicBezTo>
                      <a:pt x="33" y="61"/>
                      <a:pt x="34" y="62"/>
                      <a:pt x="35" y="63"/>
                    </a:cubicBezTo>
                    <a:cubicBezTo>
                      <a:pt x="35" y="63"/>
                      <a:pt x="36" y="63"/>
                      <a:pt x="36" y="63"/>
                    </a:cubicBezTo>
                    <a:cubicBezTo>
                      <a:pt x="38" y="63"/>
                      <a:pt x="39" y="63"/>
                      <a:pt x="39" y="62"/>
                    </a:cubicBezTo>
                    <a:cubicBezTo>
                      <a:pt x="40" y="60"/>
                      <a:pt x="41" y="59"/>
                      <a:pt x="41" y="57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4"/>
                      <a:pt x="44" y="43"/>
                    </a:cubicBezTo>
                    <a:cubicBezTo>
                      <a:pt x="44" y="43"/>
                      <a:pt x="45" y="43"/>
                      <a:pt x="45" y="43"/>
                    </a:cubicBezTo>
                    <a:cubicBezTo>
                      <a:pt x="45" y="43"/>
                      <a:pt x="45" y="43"/>
                      <a:pt x="46" y="43"/>
                    </a:cubicBezTo>
                    <a:cubicBezTo>
                      <a:pt x="49" y="43"/>
                      <a:pt x="52" y="43"/>
                      <a:pt x="55" y="43"/>
                    </a:cubicBezTo>
                    <a:cubicBezTo>
                      <a:pt x="57" y="43"/>
                      <a:pt x="59" y="43"/>
                      <a:pt x="60" y="43"/>
                    </a:cubicBezTo>
                    <a:cubicBezTo>
                      <a:pt x="61" y="40"/>
                      <a:pt x="59" y="38"/>
                      <a:pt x="56" y="37"/>
                    </a:cubicBezTo>
                    <a:cubicBezTo>
                      <a:pt x="54" y="36"/>
                      <a:pt x="51" y="35"/>
                      <a:pt x="49" y="32"/>
                    </a:cubicBezTo>
                    <a:cubicBezTo>
                      <a:pt x="47" y="27"/>
                      <a:pt x="53" y="20"/>
                      <a:pt x="51" y="16"/>
                    </a:cubicBezTo>
                    <a:cubicBezTo>
                      <a:pt x="49" y="14"/>
                      <a:pt x="48" y="14"/>
                      <a:pt x="47" y="14"/>
                    </a:cubicBezTo>
                    <a:cubicBezTo>
                      <a:pt x="44" y="14"/>
                      <a:pt x="40" y="16"/>
                      <a:pt x="38" y="18"/>
                    </a:cubicBezTo>
                    <a:cubicBezTo>
                      <a:pt x="37" y="18"/>
                      <a:pt x="37" y="18"/>
                      <a:pt x="36" y="18"/>
                    </a:cubicBezTo>
                    <a:cubicBezTo>
                      <a:pt x="35" y="18"/>
                      <a:pt x="34" y="17"/>
                      <a:pt x="34" y="16"/>
                    </a:cubicBezTo>
                    <a:cubicBezTo>
                      <a:pt x="31" y="11"/>
                      <a:pt x="33" y="4"/>
                      <a:pt x="29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7" name="îṩliḋé" descr="1efc9674-c280-4a56-92a9-cb1da781362b">
                <a:extLst>
                  <a:ext uri="{FF2B5EF4-FFF2-40B4-BE49-F238E27FC236}">
                    <a16:creationId xmlns:a16="http://schemas.microsoft.com/office/drawing/2014/main" id="{139F30BF-3E5E-4094-8D68-F4C41F4DF71A}"/>
                  </a:ext>
                </a:extLst>
              </p:cNvPr>
              <p:cNvSpPr/>
              <p:nvPr/>
            </p:nvSpPr>
            <p:spPr bwMode="auto">
              <a:xfrm>
                <a:off x="2911487" y="1796090"/>
                <a:ext cx="52085" cy="53193"/>
              </a:xfrm>
              <a:custGeom>
                <a:avLst/>
                <a:gdLst>
                  <a:gd name="T0" fmla="*/ 38 w 61"/>
                  <a:gd name="T1" fmla="*/ 17 h 63"/>
                  <a:gd name="T2" fmla="*/ 36 w 61"/>
                  <a:gd name="T3" fmla="*/ 18 h 63"/>
                  <a:gd name="T4" fmla="*/ 34 w 61"/>
                  <a:gd name="T5" fmla="*/ 16 h 63"/>
                  <a:gd name="T6" fmla="*/ 29 w 61"/>
                  <a:gd name="T7" fmla="*/ 0 h 63"/>
                  <a:gd name="T8" fmla="*/ 20 w 61"/>
                  <a:gd name="T9" fmla="*/ 15 h 63"/>
                  <a:gd name="T10" fmla="*/ 6 w 61"/>
                  <a:gd name="T11" fmla="*/ 10 h 63"/>
                  <a:gd name="T12" fmla="*/ 9 w 61"/>
                  <a:gd name="T13" fmla="*/ 26 h 63"/>
                  <a:gd name="T14" fmla="*/ 2 w 61"/>
                  <a:gd name="T15" fmla="*/ 31 h 63"/>
                  <a:gd name="T16" fmla="*/ 1 w 61"/>
                  <a:gd name="T17" fmla="*/ 38 h 63"/>
                  <a:gd name="T18" fmla="*/ 11 w 61"/>
                  <a:gd name="T19" fmla="*/ 39 h 63"/>
                  <a:gd name="T20" fmla="*/ 12 w 61"/>
                  <a:gd name="T21" fmla="*/ 57 h 63"/>
                  <a:gd name="T22" fmla="*/ 13 w 61"/>
                  <a:gd name="T23" fmla="*/ 60 h 63"/>
                  <a:gd name="T24" fmla="*/ 16 w 61"/>
                  <a:gd name="T25" fmla="*/ 59 h 63"/>
                  <a:gd name="T26" fmla="*/ 28 w 61"/>
                  <a:gd name="T27" fmla="*/ 47 h 63"/>
                  <a:gd name="T28" fmla="*/ 33 w 61"/>
                  <a:gd name="T29" fmla="*/ 60 h 63"/>
                  <a:gd name="T30" fmla="*/ 35 w 61"/>
                  <a:gd name="T31" fmla="*/ 63 h 63"/>
                  <a:gd name="T32" fmla="*/ 39 w 61"/>
                  <a:gd name="T33" fmla="*/ 61 h 63"/>
                  <a:gd name="T34" fmla="*/ 41 w 61"/>
                  <a:gd name="T35" fmla="*/ 56 h 63"/>
                  <a:gd name="T36" fmla="*/ 43 w 61"/>
                  <a:gd name="T37" fmla="*/ 44 h 63"/>
                  <a:gd name="T38" fmla="*/ 44 w 61"/>
                  <a:gd name="T39" fmla="*/ 43 h 63"/>
                  <a:gd name="T40" fmla="*/ 46 w 61"/>
                  <a:gd name="T41" fmla="*/ 42 h 63"/>
                  <a:gd name="T42" fmla="*/ 60 w 61"/>
                  <a:gd name="T43" fmla="*/ 42 h 63"/>
                  <a:gd name="T44" fmla="*/ 56 w 61"/>
                  <a:gd name="T45" fmla="*/ 36 h 63"/>
                  <a:gd name="T46" fmla="*/ 49 w 61"/>
                  <a:gd name="T47" fmla="*/ 32 h 63"/>
                  <a:gd name="T48" fmla="*/ 51 w 61"/>
                  <a:gd name="T49" fmla="*/ 16 h 63"/>
                  <a:gd name="T50" fmla="*/ 38 w 61"/>
                  <a:gd name="T51" fmla="*/ 1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1" h="63">
                    <a:moveTo>
                      <a:pt x="38" y="17"/>
                    </a:moveTo>
                    <a:cubicBezTo>
                      <a:pt x="37" y="18"/>
                      <a:pt x="37" y="18"/>
                      <a:pt x="36" y="18"/>
                    </a:cubicBezTo>
                    <a:cubicBezTo>
                      <a:pt x="35" y="18"/>
                      <a:pt x="34" y="17"/>
                      <a:pt x="34" y="16"/>
                    </a:cubicBezTo>
                    <a:cubicBezTo>
                      <a:pt x="31" y="11"/>
                      <a:pt x="33" y="4"/>
                      <a:pt x="29" y="0"/>
                    </a:cubicBezTo>
                    <a:cubicBezTo>
                      <a:pt x="25" y="4"/>
                      <a:pt x="22" y="9"/>
                      <a:pt x="20" y="15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5" y="16"/>
                      <a:pt x="6" y="22"/>
                      <a:pt x="9" y="26"/>
                    </a:cubicBezTo>
                    <a:cubicBezTo>
                      <a:pt x="7" y="27"/>
                      <a:pt x="4" y="29"/>
                      <a:pt x="2" y="31"/>
                    </a:cubicBezTo>
                    <a:cubicBezTo>
                      <a:pt x="0" y="33"/>
                      <a:pt x="0" y="36"/>
                      <a:pt x="1" y="38"/>
                    </a:cubicBezTo>
                    <a:cubicBezTo>
                      <a:pt x="4" y="39"/>
                      <a:pt x="7" y="39"/>
                      <a:pt x="11" y="39"/>
                    </a:cubicBezTo>
                    <a:cubicBezTo>
                      <a:pt x="10" y="45"/>
                      <a:pt x="10" y="51"/>
                      <a:pt x="12" y="57"/>
                    </a:cubicBezTo>
                    <a:cubicBezTo>
                      <a:pt x="12" y="58"/>
                      <a:pt x="12" y="59"/>
                      <a:pt x="13" y="60"/>
                    </a:cubicBezTo>
                    <a:cubicBezTo>
                      <a:pt x="14" y="60"/>
                      <a:pt x="15" y="60"/>
                      <a:pt x="16" y="59"/>
                    </a:cubicBezTo>
                    <a:cubicBezTo>
                      <a:pt x="21" y="56"/>
                      <a:pt x="25" y="52"/>
                      <a:pt x="28" y="47"/>
                    </a:cubicBezTo>
                    <a:cubicBezTo>
                      <a:pt x="33" y="60"/>
                      <a:pt x="33" y="60"/>
                      <a:pt x="33" y="60"/>
                    </a:cubicBezTo>
                    <a:cubicBezTo>
                      <a:pt x="33" y="61"/>
                      <a:pt x="34" y="62"/>
                      <a:pt x="35" y="63"/>
                    </a:cubicBezTo>
                    <a:cubicBezTo>
                      <a:pt x="37" y="63"/>
                      <a:pt x="39" y="63"/>
                      <a:pt x="39" y="61"/>
                    </a:cubicBezTo>
                    <a:cubicBezTo>
                      <a:pt x="40" y="60"/>
                      <a:pt x="41" y="58"/>
                      <a:pt x="41" y="56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3"/>
                      <a:pt x="44" y="43"/>
                    </a:cubicBezTo>
                    <a:cubicBezTo>
                      <a:pt x="44" y="42"/>
                      <a:pt x="45" y="42"/>
                      <a:pt x="46" y="42"/>
                    </a:cubicBezTo>
                    <a:cubicBezTo>
                      <a:pt x="51" y="42"/>
                      <a:pt x="55" y="42"/>
                      <a:pt x="60" y="42"/>
                    </a:cubicBezTo>
                    <a:cubicBezTo>
                      <a:pt x="61" y="40"/>
                      <a:pt x="59" y="37"/>
                      <a:pt x="56" y="36"/>
                    </a:cubicBezTo>
                    <a:cubicBezTo>
                      <a:pt x="54" y="35"/>
                      <a:pt x="51" y="34"/>
                      <a:pt x="49" y="32"/>
                    </a:cubicBezTo>
                    <a:cubicBezTo>
                      <a:pt x="47" y="27"/>
                      <a:pt x="53" y="20"/>
                      <a:pt x="51" y="16"/>
                    </a:cubicBezTo>
                    <a:cubicBezTo>
                      <a:pt x="47" y="10"/>
                      <a:pt x="42" y="15"/>
                      <a:pt x="38" y="17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8" name="ïšľïḍè" descr="53a7e5d6-a25e-4868-90a0-e8af92058c37">
                <a:extLst>
                  <a:ext uri="{FF2B5EF4-FFF2-40B4-BE49-F238E27FC236}">
                    <a16:creationId xmlns:a16="http://schemas.microsoft.com/office/drawing/2014/main" id="{DF378A84-6A63-4DDE-9530-BC34AE91D31F}"/>
                  </a:ext>
                </a:extLst>
              </p:cNvPr>
              <p:cNvSpPr/>
              <p:nvPr/>
            </p:nvSpPr>
            <p:spPr bwMode="auto">
              <a:xfrm>
                <a:off x="2500352" y="2162898"/>
                <a:ext cx="73140" cy="74248"/>
              </a:xfrm>
              <a:custGeom>
                <a:avLst/>
                <a:gdLst>
                  <a:gd name="T0" fmla="*/ 53 w 86"/>
                  <a:gd name="T1" fmla="*/ 24 h 88"/>
                  <a:gd name="T2" fmla="*/ 50 w 86"/>
                  <a:gd name="T3" fmla="*/ 25 h 88"/>
                  <a:gd name="T4" fmla="*/ 47 w 86"/>
                  <a:gd name="T5" fmla="*/ 22 h 88"/>
                  <a:gd name="T6" fmla="*/ 41 w 86"/>
                  <a:gd name="T7" fmla="*/ 0 h 88"/>
                  <a:gd name="T8" fmla="*/ 29 w 86"/>
                  <a:gd name="T9" fmla="*/ 20 h 88"/>
                  <a:gd name="T10" fmla="*/ 9 w 86"/>
                  <a:gd name="T11" fmla="*/ 14 h 88"/>
                  <a:gd name="T12" fmla="*/ 13 w 86"/>
                  <a:gd name="T13" fmla="*/ 36 h 88"/>
                  <a:gd name="T14" fmla="*/ 4 w 86"/>
                  <a:gd name="T15" fmla="*/ 43 h 88"/>
                  <a:gd name="T16" fmla="*/ 1 w 86"/>
                  <a:gd name="T17" fmla="*/ 53 h 88"/>
                  <a:gd name="T18" fmla="*/ 15 w 86"/>
                  <a:gd name="T19" fmla="*/ 54 h 88"/>
                  <a:gd name="T20" fmla="*/ 16 w 86"/>
                  <a:gd name="T21" fmla="*/ 80 h 88"/>
                  <a:gd name="T22" fmla="*/ 18 w 86"/>
                  <a:gd name="T23" fmla="*/ 83 h 88"/>
                  <a:gd name="T24" fmla="*/ 23 w 86"/>
                  <a:gd name="T25" fmla="*/ 82 h 88"/>
                  <a:gd name="T26" fmla="*/ 39 w 86"/>
                  <a:gd name="T27" fmla="*/ 65 h 88"/>
                  <a:gd name="T28" fmla="*/ 46 w 86"/>
                  <a:gd name="T29" fmla="*/ 83 h 88"/>
                  <a:gd name="T30" fmla="*/ 49 w 86"/>
                  <a:gd name="T31" fmla="*/ 87 h 88"/>
                  <a:gd name="T32" fmla="*/ 55 w 86"/>
                  <a:gd name="T33" fmla="*/ 85 h 88"/>
                  <a:gd name="T34" fmla="*/ 57 w 86"/>
                  <a:gd name="T35" fmla="*/ 78 h 88"/>
                  <a:gd name="T36" fmla="*/ 60 w 86"/>
                  <a:gd name="T37" fmla="*/ 62 h 88"/>
                  <a:gd name="T38" fmla="*/ 61 w 86"/>
                  <a:gd name="T39" fmla="*/ 60 h 88"/>
                  <a:gd name="T40" fmla="*/ 64 w 86"/>
                  <a:gd name="T41" fmla="*/ 59 h 88"/>
                  <a:gd name="T42" fmla="*/ 84 w 86"/>
                  <a:gd name="T43" fmla="*/ 59 h 88"/>
                  <a:gd name="T44" fmla="*/ 78 w 86"/>
                  <a:gd name="T45" fmla="*/ 50 h 88"/>
                  <a:gd name="T46" fmla="*/ 69 w 86"/>
                  <a:gd name="T47" fmla="*/ 44 h 88"/>
                  <a:gd name="T48" fmla="*/ 71 w 86"/>
                  <a:gd name="T49" fmla="*/ 21 h 88"/>
                  <a:gd name="T50" fmla="*/ 53 w 86"/>
                  <a:gd name="T51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6" h="88">
                    <a:moveTo>
                      <a:pt x="53" y="24"/>
                    </a:moveTo>
                    <a:cubicBezTo>
                      <a:pt x="52" y="25"/>
                      <a:pt x="51" y="25"/>
                      <a:pt x="50" y="25"/>
                    </a:cubicBezTo>
                    <a:cubicBezTo>
                      <a:pt x="49" y="25"/>
                      <a:pt x="48" y="24"/>
                      <a:pt x="47" y="22"/>
                    </a:cubicBezTo>
                    <a:cubicBezTo>
                      <a:pt x="44" y="15"/>
                      <a:pt x="46" y="6"/>
                      <a:pt x="41" y="0"/>
                    </a:cubicBezTo>
                    <a:cubicBezTo>
                      <a:pt x="36" y="6"/>
                      <a:pt x="32" y="13"/>
                      <a:pt x="29" y="20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7" y="22"/>
                      <a:pt x="9" y="30"/>
                      <a:pt x="13" y="36"/>
                    </a:cubicBezTo>
                    <a:cubicBezTo>
                      <a:pt x="9" y="38"/>
                      <a:pt x="6" y="40"/>
                      <a:pt x="4" y="43"/>
                    </a:cubicBezTo>
                    <a:cubicBezTo>
                      <a:pt x="1" y="45"/>
                      <a:pt x="0" y="49"/>
                      <a:pt x="1" y="53"/>
                    </a:cubicBezTo>
                    <a:cubicBezTo>
                      <a:pt x="6" y="54"/>
                      <a:pt x="10" y="55"/>
                      <a:pt x="15" y="54"/>
                    </a:cubicBezTo>
                    <a:cubicBezTo>
                      <a:pt x="14" y="63"/>
                      <a:pt x="15" y="71"/>
                      <a:pt x="16" y="80"/>
                    </a:cubicBezTo>
                    <a:cubicBezTo>
                      <a:pt x="16" y="81"/>
                      <a:pt x="17" y="82"/>
                      <a:pt x="18" y="83"/>
                    </a:cubicBezTo>
                    <a:cubicBezTo>
                      <a:pt x="19" y="84"/>
                      <a:pt x="21" y="83"/>
                      <a:pt x="23" y="82"/>
                    </a:cubicBezTo>
                    <a:cubicBezTo>
                      <a:pt x="29" y="78"/>
                      <a:pt x="35" y="72"/>
                      <a:pt x="39" y="65"/>
                    </a:cubicBezTo>
                    <a:cubicBezTo>
                      <a:pt x="46" y="83"/>
                      <a:pt x="46" y="83"/>
                      <a:pt x="46" y="83"/>
                    </a:cubicBezTo>
                    <a:cubicBezTo>
                      <a:pt x="46" y="84"/>
                      <a:pt x="48" y="86"/>
                      <a:pt x="49" y="87"/>
                    </a:cubicBezTo>
                    <a:cubicBezTo>
                      <a:pt x="51" y="88"/>
                      <a:pt x="54" y="87"/>
                      <a:pt x="55" y="85"/>
                    </a:cubicBezTo>
                    <a:cubicBezTo>
                      <a:pt x="56" y="83"/>
                      <a:pt x="57" y="81"/>
                      <a:pt x="57" y="78"/>
                    </a:cubicBezTo>
                    <a:cubicBezTo>
                      <a:pt x="60" y="62"/>
                      <a:pt x="60" y="62"/>
                      <a:pt x="60" y="62"/>
                    </a:cubicBezTo>
                    <a:cubicBezTo>
                      <a:pt x="60" y="61"/>
                      <a:pt x="60" y="60"/>
                      <a:pt x="61" y="60"/>
                    </a:cubicBezTo>
                    <a:cubicBezTo>
                      <a:pt x="62" y="59"/>
                      <a:pt x="63" y="59"/>
                      <a:pt x="64" y="59"/>
                    </a:cubicBezTo>
                    <a:cubicBezTo>
                      <a:pt x="71" y="59"/>
                      <a:pt x="78" y="58"/>
                      <a:pt x="84" y="59"/>
                    </a:cubicBezTo>
                    <a:cubicBezTo>
                      <a:pt x="86" y="55"/>
                      <a:pt x="82" y="52"/>
                      <a:pt x="78" y="50"/>
                    </a:cubicBezTo>
                    <a:cubicBezTo>
                      <a:pt x="75" y="48"/>
                      <a:pt x="71" y="47"/>
                      <a:pt x="69" y="44"/>
                    </a:cubicBezTo>
                    <a:cubicBezTo>
                      <a:pt x="65" y="37"/>
                      <a:pt x="75" y="27"/>
                      <a:pt x="71" y="21"/>
                    </a:cubicBezTo>
                    <a:cubicBezTo>
                      <a:pt x="66" y="14"/>
                      <a:pt x="59" y="21"/>
                      <a:pt x="53" y="24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49" name="ïšḻidè" descr="bd677a09-50f1-4e27-92c3-0024359f652b">
                <a:extLst>
                  <a:ext uri="{FF2B5EF4-FFF2-40B4-BE49-F238E27FC236}">
                    <a16:creationId xmlns:a16="http://schemas.microsoft.com/office/drawing/2014/main" id="{5D1B83AE-0DC5-412E-9EA7-50FBDD52D46B}"/>
                  </a:ext>
                </a:extLst>
              </p:cNvPr>
              <p:cNvSpPr/>
              <p:nvPr/>
            </p:nvSpPr>
            <p:spPr bwMode="auto">
              <a:xfrm>
                <a:off x="2335234" y="1799414"/>
                <a:ext cx="72032" cy="74248"/>
              </a:xfrm>
              <a:custGeom>
                <a:avLst/>
                <a:gdLst>
                  <a:gd name="T0" fmla="*/ 52 w 85"/>
                  <a:gd name="T1" fmla="*/ 25 h 88"/>
                  <a:gd name="T2" fmla="*/ 50 w 85"/>
                  <a:gd name="T3" fmla="*/ 25 h 88"/>
                  <a:gd name="T4" fmla="*/ 47 w 85"/>
                  <a:gd name="T5" fmla="*/ 23 h 88"/>
                  <a:gd name="T6" fmla="*/ 41 w 85"/>
                  <a:gd name="T7" fmla="*/ 0 h 88"/>
                  <a:gd name="T8" fmla="*/ 28 w 85"/>
                  <a:gd name="T9" fmla="*/ 21 h 88"/>
                  <a:gd name="T10" fmla="*/ 9 w 85"/>
                  <a:gd name="T11" fmla="*/ 15 h 88"/>
                  <a:gd name="T12" fmla="*/ 12 w 85"/>
                  <a:gd name="T13" fmla="*/ 37 h 88"/>
                  <a:gd name="T14" fmla="*/ 3 w 85"/>
                  <a:gd name="T15" fmla="*/ 43 h 88"/>
                  <a:gd name="T16" fmla="*/ 1 w 85"/>
                  <a:gd name="T17" fmla="*/ 54 h 88"/>
                  <a:gd name="T18" fmla="*/ 15 w 85"/>
                  <a:gd name="T19" fmla="*/ 55 h 88"/>
                  <a:gd name="T20" fmla="*/ 16 w 85"/>
                  <a:gd name="T21" fmla="*/ 80 h 88"/>
                  <a:gd name="T22" fmla="*/ 19 w 85"/>
                  <a:gd name="T23" fmla="*/ 84 h 88"/>
                  <a:gd name="T24" fmla="*/ 22 w 85"/>
                  <a:gd name="T25" fmla="*/ 83 h 88"/>
                  <a:gd name="T26" fmla="*/ 38 w 85"/>
                  <a:gd name="T27" fmla="*/ 66 h 88"/>
                  <a:gd name="T28" fmla="*/ 46 w 85"/>
                  <a:gd name="T29" fmla="*/ 83 h 88"/>
                  <a:gd name="T30" fmla="*/ 49 w 85"/>
                  <a:gd name="T31" fmla="*/ 87 h 88"/>
                  <a:gd name="T32" fmla="*/ 55 w 85"/>
                  <a:gd name="T33" fmla="*/ 85 h 88"/>
                  <a:gd name="T34" fmla="*/ 57 w 85"/>
                  <a:gd name="T35" fmla="*/ 79 h 88"/>
                  <a:gd name="T36" fmla="*/ 60 w 85"/>
                  <a:gd name="T37" fmla="*/ 62 h 88"/>
                  <a:gd name="T38" fmla="*/ 61 w 85"/>
                  <a:gd name="T39" fmla="*/ 60 h 88"/>
                  <a:gd name="T40" fmla="*/ 64 w 85"/>
                  <a:gd name="T41" fmla="*/ 59 h 88"/>
                  <a:gd name="T42" fmla="*/ 84 w 85"/>
                  <a:gd name="T43" fmla="*/ 59 h 88"/>
                  <a:gd name="T44" fmla="*/ 78 w 85"/>
                  <a:gd name="T45" fmla="*/ 51 h 88"/>
                  <a:gd name="T46" fmla="*/ 69 w 85"/>
                  <a:gd name="T47" fmla="*/ 44 h 88"/>
                  <a:gd name="T48" fmla="*/ 70 w 85"/>
                  <a:gd name="T49" fmla="*/ 22 h 88"/>
                  <a:gd name="T50" fmla="*/ 52 w 85"/>
                  <a:gd name="T51" fmla="*/ 25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5" h="88">
                    <a:moveTo>
                      <a:pt x="52" y="25"/>
                    </a:moveTo>
                    <a:cubicBezTo>
                      <a:pt x="52" y="25"/>
                      <a:pt x="51" y="25"/>
                      <a:pt x="50" y="25"/>
                    </a:cubicBezTo>
                    <a:cubicBezTo>
                      <a:pt x="49" y="25"/>
                      <a:pt x="48" y="24"/>
                      <a:pt x="47" y="23"/>
                    </a:cubicBezTo>
                    <a:cubicBezTo>
                      <a:pt x="44" y="15"/>
                      <a:pt x="46" y="6"/>
                      <a:pt x="41" y="0"/>
                    </a:cubicBezTo>
                    <a:cubicBezTo>
                      <a:pt x="35" y="6"/>
                      <a:pt x="31" y="13"/>
                      <a:pt x="28" y="21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7" y="22"/>
                      <a:pt x="8" y="30"/>
                      <a:pt x="12" y="37"/>
                    </a:cubicBezTo>
                    <a:cubicBezTo>
                      <a:pt x="9" y="39"/>
                      <a:pt x="6" y="41"/>
                      <a:pt x="3" y="43"/>
                    </a:cubicBezTo>
                    <a:cubicBezTo>
                      <a:pt x="1" y="46"/>
                      <a:pt x="0" y="50"/>
                      <a:pt x="1" y="54"/>
                    </a:cubicBezTo>
                    <a:cubicBezTo>
                      <a:pt x="5" y="55"/>
                      <a:pt x="10" y="55"/>
                      <a:pt x="15" y="55"/>
                    </a:cubicBezTo>
                    <a:cubicBezTo>
                      <a:pt x="14" y="63"/>
                      <a:pt x="14" y="72"/>
                      <a:pt x="16" y="80"/>
                    </a:cubicBezTo>
                    <a:cubicBezTo>
                      <a:pt x="16" y="82"/>
                      <a:pt x="17" y="84"/>
                      <a:pt x="19" y="84"/>
                    </a:cubicBezTo>
                    <a:cubicBezTo>
                      <a:pt x="21" y="84"/>
                      <a:pt x="22" y="84"/>
                      <a:pt x="22" y="83"/>
                    </a:cubicBezTo>
                    <a:cubicBezTo>
                      <a:pt x="29" y="79"/>
                      <a:pt x="35" y="73"/>
                      <a:pt x="38" y="66"/>
                    </a:cubicBezTo>
                    <a:cubicBezTo>
                      <a:pt x="46" y="83"/>
                      <a:pt x="46" y="83"/>
                      <a:pt x="46" y="83"/>
                    </a:cubicBezTo>
                    <a:cubicBezTo>
                      <a:pt x="46" y="85"/>
                      <a:pt x="47" y="86"/>
                      <a:pt x="49" y="87"/>
                    </a:cubicBezTo>
                    <a:cubicBezTo>
                      <a:pt x="51" y="88"/>
                      <a:pt x="54" y="87"/>
                      <a:pt x="55" y="85"/>
                    </a:cubicBezTo>
                    <a:cubicBezTo>
                      <a:pt x="56" y="83"/>
                      <a:pt x="57" y="81"/>
                      <a:pt x="57" y="79"/>
                    </a:cubicBezTo>
                    <a:cubicBezTo>
                      <a:pt x="60" y="62"/>
                      <a:pt x="60" y="62"/>
                      <a:pt x="60" y="62"/>
                    </a:cubicBezTo>
                    <a:cubicBezTo>
                      <a:pt x="60" y="62"/>
                      <a:pt x="60" y="61"/>
                      <a:pt x="61" y="60"/>
                    </a:cubicBezTo>
                    <a:cubicBezTo>
                      <a:pt x="62" y="59"/>
                      <a:pt x="63" y="59"/>
                      <a:pt x="64" y="59"/>
                    </a:cubicBezTo>
                    <a:cubicBezTo>
                      <a:pt x="70" y="59"/>
                      <a:pt x="77" y="59"/>
                      <a:pt x="84" y="59"/>
                    </a:cubicBezTo>
                    <a:cubicBezTo>
                      <a:pt x="85" y="55"/>
                      <a:pt x="82" y="52"/>
                      <a:pt x="78" y="51"/>
                    </a:cubicBezTo>
                    <a:cubicBezTo>
                      <a:pt x="75" y="49"/>
                      <a:pt x="70" y="48"/>
                      <a:pt x="69" y="44"/>
                    </a:cubicBezTo>
                    <a:cubicBezTo>
                      <a:pt x="65" y="38"/>
                      <a:pt x="74" y="28"/>
                      <a:pt x="70" y="22"/>
                    </a:cubicBezTo>
                    <a:cubicBezTo>
                      <a:pt x="66" y="15"/>
                      <a:pt x="58" y="22"/>
                      <a:pt x="52" y="25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0" name="íşliḑe" descr="a63ec563-9969-4a3d-85c7-5085bd5fb1cc">
                <a:extLst>
                  <a:ext uri="{FF2B5EF4-FFF2-40B4-BE49-F238E27FC236}">
                    <a16:creationId xmlns:a16="http://schemas.microsoft.com/office/drawing/2014/main" id="{19DA555E-A4B8-4BEA-B118-3CE74EDB8D6C}"/>
                  </a:ext>
                </a:extLst>
              </p:cNvPr>
              <p:cNvSpPr/>
              <p:nvPr/>
            </p:nvSpPr>
            <p:spPr bwMode="auto">
              <a:xfrm>
                <a:off x="2858295" y="2034349"/>
                <a:ext cx="38787" cy="39895"/>
              </a:xfrm>
              <a:custGeom>
                <a:avLst/>
                <a:gdLst>
                  <a:gd name="T0" fmla="*/ 22 w 46"/>
                  <a:gd name="T1" fmla="*/ 0 h 47"/>
                  <a:gd name="T2" fmla="*/ 15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30 h 47"/>
                  <a:gd name="T14" fmla="*/ 8 w 46"/>
                  <a:gd name="T15" fmla="*/ 30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2 w 46"/>
                  <a:gd name="T23" fmla="*/ 44 h 47"/>
                  <a:gd name="T24" fmla="*/ 21 w 46"/>
                  <a:gd name="T25" fmla="*/ 35 h 47"/>
                  <a:gd name="T26" fmla="*/ 25 w 46"/>
                  <a:gd name="T27" fmla="*/ 45 h 47"/>
                  <a:gd name="T28" fmla="*/ 26 w 46"/>
                  <a:gd name="T29" fmla="*/ 47 h 47"/>
                  <a:gd name="T30" fmla="*/ 27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2 w 46"/>
                  <a:gd name="T37" fmla="*/ 34 h 47"/>
                  <a:gd name="T38" fmla="*/ 33 w 46"/>
                  <a:gd name="T39" fmla="*/ 32 h 47"/>
                  <a:gd name="T40" fmla="*/ 34 w 46"/>
                  <a:gd name="T41" fmla="*/ 32 h 47"/>
                  <a:gd name="T42" fmla="*/ 34 w 46"/>
                  <a:gd name="T43" fmla="*/ 32 h 47"/>
                  <a:gd name="T44" fmla="*/ 45 w 46"/>
                  <a:gd name="T45" fmla="*/ 32 h 47"/>
                  <a:gd name="T46" fmla="*/ 42 w 46"/>
                  <a:gd name="T47" fmla="*/ 27 h 47"/>
                  <a:gd name="T48" fmla="*/ 37 w 46"/>
                  <a:gd name="T49" fmla="*/ 24 h 47"/>
                  <a:gd name="T50" fmla="*/ 38 w 46"/>
                  <a:gd name="T51" fmla="*/ 12 h 47"/>
                  <a:gd name="T52" fmla="*/ 35 w 46"/>
                  <a:gd name="T53" fmla="*/ 11 h 47"/>
                  <a:gd name="T54" fmla="*/ 28 w 46"/>
                  <a:gd name="T55" fmla="*/ 13 h 47"/>
                  <a:gd name="T56" fmla="*/ 27 w 46"/>
                  <a:gd name="T57" fmla="*/ 14 h 47"/>
                  <a:gd name="T58" fmla="*/ 25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4"/>
                      <a:pt x="17" y="7"/>
                      <a:pt x="15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7"/>
                      <a:pt x="7" y="20"/>
                    </a:cubicBezTo>
                    <a:cubicBezTo>
                      <a:pt x="5" y="21"/>
                      <a:pt x="3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30"/>
                      <a:pt x="7" y="30"/>
                    </a:cubicBezTo>
                    <a:cubicBezTo>
                      <a:pt x="7" y="30"/>
                      <a:pt x="8" y="30"/>
                      <a:pt x="8" y="30"/>
                    </a:cubicBezTo>
                    <a:cubicBezTo>
                      <a:pt x="8" y="34"/>
                      <a:pt x="8" y="39"/>
                      <a:pt x="9" y="43"/>
                    </a:cubicBezTo>
                    <a:cubicBezTo>
                      <a:pt x="9" y="44"/>
                      <a:pt x="9" y="44"/>
                      <a:pt x="10" y="45"/>
                    </a:cubicBezTo>
                    <a:cubicBezTo>
                      <a:pt x="10" y="45"/>
                      <a:pt x="10" y="45"/>
                      <a:pt x="11" y="45"/>
                    </a:cubicBezTo>
                    <a:cubicBezTo>
                      <a:pt x="11" y="45"/>
                      <a:pt x="12" y="45"/>
                      <a:pt x="12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6" y="46"/>
                      <a:pt x="26" y="47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8" y="47"/>
                      <a:pt x="29" y="47"/>
                      <a:pt x="30" y="46"/>
                    </a:cubicBezTo>
                    <a:cubicBezTo>
                      <a:pt x="30" y="45"/>
                      <a:pt x="31" y="44"/>
                      <a:pt x="31" y="42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2" y="33"/>
                      <a:pt x="32" y="33"/>
                      <a:pt x="33" y="32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6" y="30"/>
                      <a:pt x="44" y="28"/>
                      <a:pt x="42" y="27"/>
                    </a:cubicBezTo>
                    <a:cubicBezTo>
                      <a:pt x="40" y="27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3" y="11"/>
                      <a:pt x="30" y="12"/>
                      <a:pt x="28" y="13"/>
                    </a:cubicBezTo>
                    <a:cubicBezTo>
                      <a:pt x="28" y="14"/>
                      <a:pt x="27" y="14"/>
                      <a:pt x="27" y="14"/>
                    </a:cubicBezTo>
                    <a:cubicBezTo>
                      <a:pt x="26" y="14"/>
                      <a:pt x="26" y="13"/>
                      <a:pt x="25" y="12"/>
                    </a:cubicBezTo>
                    <a:cubicBezTo>
                      <a:pt x="24" y="8"/>
                      <a:pt x="25" y="4"/>
                      <a:pt x="22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1" name="ïşļiḓè" descr="c9d1fc12-9f14-41e4-aff6-4e254595aaeb">
                <a:extLst>
                  <a:ext uri="{FF2B5EF4-FFF2-40B4-BE49-F238E27FC236}">
                    <a16:creationId xmlns:a16="http://schemas.microsoft.com/office/drawing/2014/main" id="{148E935C-43FE-4108-9A0E-77F4F8040BD9}"/>
                  </a:ext>
                </a:extLst>
              </p:cNvPr>
              <p:cNvSpPr/>
              <p:nvPr/>
            </p:nvSpPr>
            <p:spPr bwMode="auto">
              <a:xfrm>
                <a:off x="2633334" y="2164006"/>
                <a:ext cx="38787" cy="39895"/>
              </a:xfrm>
              <a:custGeom>
                <a:avLst/>
                <a:gdLst>
                  <a:gd name="T0" fmla="*/ 22 w 46"/>
                  <a:gd name="T1" fmla="*/ 0 h 47"/>
                  <a:gd name="T2" fmla="*/ 16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29 h 47"/>
                  <a:gd name="T14" fmla="*/ 8 w 46"/>
                  <a:gd name="T15" fmla="*/ 29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3 w 46"/>
                  <a:gd name="T23" fmla="*/ 44 h 47"/>
                  <a:gd name="T24" fmla="*/ 21 w 46"/>
                  <a:gd name="T25" fmla="*/ 35 h 47"/>
                  <a:gd name="T26" fmla="*/ 25 w 46"/>
                  <a:gd name="T27" fmla="*/ 44 h 47"/>
                  <a:gd name="T28" fmla="*/ 27 w 46"/>
                  <a:gd name="T29" fmla="*/ 47 h 47"/>
                  <a:gd name="T30" fmla="*/ 28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3 w 46"/>
                  <a:gd name="T37" fmla="*/ 33 h 47"/>
                  <a:gd name="T38" fmla="*/ 33 w 46"/>
                  <a:gd name="T39" fmla="*/ 32 h 47"/>
                  <a:gd name="T40" fmla="*/ 34 w 46"/>
                  <a:gd name="T41" fmla="*/ 32 h 47"/>
                  <a:gd name="T42" fmla="*/ 35 w 46"/>
                  <a:gd name="T43" fmla="*/ 32 h 47"/>
                  <a:gd name="T44" fmla="*/ 45 w 46"/>
                  <a:gd name="T45" fmla="*/ 32 h 47"/>
                  <a:gd name="T46" fmla="*/ 42 w 46"/>
                  <a:gd name="T47" fmla="*/ 27 h 47"/>
                  <a:gd name="T48" fmla="*/ 37 w 46"/>
                  <a:gd name="T49" fmla="*/ 24 h 47"/>
                  <a:gd name="T50" fmla="*/ 38 w 46"/>
                  <a:gd name="T51" fmla="*/ 12 h 47"/>
                  <a:gd name="T52" fmla="*/ 36 w 46"/>
                  <a:gd name="T53" fmla="*/ 11 h 47"/>
                  <a:gd name="T54" fmla="*/ 28 w 46"/>
                  <a:gd name="T55" fmla="*/ 13 h 47"/>
                  <a:gd name="T56" fmla="*/ 27 w 46"/>
                  <a:gd name="T57" fmla="*/ 14 h 47"/>
                  <a:gd name="T58" fmla="*/ 26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4"/>
                      <a:pt x="17" y="7"/>
                      <a:pt x="16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6"/>
                      <a:pt x="7" y="20"/>
                    </a:cubicBezTo>
                    <a:cubicBezTo>
                      <a:pt x="5" y="21"/>
                      <a:pt x="4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29"/>
                      <a:pt x="7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4"/>
                      <a:pt x="8" y="38"/>
                      <a:pt x="9" y="43"/>
                    </a:cubicBezTo>
                    <a:cubicBezTo>
                      <a:pt x="9" y="44"/>
                      <a:pt x="10" y="44"/>
                      <a:pt x="10" y="45"/>
                    </a:cubicBezTo>
                    <a:cubicBezTo>
                      <a:pt x="10" y="45"/>
                      <a:pt x="11" y="45"/>
                      <a:pt x="11" y="45"/>
                    </a:cubicBezTo>
                    <a:cubicBezTo>
                      <a:pt x="11" y="45"/>
                      <a:pt x="12" y="45"/>
                      <a:pt x="13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6" y="46"/>
                      <a:pt x="27" y="47"/>
                    </a:cubicBezTo>
                    <a:cubicBezTo>
                      <a:pt x="27" y="47"/>
                      <a:pt x="27" y="47"/>
                      <a:pt x="28" y="47"/>
                    </a:cubicBezTo>
                    <a:cubicBezTo>
                      <a:pt x="29" y="47"/>
                      <a:pt x="29" y="46"/>
                      <a:pt x="30" y="46"/>
                    </a:cubicBezTo>
                    <a:cubicBezTo>
                      <a:pt x="31" y="45"/>
                      <a:pt x="31" y="43"/>
                      <a:pt x="31" y="42"/>
                    </a:cubicBezTo>
                    <a:cubicBezTo>
                      <a:pt x="33" y="33"/>
                      <a:pt x="33" y="33"/>
                      <a:pt x="33" y="33"/>
                    </a:cubicBezTo>
                    <a:cubicBezTo>
                      <a:pt x="33" y="33"/>
                      <a:pt x="33" y="33"/>
                      <a:pt x="33" y="32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5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7"/>
                    </a:cubicBezTo>
                    <a:cubicBezTo>
                      <a:pt x="40" y="26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8" y="11"/>
                      <a:pt x="37" y="11"/>
                      <a:pt x="36" y="11"/>
                    </a:cubicBezTo>
                    <a:cubicBezTo>
                      <a:pt x="33" y="11"/>
                      <a:pt x="31" y="12"/>
                      <a:pt x="28" y="13"/>
                    </a:cubicBezTo>
                    <a:cubicBezTo>
                      <a:pt x="28" y="14"/>
                      <a:pt x="28" y="14"/>
                      <a:pt x="27" y="14"/>
                    </a:cubicBezTo>
                    <a:cubicBezTo>
                      <a:pt x="26" y="14"/>
                      <a:pt x="26" y="13"/>
                      <a:pt x="26" y="12"/>
                    </a:cubicBezTo>
                    <a:cubicBezTo>
                      <a:pt x="24" y="8"/>
                      <a:pt x="25" y="4"/>
                      <a:pt x="22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2" name="ïşļîdé" descr="ee719288-bb10-4e7d-a9c1-207668a500da">
                <a:extLst>
                  <a:ext uri="{FF2B5EF4-FFF2-40B4-BE49-F238E27FC236}">
                    <a16:creationId xmlns:a16="http://schemas.microsoft.com/office/drawing/2014/main" id="{B032D0F9-6E97-4ED3-80CA-5949339468BD}"/>
                  </a:ext>
                </a:extLst>
              </p:cNvPr>
              <p:cNvSpPr/>
              <p:nvPr/>
            </p:nvSpPr>
            <p:spPr bwMode="auto">
              <a:xfrm>
                <a:off x="2415023" y="1709652"/>
                <a:ext cx="38787" cy="38787"/>
              </a:xfrm>
              <a:custGeom>
                <a:avLst/>
                <a:gdLst>
                  <a:gd name="T0" fmla="*/ 22 w 46"/>
                  <a:gd name="T1" fmla="*/ 0 h 47"/>
                  <a:gd name="T2" fmla="*/ 15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30 h 47"/>
                  <a:gd name="T14" fmla="*/ 8 w 46"/>
                  <a:gd name="T15" fmla="*/ 30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2 w 46"/>
                  <a:gd name="T23" fmla="*/ 44 h 47"/>
                  <a:gd name="T24" fmla="*/ 21 w 46"/>
                  <a:gd name="T25" fmla="*/ 35 h 47"/>
                  <a:gd name="T26" fmla="*/ 25 w 46"/>
                  <a:gd name="T27" fmla="*/ 45 h 47"/>
                  <a:gd name="T28" fmla="*/ 27 w 46"/>
                  <a:gd name="T29" fmla="*/ 47 h 47"/>
                  <a:gd name="T30" fmla="*/ 28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2 w 46"/>
                  <a:gd name="T37" fmla="*/ 34 h 47"/>
                  <a:gd name="T38" fmla="*/ 33 w 46"/>
                  <a:gd name="T39" fmla="*/ 32 h 47"/>
                  <a:gd name="T40" fmla="*/ 34 w 46"/>
                  <a:gd name="T41" fmla="*/ 32 h 47"/>
                  <a:gd name="T42" fmla="*/ 34 w 46"/>
                  <a:gd name="T43" fmla="*/ 32 h 47"/>
                  <a:gd name="T44" fmla="*/ 45 w 46"/>
                  <a:gd name="T45" fmla="*/ 32 h 47"/>
                  <a:gd name="T46" fmla="*/ 42 w 46"/>
                  <a:gd name="T47" fmla="*/ 27 h 47"/>
                  <a:gd name="T48" fmla="*/ 37 w 46"/>
                  <a:gd name="T49" fmla="*/ 24 h 47"/>
                  <a:gd name="T50" fmla="*/ 38 w 46"/>
                  <a:gd name="T51" fmla="*/ 12 h 47"/>
                  <a:gd name="T52" fmla="*/ 35 w 46"/>
                  <a:gd name="T53" fmla="*/ 11 h 47"/>
                  <a:gd name="T54" fmla="*/ 28 w 46"/>
                  <a:gd name="T55" fmla="*/ 13 h 47"/>
                  <a:gd name="T56" fmla="*/ 27 w 46"/>
                  <a:gd name="T57" fmla="*/ 14 h 47"/>
                  <a:gd name="T58" fmla="*/ 25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4"/>
                      <a:pt x="17" y="7"/>
                      <a:pt x="15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7"/>
                      <a:pt x="7" y="20"/>
                    </a:cubicBezTo>
                    <a:cubicBezTo>
                      <a:pt x="5" y="21"/>
                      <a:pt x="4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30"/>
                      <a:pt x="7" y="30"/>
                    </a:cubicBezTo>
                    <a:cubicBezTo>
                      <a:pt x="7" y="30"/>
                      <a:pt x="8" y="30"/>
                      <a:pt x="8" y="30"/>
                    </a:cubicBezTo>
                    <a:cubicBezTo>
                      <a:pt x="8" y="34"/>
                      <a:pt x="8" y="39"/>
                      <a:pt x="9" y="43"/>
                    </a:cubicBezTo>
                    <a:cubicBezTo>
                      <a:pt x="9" y="44"/>
                      <a:pt x="9" y="44"/>
                      <a:pt x="10" y="45"/>
                    </a:cubicBezTo>
                    <a:cubicBezTo>
                      <a:pt x="10" y="45"/>
                      <a:pt x="10" y="45"/>
                      <a:pt x="11" y="45"/>
                    </a:cubicBezTo>
                    <a:cubicBezTo>
                      <a:pt x="11" y="45"/>
                      <a:pt x="12" y="45"/>
                      <a:pt x="12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6" y="46"/>
                      <a:pt x="27" y="47"/>
                    </a:cubicBezTo>
                    <a:cubicBezTo>
                      <a:pt x="27" y="47"/>
                      <a:pt x="27" y="47"/>
                      <a:pt x="28" y="47"/>
                    </a:cubicBezTo>
                    <a:cubicBezTo>
                      <a:pt x="28" y="47"/>
                      <a:pt x="29" y="47"/>
                      <a:pt x="30" y="46"/>
                    </a:cubicBezTo>
                    <a:cubicBezTo>
                      <a:pt x="30" y="45"/>
                      <a:pt x="31" y="44"/>
                      <a:pt x="31" y="42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2" y="33"/>
                      <a:pt x="33" y="33"/>
                      <a:pt x="33" y="32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7"/>
                    </a:cubicBezTo>
                    <a:cubicBezTo>
                      <a:pt x="40" y="27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3" y="11"/>
                      <a:pt x="30" y="12"/>
                      <a:pt x="28" y="13"/>
                    </a:cubicBezTo>
                    <a:cubicBezTo>
                      <a:pt x="28" y="14"/>
                      <a:pt x="28" y="14"/>
                      <a:pt x="27" y="14"/>
                    </a:cubicBezTo>
                    <a:cubicBezTo>
                      <a:pt x="26" y="14"/>
                      <a:pt x="26" y="13"/>
                      <a:pt x="25" y="12"/>
                    </a:cubicBezTo>
                    <a:cubicBezTo>
                      <a:pt x="24" y="8"/>
                      <a:pt x="25" y="4"/>
                      <a:pt x="22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3" name="íŝḷïḑé" descr="eb909574-d637-467b-8881-f03a7bce9716">
                <a:extLst>
                  <a:ext uri="{FF2B5EF4-FFF2-40B4-BE49-F238E27FC236}">
                    <a16:creationId xmlns:a16="http://schemas.microsoft.com/office/drawing/2014/main" id="{BC0944E7-FAA8-4736-A095-7DCA4B77D9E4}"/>
                  </a:ext>
                </a:extLst>
              </p:cNvPr>
              <p:cNvSpPr/>
              <p:nvPr/>
            </p:nvSpPr>
            <p:spPr bwMode="auto">
              <a:xfrm>
                <a:off x="2531381" y="1965642"/>
                <a:ext cx="38787" cy="39895"/>
              </a:xfrm>
              <a:custGeom>
                <a:avLst/>
                <a:gdLst>
                  <a:gd name="T0" fmla="*/ 21 w 45"/>
                  <a:gd name="T1" fmla="*/ 0 h 47"/>
                  <a:gd name="T2" fmla="*/ 15 w 45"/>
                  <a:gd name="T3" fmla="*/ 11 h 47"/>
                  <a:gd name="T4" fmla="*/ 5 w 45"/>
                  <a:gd name="T5" fmla="*/ 8 h 47"/>
                  <a:gd name="T6" fmla="*/ 6 w 45"/>
                  <a:gd name="T7" fmla="*/ 20 h 47"/>
                  <a:gd name="T8" fmla="*/ 2 w 45"/>
                  <a:gd name="T9" fmla="*/ 23 h 47"/>
                  <a:gd name="T10" fmla="*/ 0 w 45"/>
                  <a:gd name="T11" fmla="*/ 29 h 47"/>
                  <a:gd name="T12" fmla="*/ 6 w 45"/>
                  <a:gd name="T13" fmla="*/ 29 h 47"/>
                  <a:gd name="T14" fmla="*/ 8 w 45"/>
                  <a:gd name="T15" fmla="*/ 29 h 47"/>
                  <a:gd name="T16" fmla="*/ 8 w 45"/>
                  <a:gd name="T17" fmla="*/ 43 h 47"/>
                  <a:gd name="T18" fmla="*/ 9 w 45"/>
                  <a:gd name="T19" fmla="*/ 45 h 47"/>
                  <a:gd name="T20" fmla="*/ 10 w 45"/>
                  <a:gd name="T21" fmla="*/ 45 h 47"/>
                  <a:gd name="T22" fmla="*/ 12 w 45"/>
                  <a:gd name="T23" fmla="*/ 44 h 47"/>
                  <a:gd name="T24" fmla="*/ 20 w 45"/>
                  <a:gd name="T25" fmla="*/ 35 h 47"/>
                  <a:gd name="T26" fmla="*/ 24 w 45"/>
                  <a:gd name="T27" fmla="*/ 44 h 47"/>
                  <a:gd name="T28" fmla="*/ 26 w 45"/>
                  <a:gd name="T29" fmla="*/ 47 h 47"/>
                  <a:gd name="T30" fmla="*/ 27 w 45"/>
                  <a:gd name="T31" fmla="*/ 47 h 47"/>
                  <a:gd name="T32" fmla="*/ 29 w 45"/>
                  <a:gd name="T33" fmla="*/ 46 h 47"/>
                  <a:gd name="T34" fmla="*/ 30 w 45"/>
                  <a:gd name="T35" fmla="*/ 42 h 47"/>
                  <a:gd name="T36" fmla="*/ 32 w 45"/>
                  <a:gd name="T37" fmla="*/ 33 h 47"/>
                  <a:gd name="T38" fmla="*/ 32 w 45"/>
                  <a:gd name="T39" fmla="*/ 32 h 47"/>
                  <a:gd name="T40" fmla="*/ 34 w 45"/>
                  <a:gd name="T41" fmla="*/ 32 h 47"/>
                  <a:gd name="T42" fmla="*/ 34 w 45"/>
                  <a:gd name="T43" fmla="*/ 32 h 47"/>
                  <a:gd name="T44" fmla="*/ 45 w 45"/>
                  <a:gd name="T45" fmla="*/ 32 h 47"/>
                  <a:gd name="T46" fmla="*/ 42 w 45"/>
                  <a:gd name="T47" fmla="*/ 27 h 47"/>
                  <a:gd name="T48" fmla="*/ 37 w 45"/>
                  <a:gd name="T49" fmla="*/ 24 h 47"/>
                  <a:gd name="T50" fmla="*/ 37 w 45"/>
                  <a:gd name="T51" fmla="*/ 12 h 47"/>
                  <a:gd name="T52" fmla="*/ 35 w 45"/>
                  <a:gd name="T53" fmla="*/ 10 h 47"/>
                  <a:gd name="T54" fmla="*/ 28 w 45"/>
                  <a:gd name="T55" fmla="*/ 13 h 47"/>
                  <a:gd name="T56" fmla="*/ 26 w 45"/>
                  <a:gd name="T57" fmla="*/ 14 h 47"/>
                  <a:gd name="T58" fmla="*/ 25 w 45"/>
                  <a:gd name="T59" fmla="*/ 12 h 47"/>
                  <a:gd name="T60" fmla="*/ 21 w 45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5" h="47">
                    <a:moveTo>
                      <a:pt x="21" y="0"/>
                    </a:moveTo>
                    <a:cubicBezTo>
                      <a:pt x="19" y="3"/>
                      <a:pt x="16" y="7"/>
                      <a:pt x="15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4" y="16"/>
                      <a:pt x="6" y="20"/>
                    </a:cubicBezTo>
                    <a:cubicBezTo>
                      <a:pt x="5" y="21"/>
                      <a:pt x="3" y="22"/>
                      <a:pt x="2" y="23"/>
                    </a:cubicBezTo>
                    <a:cubicBezTo>
                      <a:pt x="0" y="25"/>
                      <a:pt x="0" y="27"/>
                      <a:pt x="0" y="29"/>
                    </a:cubicBezTo>
                    <a:cubicBezTo>
                      <a:pt x="2" y="29"/>
                      <a:pt x="4" y="29"/>
                      <a:pt x="6" y="29"/>
                    </a:cubicBezTo>
                    <a:cubicBezTo>
                      <a:pt x="7" y="29"/>
                      <a:pt x="7" y="29"/>
                      <a:pt x="8" y="29"/>
                    </a:cubicBezTo>
                    <a:cubicBezTo>
                      <a:pt x="7" y="34"/>
                      <a:pt x="8" y="38"/>
                      <a:pt x="8" y="43"/>
                    </a:cubicBezTo>
                    <a:cubicBezTo>
                      <a:pt x="8" y="44"/>
                      <a:pt x="9" y="44"/>
                      <a:pt x="9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1" y="45"/>
                      <a:pt x="11" y="44"/>
                      <a:pt x="12" y="44"/>
                    </a:cubicBezTo>
                    <a:cubicBezTo>
                      <a:pt x="15" y="42"/>
                      <a:pt x="18" y="39"/>
                      <a:pt x="20" y="35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25" y="45"/>
                      <a:pt x="25" y="46"/>
                      <a:pt x="26" y="47"/>
                    </a:cubicBezTo>
                    <a:cubicBezTo>
                      <a:pt x="26" y="47"/>
                      <a:pt x="27" y="47"/>
                      <a:pt x="27" y="47"/>
                    </a:cubicBezTo>
                    <a:cubicBezTo>
                      <a:pt x="28" y="47"/>
                      <a:pt x="29" y="46"/>
                      <a:pt x="29" y="46"/>
                    </a:cubicBezTo>
                    <a:cubicBezTo>
                      <a:pt x="30" y="44"/>
                      <a:pt x="30" y="43"/>
                      <a:pt x="30" y="42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3"/>
                      <a:pt x="32" y="32"/>
                      <a:pt x="32" y="32"/>
                    </a:cubicBezTo>
                    <a:cubicBezTo>
                      <a:pt x="33" y="32"/>
                      <a:pt x="33" y="32"/>
                      <a:pt x="34" y="3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7" y="32"/>
                      <a:pt x="41" y="32"/>
                      <a:pt x="45" y="32"/>
                    </a:cubicBezTo>
                    <a:cubicBezTo>
                      <a:pt x="45" y="30"/>
                      <a:pt x="43" y="28"/>
                      <a:pt x="42" y="27"/>
                    </a:cubicBezTo>
                    <a:cubicBezTo>
                      <a:pt x="40" y="26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7" y="12"/>
                    </a:cubicBezTo>
                    <a:cubicBezTo>
                      <a:pt x="37" y="11"/>
                      <a:pt x="36" y="10"/>
                      <a:pt x="35" y="10"/>
                    </a:cubicBezTo>
                    <a:cubicBezTo>
                      <a:pt x="33" y="10"/>
                      <a:pt x="30" y="12"/>
                      <a:pt x="28" y="13"/>
                    </a:cubicBezTo>
                    <a:cubicBezTo>
                      <a:pt x="27" y="13"/>
                      <a:pt x="27" y="14"/>
                      <a:pt x="26" y="14"/>
                    </a:cubicBezTo>
                    <a:cubicBezTo>
                      <a:pt x="26" y="14"/>
                      <a:pt x="25" y="13"/>
                      <a:pt x="25" y="12"/>
                    </a:cubicBezTo>
                    <a:cubicBezTo>
                      <a:pt x="23" y="8"/>
                      <a:pt x="24" y="3"/>
                      <a:pt x="21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4" name="îślíḓe" descr="636d1ac1-98d7-433b-bee0-7cddfb432202">
                <a:extLst>
                  <a:ext uri="{FF2B5EF4-FFF2-40B4-BE49-F238E27FC236}">
                    <a16:creationId xmlns:a16="http://schemas.microsoft.com/office/drawing/2014/main" id="{9730BDFF-5285-485A-B268-87B0198D2389}"/>
                  </a:ext>
                </a:extLst>
              </p:cNvPr>
              <p:cNvSpPr/>
              <p:nvPr/>
            </p:nvSpPr>
            <p:spPr bwMode="auto">
              <a:xfrm>
                <a:off x="2447159" y="1865905"/>
                <a:ext cx="38787" cy="38787"/>
              </a:xfrm>
              <a:custGeom>
                <a:avLst/>
                <a:gdLst>
                  <a:gd name="T0" fmla="*/ 22 w 46"/>
                  <a:gd name="T1" fmla="*/ 0 h 46"/>
                  <a:gd name="T2" fmla="*/ 15 w 46"/>
                  <a:gd name="T3" fmla="*/ 11 h 46"/>
                  <a:gd name="T4" fmla="*/ 5 w 46"/>
                  <a:gd name="T5" fmla="*/ 7 h 46"/>
                  <a:gd name="T6" fmla="*/ 7 w 46"/>
                  <a:gd name="T7" fmla="*/ 19 h 46"/>
                  <a:gd name="T8" fmla="*/ 2 w 46"/>
                  <a:gd name="T9" fmla="*/ 23 h 46"/>
                  <a:gd name="T10" fmla="*/ 1 w 46"/>
                  <a:gd name="T11" fmla="*/ 28 h 46"/>
                  <a:gd name="T12" fmla="*/ 7 w 46"/>
                  <a:gd name="T13" fmla="*/ 29 h 46"/>
                  <a:gd name="T14" fmla="*/ 8 w 46"/>
                  <a:gd name="T15" fmla="*/ 29 h 46"/>
                  <a:gd name="T16" fmla="*/ 9 w 46"/>
                  <a:gd name="T17" fmla="*/ 42 h 46"/>
                  <a:gd name="T18" fmla="*/ 10 w 46"/>
                  <a:gd name="T19" fmla="*/ 44 h 46"/>
                  <a:gd name="T20" fmla="*/ 10 w 46"/>
                  <a:gd name="T21" fmla="*/ 44 h 46"/>
                  <a:gd name="T22" fmla="*/ 12 w 46"/>
                  <a:gd name="T23" fmla="*/ 44 h 46"/>
                  <a:gd name="T24" fmla="*/ 21 w 46"/>
                  <a:gd name="T25" fmla="*/ 35 h 46"/>
                  <a:gd name="T26" fmla="*/ 25 w 46"/>
                  <a:gd name="T27" fmla="*/ 44 h 46"/>
                  <a:gd name="T28" fmla="*/ 26 w 46"/>
                  <a:gd name="T29" fmla="*/ 46 h 46"/>
                  <a:gd name="T30" fmla="*/ 27 w 46"/>
                  <a:gd name="T31" fmla="*/ 46 h 46"/>
                  <a:gd name="T32" fmla="*/ 30 w 46"/>
                  <a:gd name="T33" fmla="*/ 45 h 46"/>
                  <a:gd name="T34" fmla="*/ 31 w 46"/>
                  <a:gd name="T35" fmla="*/ 42 h 46"/>
                  <a:gd name="T36" fmla="*/ 32 w 46"/>
                  <a:gd name="T37" fmla="*/ 33 h 46"/>
                  <a:gd name="T38" fmla="*/ 33 w 46"/>
                  <a:gd name="T39" fmla="*/ 32 h 46"/>
                  <a:gd name="T40" fmla="*/ 34 w 46"/>
                  <a:gd name="T41" fmla="*/ 31 h 46"/>
                  <a:gd name="T42" fmla="*/ 34 w 46"/>
                  <a:gd name="T43" fmla="*/ 31 h 46"/>
                  <a:gd name="T44" fmla="*/ 45 w 46"/>
                  <a:gd name="T45" fmla="*/ 31 h 46"/>
                  <a:gd name="T46" fmla="*/ 42 w 46"/>
                  <a:gd name="T47" fmla="*/ 27 h 46"/>
                  <a:gd name="T48" fmla="*/ 37 w 46"/>
                  <a:gd name="T49" fmla="*/ 23 h 46"/>
                  <a:gd name="T50" fmla="*/ 38 w 46"/>
                  <a:gd name="T51" fmla="*/ 11 h 46"/>
                  <a:gd name="T52" fmla="*/ 35 w 46"/>
                  <a:gd name="T53" fmla="*/ 10 h 46"/>
                  <a:gd name="T54" fmla="*/ 28 w 46"/>
                  <a:gd name="T55" fmla="*/ 13 h 46"/>
                  <a:gd name="T56" fmla="*/ 27 w 46"/>
                  <a:gd name="T57" fmla="*/ 13 h 46"/>
                  <a:gd name="T58" fmla="*/ 25 w 46"/>
                  <a:gd name="T59" fmla="*/ 12 h 46"/>
                  <a:gd name="T60" fmla="*/ 22 w 46"/>
                  <a:gd name="T6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6">
                    <a:moveTo>
                      <a:pt x="22" y="0"/>
                    </a:moveTo>
                    <a:cubicBezTo>
                      <a:pt x="19" y="3"/>
                      <a:pt x="17" y="7"/>
                      <a:pt x="15" y="11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12"/>
                      <a:pt x="4" y="16"/>
                      <a:pt x="7" y="19"/>
                    </a:cubicBezTo>
                    <a:cubicBezTo>
                      <a:pt x="5" y="20"/>
                      <a:pt x="3" y="21"/>
                      <a:pt x="2" y="23"/>
                    </a:cubicBezTo>
                    <a:cubicBezTo>
                      <a:pt x="0" y="24"/>
                      <a:pt x="0" y="26"/>
                      <a:pt x="1" y="28"/>
                    </a:cubicBezTo>
                    <a:cubicBezTo>
                      <a:pt x="3" y="29"/>
                      <a:pt x="5" y="29"/>
                      <a:pt x="7" y="29"/>
                    </a:cubicBezTo>
                    <a:cubicBezTo>
                      <a:pt x="7" y="29"/>
                      <a:pt x="8" y="29"/>
                      <a:pt x="8" y="29"/>
                    </a:cubicBezTo>
                    <a:cubicBezTo>
                      <a:pt x="8" y="33"/>
                      <a:pt x="8" y="38"/>
                      <a:pt x="9" y="42"/>
                    </a:cubicBezTo>
                    <a:cubicBezTo>
                      <a:pt x="9" y="43"/>
                      <a:pt x="9" y="44"/>
                      <a:pt x="10" y="44"/>
                    </a:cubicBezTo>
                    <a:cubicBezTo>
                      <a:pt x="10" y="44"/>
                      <a:pt x="10" y="44"/>
                      <a:pt x="10" y="44"/>
                    </a:cubicBezTo>
                    <a:cubicBezTo>
                      <a:pt x="11" y="44"/>
                      <a:pt x="12" y="44"/>
                      <a:pt x="12" y="44"/>
                    </a:cubicBezTo>
                    <a:cubicBezTo>
                      <a:pt x="16" y="42"/>
                      <a:pt x="19" y="38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5" y="46"/>
                      <a:pt x="26" y="46"/>
                    </a:cubicBezTo>
                    <a:cubicBezTo>
                      <a:pt x="27" y="46"/>
                      <a:pt x="27" y="46"/>
                      <a:pt x="27" y="46"/>
                    </a:cubicBezTo>
                    <a:cubicBezTo>
                      <a:pt x="28" y="46"/>
                      <a:pt x="29" y="46"/>
                      <a:pt x="30" y="45"/>
                    </a:cubicBezTo>
                    <a:cubicBezTo>
                      <a:pt x="30" y="44"/>
                      <a:pt x="31" y="43"/>
                      <a:pt x="31" y="42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2"/>
                      <a:pt x="32" y="32"/>
                      <a:pt x="33" y="32"/>
                    </a:cubicBezTo>
                    <a:cubicBezTo>
                      <a:pt x="33" y="31"/>
                      <a:pt x="33" y="31"/>
                      <a:pt x="34" y="31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8" y="31"/>
                      <a:pt x="41" y="31"/>
                      <a:pt x="45" y="31"/>
                    </a:cubicBezTo>
                    <a:cubicBezTo>
                      <a:pt x="46" y="29"/>
                      <a:pt x="44" y="28"/>
                      <a:pt x="42" y="27"/>
                    </a:cubicBezTo>
                    <a:cubicBezTo>
                      <a:pt x="40" y="26"/>
                      <a:pt x="38" y="25"/>
                      <a:pt x="37" y="23"/>
                    </a:cubicBezTo>
                    <a:cubicBezTo>
                      <a:pt x="35" y="20"/>
                      <a:pt x="40" y="15"/>
                      <a:pt x="38" y="11"/>
                    </a:cubicBezTo>
                    <a:cubicBezTo>
                      <a:pt x="37" y="10"/>
                      <a:pt x="36" y="10"/>
                      <a:pt x="35" y="10"/>
                    </a:cubicBezTo>
                    <a:cubicBezTo>
                      <a:pt x="33" y="10"/>
                      <a:pt x="30" y="12"/>
                      <a:pt x="28" y="13"/>
                    </a:cubicBezTo>
                    <a:cubicBezTo>
                      <a:pt x="28" y="13"/>
                      <a:pt x="27" y="13"/>
                      <a:pt x="27" y="13"/>
                    </a:cubicBezTo>
                    <a:cubicBezTo>
                      <a:pt x="26" y="13"/>
                      <a:pt x="25" y="12"/>
                      <a:pt x="25" y="12"/>
                    </a:cubicBezTo>
                    <a:cubicBezTo>
                      <a:pt x="23" y="8"/>
                      <a:pt x="24" y="3"/>
                      <a:pt x="22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5" name="îṥ1iḓê" descr="9d23e6fb-7370-45e9-bf84-5d2b8e75c0c1">
                <a:extLst>
                  <a:ext uri="{FF2B5EF4-FFF2-40B4-BE49-F238E27FC236}">
                    <a16:creationId xmlns:a16="http://schemas.microsoft.com/office/drawing/2014/main" id="{6A041DC8-35F1-4002-8BD2-2DA2B00BF973}"/>
                  </a:ext>
                </a:extLst>
              </p:cNvPr>
              <p:cNvSpPr/>
              <p:nvPr/>
            </p:nvSpPr>
            <p:spPr bwMode="auto">
              <a:xfrm>
                <a:off x="2810642" y="1890285"/>
                <a:ext cx="32138" cy="38787"/>
              </a:xfrm>
              <a:custGeom>
                <a:avLst/>
                <a:gdLst>
                  <a:gd name="T0" fmla="*/ 20 w 38"/>
                  <a:gd name="T1" fmla="*/ 38 h 46"/>
                  <a:gd name="T2" fmla="*/ 23 w 38"/>
                  <a:gd name="T3" fmla="*/ 44 h 46"/>
                  <a:gd name="T4" fmla="*/ 25 w 38"/>
                  <a:gd name="T5" fmla="*/ 46 h 46"/>
                  <a:gd name="T6" fmla="*/ 25 w 38"/>
                  <a:gd name="T7" fmla="*/ 46 h 46"/>
                  <a:gd name="T8" fmla="*/ 28 w 38"/>
                  <a:gd name="T9" fmla="*/ 45 h 46"/>
                  <a:gd name="T10" fmla="*/ 29 w 38"/>
                  <a:gd name="T11" fmla="*/ 41 h 46"/>
                  <a:gd name="T12" fmla="*/ 29 w 38"/>
                  <a:gd name="T13" fmla="*/ 39 h 46"/>
                  <a:gd name="T14" fmla="*/ 20 w 38"/>
                  <a:gd name="T15" fmla="*/ 38 h 46"/>
                  <a:gd name="T16" fmla="*/ 6 w 38"/>
                  <a:gd name="T17" fmla="*/ 35 h 46"/>
                  <a:gd name="T18" fmla="*/ 7 w 38"/>
                  <a:gd name="T19" fmla="*/ 42 h 46"/>
                  <a:gd name="T20" fmla="*/ 8 w 38"/>
                  <a:gd name="T21" fmla="*/ 44 h 46"/>
                  <a:gd name="T22" fmla="*/ 9 w 38"/>
                  <a:gd name="T23" fmla="*/ 44 h 46"/>
                  <a:gd name="T24" fmla="*/ 10 w 38"/>
                  <a:gd name="T25" fmla="*/ 43 h 46"/>
                  <a:gd name="T26" fmla="*/ 17 w 38"/>
                  <a:gd name="T27" fmla="*/ 37 h 46"/>
                  <a:gd name="T28" fmla="*/ 6 w 38"/>
                  <a:gd name="T29" fmla="*/ 35 h 46"/>
                  <a:gd name="T30" fmla="*/ 20 w 38"/>
                  <a:gd name="T31" fmla="*/ 0 h 46"/>
                  <a:gd name="T32" fmla="*/ 13 w 38"/>
                  <a:gd name="T33" fmla="*/ 11 h 46"/>
                  <a:gd name="T34" fmla="*/ 3 w 38"/>
                  <a:gd name="T35" fmla="*/ 7 h 46"/>
                  <a:gd name="T36" fmla="*/ 5 w 38"/>
                  <a:gd name="T37" fmla="*/ 19 h 46"/>
                  <a:gd name="T38" fmla="*/ 0 w 38"/>
                  <a:gd name="T39" fmla="*/ 22 h 46"/>
                  <a:gd name="T40" fmla="*/ 0 w 38"/>
                  <a:gd name="T41" fmla="*/ 23 h 46"/>
                  <a:gd name="T42" fmla="*/ 6 w 38"/>
                  <a:gd name="T43" fmla="*/ 23 h 46"/>
                  <a:gd name="T44" fmla="*/ 36 w 38"/>
                  <a:gd name="T45" fmla="*/ 24 h 46"/>
                  <a:gd name="T46" fmla="*/ 35 w 38"/>
                  <a:gd name="T47" fmla="*/ 23 h 46"/>
                  <a:gd name="T48" fmla="*/ 36 w 38"/>
                  <a:gd name="T49" fmla="*/ 11 h 46"/>
                  <a:gd name="T50" fmla="*/ 33 w 38"/>
                  <a:gd name="T51" fmla="*/ 10 h 46"/>
                  <a:gd name="T52" fmla="*/ 26 w 38"/>
                  <a:gd name="T53" fmla="*/ 13 h 46"/>
                  <a:gd name="T54" fmla="*/ 25 w 38"/>
                  <a:gd name="T55" fmla="*/ 13 h 46"/>
                  <a:gd name="T56" fmla="*/ 23 w 38"/>
                  <a:gd name="T57" fmla="*/ 12 h 46"/>
                  <a:gd name="T58" fmla="*/ 20 w 38"/>
                  <a:gd name="T5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" h="46">
                    <a:moveTo>
                      <a:pt x="20" y="38"/>
                    </a:moveTo>
                    <a:cubicBezTo>
                      <a:pt x="23" y="44"/>
                      <a:pt x="23" y="44"/>
                      <a:pt x="23" y="44"/>
                    </a:cubicBezTo>
                    <a:cubicBezTo>
                      <a:pt x="23" y="45"/>
                      <a:pt x="24" y="45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6" y="46"/>
                      <a:pt x="27" y="46"/>
                      <a:pt x="28" y="45"/>
                    </a:cubicBezTo>
                    <a:cubicBezTo>
                      <a:pt x="28" y="44"/>
                      <a:pt x="29" y="43"/>
                      <a:pt x="29" y="41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26" y="39"/>
                      <a:pt x="23" y="38"/>
                      <a:pt x="20" y="38"/>
                    </a:cubicBezTo>
                    <a:moveTo>
                      <a:pt x="6" y="35"/>
                    </a:moveTo>
                    <a:cubicBezTo>
                      <a:pt x="6" y="38"/>
                      <a:pt x="7" y="40"/>
                      <a:pt x="7" y="42"/>
                    </a:cubicBezTo>
                    <a:cubicBezTo>
                      <a:pt x="7" y="43"/>
                      <a:pt x="7" y="43"/>
                      <a:pt x="8" y="44"/>
                    </a:cubicBezTo>
                    <a:cubicBezTo>
                      <a:pt x="8" y="44"/>
                      <a:pt x="8" y="44"/>
                      <a:pt x="9" y="44"/>
                    </a:cubicBezTo>
                    <a:cubicBezTo>
                      <a:pt x="9" y="44"/>
                      <a:pt x="10" y="44"/>
                      <a:pt x="10" y="43"/>
                    </a:cubicBezTo>
                    <a:cubicBezTo>
                      <a:pt x="13" y="42"/>
                      <a:pt x="15" y="40"/>
                      <a:pt x="17" y="37"/>
                    </a:cubicBezTo>
                    <a:cubicBezTo>
                      <a:pt x="13" y="37"/>
                      <a:pt x="10" y="36"/>
                      <a:pt x="6" y="35"/>
                    </a:cubicBezTo>
                    <a:moveTo>
                      <a:pt x="20" y="0"/>
                    </a:moveTo>
                    <a:cubicBezTo>
                      <a:pt x="17" y="3"/>
                      <a:pt x="15" y="7"/>
                      <a:pt x="13" y="11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11"/>
                      <a:pt x="3" y="16"/>
                      <a:pt x="5" y="19"/>
                    </a:cubicBezTo>
                    <a:cubicBezTo>
                      <a:pt x="3" y="20"/>
                      <a:pt x="2" y="21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2" y="23"/>
                      <a:pt x="4" y="23"/>
                      <a:pt x="6" y="23"/>
                    </a:cubicBezTo>
                    <a:cubicBezTo>
                      <a:pt x="16" y="23"/>
                      <a:pt x="26" y="23"/>
                      <a:pt x="36" y="24"/>
                    </a:cubicBezTo>
                    <a:cubicBezTo>
                      <a:pt x="35" y="24"/>
                      <a:pt x="35" y="23"/>
                      <a:pt x="35" y="23"/>
                    </a:cubicBezTo>
                    <a:cubicBezTo>
                      <a:pt x="33" y="19"/>
                      <a:pt x="38" y="14"/>
                      <a:pt x="36" y="11"/>
                    </a:cubicBezTo>
                    <a:cubicBezTo>
                      <a:pt x="35" y="10"/>
                      <a:pt x="34" y="10"/>
                      <a:pt x="33" y="10"/>
                    </a:cubicBezTo>
                    <a:cubicBezTo>
                      <a:pt x="31" y="10"/>
                      <a:pt x="28" y="12"/>
                      <a:pt x="26" y="13"/>
                    </a:cubicBezTo>
                    <a:cubicBezTo>
                      <a:pt x="26" y="13"/>
                      <a:pt x="25" y="13"/>
                      <a:pt x="25" y="13"/>
                    </a:cubicBezTo>
                    <a:cubicBezTo>
                      <a:pt x="24" y="13"/>
                      <a:pt x="24" y="12"/>
                      <a:pt x="23" y="12"/>
                    </a:cubicBezTo>
                    <a:cubicBezTo>
                      <a:pt x="22" y="8"/>
                      <a:pt x="23" y="3"/>
                      <a:pt x="20" y="0"/>
                    </a:cubicBezTo>
                  </a:path>
                </a:pathLst>
              </a:custGeom>
              <a:solidFill>
                <a:srgbClr val="A0C2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6" name="iśḷiḋé" descr="96d64024-573b-4312-8e72-4f3a4fc16fe7">
                <a:extLst>
                  <a:ext uri="{FF2B5EF4-FFF2-40B4-BE49-F238E27FC236}">
                    <a16:creationId xmlns:a16="http://schemas.microsoft.com/office/drawing/2014/main" id="{E98D2348-457B-455F-B89B-006137A54855}"/>
                  </a:ext>
                </a:extLst>
              </p:cNvPr>
              <p:cNvSpPr/>
              <p:nvPr/>
            </p:nvSpPr>
            <p:spPr bwMode="auto">
              <a:xfrm>
                <a:off x="2808426" y="1909125"/>
                <a:ext cx="38787" cy="13298"/>
              </a:xfrm>
              <a:custGeom>
                <a:avLst/>
                <a:gdLst>
                  <a:gd name="T0" fmla="*/ 8 w 46"/>
                  <a:gd name="T1" fmla="*/ 0 h 16"/>
                  <a:gd name="T2" fmla="*/ 2 w 46"/>
                  <a:gd name="T3" fmla="*/ 0 h 16"/>
                  <a:gd name="T4" fmla="*/ 1 w 46"/>
                  <a:gd name="T5" fmla="*/ 5 h 16"/>
                  <a:gd name="T6" fmla="*/ 7 w 46"/>
                  <a:gd name="T7" fmla="*/ 6 h 16"/>
                  <a:gd name="T8" fmla="*/ 8 w 46"/>
                  <a:gd name="T9" fmla="*/ 6 h 16"/>
                  <a:gd name="T10" fmla="*/ 8 w 46"/>
                  <a:gd name="T11" fmla="*/ 12 h 16"/>
                  <a:gd name="T12" fmla="*/ 19 w 46"/>
                  <a:gd name="T13" fmla="*/ 14 h 16"/>
                  <a:gd name="T14" fmla="*/ 21 w 46"/>
                  <a:gd name="T15" fmla="*/ 11 h 16"/>
                  <a:gd name="T16" fmla="*/ 22 w 46"/>
                  <a:gd name="T17" fmla="*/ 15 h 16"/>
                  <a:gd name="T18" fmla="*/ 31 w 46"/>
                  <a:gd name="T19" fmla="*/ 16 h 16"/>
                  <a:gd name="T20" fmla="*/ 32 w 46"/>
                  <a:gd name="T21" fmla="*/ 10 h 16"/>
                  <a:gd name="T22" fmla="*/ 33 w 46"/>
                  <a:gd name="T23" fmla="*/ 8 h 16"/>
                  <a:gd name="T24" fmla="*/ 34 w 46"/>
                  <a:gd name="T25" fmla="*/ 8 h 16"/>
                  <a:gd name="T26" fmla="*/ 34 w 46"/>
                  <a:gd name="T27" fmla="*/ 8 h 16"/>
                  <a:gd name="T28" fmla="*/ 45 w 46"/>
                  <a:gd name="T29" fmla="*/ 8 h 16"/>
                  <a:gd name="T30" fmla="*/ 42 w 46"/>
                  <a:gd name="T31" fmla="*/ 3 h 16"/>
                  <a:gd name="T32" fmla="*/ 38 w 46"/>
                  <a:gd name="T33" fmla="*/ 1 h 16"/>
                  <a:gd name="T34" fmla="*/ 8 w 46"/>
                  <a:gd name="T3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6" h="16">
                    <a:moveTo>
                      <a:pt x="8" y="0"/>
                    </a:moveTo>
                    <a:cubicBezTo>
                      <a:pt x="6" y="0"/>
                      <a:pt x="4" y="0"/>
                      <a:pt x="2" y="0"/>
                    </a:cubicBezTo>
                    <a:cubicBezTo>
                      <a:pt x="1" y="1"/>
                      <a:pt x="0" y="3"/>
                      <a:pt x="1" y="5"/>
                    </a:cubicBezTo>
                    <a:cubicBezTo>
                      <a:pt x="3" y="5"/>
                      <a:pt x="5" y="6"/>
                      <a:pt x="7" y="6"/>
                    </a:cubicBezTo>
                    <a:cubicBezTo>
                      <a:pt x="7" y="6"/>
                      <a:pt x="8" y="6"/>
                      <a:pt x="8" y="6"/>
                    </a:cubicBezTo>
                    <a:cubicBezTo>
                      <a:pt x="8" y="8"/>
                      <a:pt x="8" y="10"/>
                      <a:pt x="8" y="12"/>
                    </a:cubicBezTo>
                    <a:cubicBezTo>
                      <a:pt x="12" y="13"/>
                      <a:pt x="15" y="14"/>
                      <a:pt x="19" y="14"/>
                    </a:cubicBezTo>
                    <a:cubicBezTo>
                      <a:pt x="20" y="13"/>
                      <a:pt x="20" y="12"/>
                      <a:pt x="21" y="11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5" y="15"/>
                      <a:pt x="28" y="16"/>
                      <a:pt x="31" y="16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3" y="9"/>
                      <a:pt x="33" y="8"/>
                    </a:cubicBezTo>
                    <a:cubicBezTo>
                      <a:pt x="33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8" y="8"/>
                      <a:pt x="42" y="8"/>
                      <a:pt x="45" y="8"/>
                    </a:cubicBezTo>
                    <a:cubicBezTo>
                      <a:pt x="46" y="6"/>
                      <a:pt x="44" y="4"/>
                      <a:pt x="42" y="3"/>
                    </a:cubicBezTo>
                    <a:cubicBezTo>
                      <a:pt x="41" y="3"/>
                      <a:pt x="39" y="2"/>
                      <a:pt x="38" y="1"/>
                    </a:cubicBezTo>
                    <a:cubicBezTo>
                      <a:pt x="28" y="0"/>
                      <a:pt x="18" y="0"/>
                      <a:pt x="8" y="0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7" name="íṧ1íḑe" descr="a9fd4be3-ffa0-4de3-b175-6f2512920ca4">
                <a:extLst>
                  <a:ext uri="{FF2B5EF4-FFF2-40B4-BE49-F238E27FC236}">
                    <a16:creationId xmlns:a16="http://schemas.microsoft.com/office/drawing/2014/main" id="{2FAA4BB2-DCBB-4094-9D60-17ADE474AA58}"/>
                  </a:ext>
                </a:extLst>
              </p:cNvPr>
              <p:cNvSpPr/>
              <p:nvPr/>
            </p:nvSpPr>
            <p:spPr bwMode="auto">
              <a:xfrm>
                <a:off x="2633334" y="1869230"/>
                <a:ext cx="38787" cy="39895"/>
              </a:xfrm>
              <a:custGeom>
                <a:avLst/>
                <a:gdLst>
                  <a:gd name="T0" fmla="*/ 22 w 46"/>
                  <a:gd name="T1" fmla="*/ 0 h 47"/>
                  <a:gd name="T2" fmla="*/ 16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30 h 47"/>
                  <a:gd name="T14" fmla="*/ 8 w 46"/>
                  <a:gd name="T15" fmla="*/ 30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3 w 46"/>
                  <a:gd name="T23" fmla="*/ 44 h 47"/>
                  <a:gd name="T24" fmla="*/ 21 w 46"/>
                  <a:gd name="T25" fmla="*/ 35 h 47"/>
                  <a:gd name="T26" fmla="*/ 25 w 46"/>
                  <a:gd name="T27" fmla="*/ 45 h 47"/>
                  <a:gd name="T28" fmla="*/ 27 w 46"/>
                  <a:gd name="T29" fmla="*/ 47 h 47"/>
                  <a:gd name="T30" fmla="*/ 28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3 w 46"/>
                  <a:gd name="T37" fmla="*/ 34 h 47"/>
                  <a:gd name="T38" fmla="*/ 33 w 46"/>
                  <a:gd name="T39" fmla="*/ 32 h 47"/>
                  <a:gd name="T40" fmla="*/ 34 w 46"/>
                  <a:gd name="T41" fmla="*/ 32 h 47"/>
                  <a:gd name="T42" fmla="*/ 35 w 46"/>
                  <a:gd name="T43" fmla="*/ 32 h 47"/>
                  <a:gd name="T44" fmla="*/ 45 w 46"/>
                  <a:gd name="T45" fmla="*/ 32 h 47"/>
                  <a:gd name="T46" fmla="*/ 42 w 46"/>
                  <a:gd name="T47" fmla="*/ 27 h 47"/>
                  <a:gd name="T48" fmla="*/ 37 w 46"/>
                  <a:gd name="T49" fmla="*/ 24 h 47"/>
                  <a:gd name="T50" fmla="*/ 38 w 46"/>
                  <a:gd name="T51" fmla="*/ 12 h 47"/>
                  <a:gd name="T52" fmla="*/ 36 w 46"/>
                  <a:gd name="T53" fmla="*/ 11 h 47"/>
                  <a:gd name="T54" fmla="*/ 28 w 46"/>
                  <a:gd name="T55" fmla="*/ 13 h 47"/>
                  <a:gd name="T56" fmla="*/ 27 w 46"/>
                  <a:gd name="T57" fmla="*/ 14 h 47"/>
                  <a:gd name="T58" fmla="*/ 26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4"/>
                      <a:pt x="17" y="7"/>
                      <a:pt x="16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6"/>
                      <a:pt x="7" y="20"/>
                    </a:cubicBezTo>
                    <a:cubicBezTo>
                      <a:pt x="5" y="21"/>
                      <a:pt x="4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30"/>
                      <a:pt x="7" y="30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4"/>
                      <a:pt x="8" y="39"/>
                      <a:pt x="9" y="43"/>
                    </a:cubicBezTo>
                    <a:cubicBezTo>
                      <a:pt x="9" y="44"/>
                      <a:pt x="10" y="44"/>
                      <a:pt x="10" y="45"/>
                    </a:cubicBezTo>
                    <a:cubicBezTo>
                      <a:pt x="10" y="45"/>
                      <a:pt x="11" y="45"/>
                      <a:pt x="11" y="45"/>
                    </a:cubicBezTo>
                    <a:cubicBezTo>
                      <a:pt x="11" y="45"/>
                      <a:pt x="12" y="45"/>
                      <a:pt x="13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6" y="46"/>
                      <a:pt x="27" y="47"/>
                    </a:cubicBezTo>
                    <a:cubicBezTo>
                      <a:pt x="27" y="47"/>
                      <a:pt x="27" y="47"/>
                      <a:pt x="28" y="47"/>
                    </a:cubicBezTo>
                    <a:cubicBezTo>
                      <a:pt x="29" y="47"/>
                      <a:pt x="29" y="47"/>
                      <a:pt x="30" y="46"/>
                    </a:cubicBezTo>
                    <a:cubicBezTo>
                      <a:pt x="31" y="45"/>
                      <a:pt x="31" y="43"/>
                      <a:pt x="31" y="42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3" y="33"/>
                      <a:pt x="33" y="33"/>
                      <a:pt x="33" y="32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5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7"/>
                    </a:cubicBezTo>
                    <a:cubicBezTo>
                      <a:pt x="40" y="27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8" y="11"/>
                      <a:pt x="37" y="11"/>
                      <a:pt x="36" y="11"/>
                    </a:cubicBezTo>
                    <a:cubicBezTo>
                      <a:pt x="33" y="11"/>
                      <a:pt x="31" y="12"/>
                      <a:pt x="28" y="13"/>
                    </a:cubicBezTo>
                    <a:cubicBezTo>
                      <a:pt x="28" y="14"/>
                      <a:pt x="28" y="14"/>
                      <a:pt x="27" y="14"/>
                    </a:cubicBezTo>
                    <a:cubicBezTo>
                      <a:pt x="26" y="14"/>
                      <a:pt x="26" y="13"/>
                      <a:pt x="26" y="12"/>
                    </a:cubicBezTo>
                    <a:cubicBezTo>
                      <a:pt x="24" y="8"/>
                      <a:pt x="25" y="3"/>
                      <a:pt x="22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8" name="îšļíḓè" descr="0cf2348b-6f4c-43f2-9f89-1794996a9ea7">
                <a:extLst>
                  <a:ext uri="{FF2B5EF4-FFF2-40B4-BE49-F238E27FC236}">
                    <a16:creationId xmlns:a16="http://schemas.microsoft.com/office/drawing/2014/main" id="{9CECFE5D-2D90-450F-B5B6-33C8AC621971}"/>
                  </a:ext>
                </a:extLst>
              </p:cNvPr>
              <p:cNvSpPr/>
              <p:nvPr/>
            </p:nvSpPr>
            <p:spPr bwMode="auto">
              <a:xfrm>
                <a:off x="2577925" y="1893610"/>
                <a:ext cx="38787" cy="38787"/>
              </a:xfrm>
              <a:custGeom>
                <a:avLst/>
                <a:gdLst>
                  <a:gd name="T0" fmla="*/ 22 w 46"/>
                  <a:gd name="T1" fmla="*/ 0 h 46"/>
                  <a:gd name="T2" fmla="*/ 15 w 46"/>
                  <a:gd name="T3" fmla="*/ 11 h 46"/>
                  <a:gd name="T4" fmla="*/ 5 w 46"/>
                  <a:gd name="T5" fmla="*/ 7 h 46"/>
                  <a:gd name="T6" fmla="*/ 7 w 46"/>
                  <a:gd name="T7" fmla="*/ 19 h 46"/>
                  <a:gd name="T8" fmla="*/ 2 w 46"/>
                  <a:gd name="T9" fmla="*/ 23 h 46"/>
                  <a:gd name="T10" fmla="*/ 1 w 46"/>
                  <a:gd name="T11" fmla="*/ 28 h 46"/>
                  <a:gd name="T12" fmla="*/ 7 w 46"/>
                  <a:gd name="T13" fmla="*/ 29 h 46"/>
                  <a:gd name="T14" fmla="*/ 8 w 46"/>
                  <a:gd name="T15" fmla="*/ 29 h 46"/>
                  <a:gd name="T16" fmla="*/ 9 w 46"/>
                  <a:gd name="T17" fmla="*/ 42 h 46"/>
                  <a:gd name="T18" fmla="*/ 10 w 46"/>
                  <a:gd name="T19" fmla="*/ 44 h 46"/>
                  <a:gd name="T20" fmla="*/ 11 w 46"/>
                  <a:gd name="T21" fmla="*/ 44 h 46"/>
                  <a:gd name="T22" fmla="*/ 12 w 46"/>
                  <a:gd name="T23" fmla="*/ 44 h 46"/>
                  <a:gd name="T24" fmla="*/ 21 w 46"/>
                  <a:gd name="T25" fmla="*/ 35 h 46"/>
                  <a:gd name="T26" fmla="*/ 25 w 46"/>
                  <a:gd name="T27" fmla="*/ 44 h 46"/>
                  <a:gd name="T28" fmla="*/ 27 w 46"/>
                  <a:gd name="T29" fmla="*/ 46 h 46"/>
                  <a:gd name="T30" fmla="*/ 27 w 46"/>
                  <a:gd name="T31" fmla="*/ 46 h 46"/>
                  <a:gd name="T32" fmla="*/ 30 w 46"/>
                  <a:gd name="T33" fmla="*/ 45 h 46"/>
                  <a:gd name="T34" fmla="*/ 31 w 46"/>
                  <a:gd name="T35" fmla="*/ 41 h 46"/>
                  <a:gd name="T36" fmla="*/ 32 w 46"/>
                  <a:gd name="T37" fmla="*/ 33 h 46"/>
                  <a:gd name="T38" fmla="*/ 33 w 46"/>
                  <a:gd name="T39" fmla="*/ 31 h 46"/>
                  <a:gd name="T40" fmla="*/ 34 w 46"/>
                  <a:gd name="T41" fmla="*/ 31 h 46"/>
                  <a:gd name="T42" fmla="*/ 34 w 46"/>
                  <a:gd name="T43" fmla="*/ 31 h 46"/>
                  <a:gd name="T44" fmla="*/ 45 w 46"/>
                  <a:gd name="T45" fmla="*/ 31 h 46"/>
                  <a:gd name="T46" fmla="*/ 42 w 46"/>
                  <a:gd name="T47" fmla="*/ 26 h 46"/>
                  <a:gd name="T48" fmla="*/ 37 w 46"/>
                  <a:gd name="T49" fmla="*/ 23 h 46"/>
                  <a:gd name="T50" fmla="*/ 38 w 46"/>
                  <a:gd name="T51" fmla="*/ 11 h 46"/>
                  <a:gd name="T52" fmla="*/ 35 w 46"/>
                  <a:gd name="T53" fmla="*/ 10 h 46"/>
                  <a:gd name="T54" fmla="*/ 28 w 46"/>
                  <a:gd name="T55" fmla="*/ 13 h 46"/>
                  <a:gd name="T56" fmla="*/ 27 w 46"/>
                  <a:gd name="T57" fmla="*/ 13 h 46"/>
                  <a:gd name="T58" fmla="*/ 25 w 46"/>
                  <a:gd name="T59" fmla="*/ 12 h 46"/>
                  <a:gd name="T60" fmla="*/ 22 w 46"/>
                  <a:gd name="T6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6">
                    <a:moveTo>
                      <a:pt x="22" y="0"/>
                    </a:moveTo>
                    <a:cubicBezTo>
                      <a:pt x="19" y="3"/>
                      <a:pt x="17" y="7"/>
                      <a:pt x="15" y="11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11"/>
                      <a:pt x="5" y="16"/>
                      <a:pt x="7" y="19"/>
                    </a:cubicBezTo>
                    <a:cubicBezTo>
                      <a:pt x="5" y="20"/>
                      <a:pt x="4" y="21"/>
                      <a:pt x="2" y="23"/>
                    </a:cubicBezTo>
                    <a:cubicBezTo>
                      <a:pt x="1" y="24"/>
                      <a:pt x="0" y="26"/>
                      <a:pt x="1" y="28"/>
                    </a:cubicBezTo>
                    <a:cubicBezTo>
                      <a:pt x="3" y="28"/>
                      <a:pt x="5" y="29"/>
                      <a:pt x="7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3"/>
                      <a:pt x="8" y="38"/>
                      <a:pt x="9" y="42"/>
                    </a:cubicBezTo>
                    <a:cubicBezTo>
                      <a:pt x="9" y="43"/>
                      <a:pt x="9" y="44"/>
                      <a:pt x="10" y="44"/>
                    </a:cubicBezTo>
                    <a:cubicBezTo>
                      <a:pt x="10" y="44"/>
                      <a:pt x="10" y="44"/>
                      <a:pt x="11" y="44"/>
                    </a:cubicBezTo>
                    <a:cubicBezTo>
                      <a:pt x="11" y="44"/>
                      <a:pt x="12" y="44"/>
                      <a:pt x="12" y="44"/>
                    </a:cubicBezTo>
                    <a:cubicBezTo>
                      <a:pt x="16" y="41"/>
                      <a:pt x="19" y="38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6" y="46"/>
                      <a:pt x="27" y="46"/>
                    </a:cubicBezTo>
                    <a:cubicBezTo>
                      <a:pt x="27" y="46"/>
                      <a:pt x="27" y="46"/>
                      <a:pt x="27" y="46"/>
                    </a:cubicBezTo>
                    <a:cubicBezTo>
                      <a:pt x="28" y="46"/>
                      <a:pt x="29" y="46"/>
                      <a:pt x="30" y="45"/>
                    </a:cubicBezTo>
                    <a:cubicBezTo>
                      <a:pt x="30" y="44"/>
                      <a:pt x="31" y="43"/>
                      <a:pt x="31" y="41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2"/>
                      <a:pt x="33" y="32"/>
                      <a:pt x="33" y="31"/>
                    </a:cubicBezTo>
                    <a:cubicBezTo>
                      <a:pt x="33" y="31"/>
                      <a:pt x="34" y="31"/>
                      <a:pt x="34" y="31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8" y="31"/>
                      <a:pt x="42" y="31"/>
                      <a:pt x="45" y="31"/>
                    </a:cubicBezTo>
                    <a:cubicBezTo>
                      <a:pt x="46" y="29"/>
                      <a:pt x="44" y="27"/>
                      <a:pt x="42" y="26"/>
                    </a:cubicBezTo>
                    <a:cubicBezTo>
                      <a:pt x="40" y="26"/>
                      <a:pt x="38" y="25"/>
                      <a:pt x="37" y="23"/>
                    </a:cubicBezTo>
                    <a:cubicBezTo>
                      <a:pt x="35" y="20"/>
                      <a:pt x="40" y="14"/>
                      <a:pt x="38" y="11"/>
                    </a:cubicBezTo>
                    <a:cubicBezTo>
                      <a:pt x="37" y="10"/>
                      <a:pt x="36" y="10"/>
                      <a:pt x="35" y="10"/>
                    </a:cubicBezTo>
                    <a:cubicBezTo>
                      <a:pt x="33" y="10"/>
                      <a:pt x="30" y="12"/>
                      <a:pt x="28" y="13"/>
                    </a:cubicBezTo>
                    <a:cubicBezTo>
                      <a:pt x="28" y="13"/>
                      <a:pt x="27" y="13"/>
                      <a:pt x="27" y="13"/>
                    </a:cubicBezTo>
                    <a:cubicBezTo>
                      <a:pt x="26" y="13"/>
                      <a:pt x="26" y="12"/>
                      <a:pt x="25" y="12"/>
                    </a:cubicBezTo>
                    <a:cubicBezTo>
                      <a:pt x="24" y="8"/>
                      <a:pt x="25" y="3"/>
                      <a:pt x="22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59" name="íşlïḑé" descr="123c0908-e6d0-4db3-8286-ed881f6a8068">
                <a:extLst>
                  <a:ext uri="{FF2B5EF4-FFF2-40B4-BE49-F238E27FC236}">
                    <a16:creationId xmlns:a16="http://schemas.microsoft.com/office/drawing/2014/main" id="{0C20685B-DB3A-4C50-B948-7936E8263CAB}"/>
                  </a:ext>
                </a:extLst>
              </p:cNvPr>
              <p:cNvSpPr/>
              <p:nvPr/>
            </p:nvSpPr>
            <p:spPr bwMode="auto">
              <a:xfrm>
                <a:off x="2526948" y="1748438"/>
                <a:ext cx="38787" cy="39895"/>
              </a:xfrm>
              <a:custGeom>
                <a:avLst/>
                <a:gdLst>
                  <a:gd name="T0" fmla="*/ 22 w 46"/>
                  <a:gd name="T1" fmla="*/ 0 h 47"/>
                  <a:gd name="T2" fmla="*/ 16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29 h 47"/>
                  <a:gd name="T14" fmla="*/ 8 w 46"/>
                  <a:gd name="T15" fmla="*/ 29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3 w 46"/>
                  <a:gd name="T23" fmla="*/ 44 h 47"/>
                  <a:gd name="T24" fmla="*/ 21 w 46"/>
                  <a:gd name="T25" fmla="*/ 35 h 47"/>
                  <a:gd name="T26" fmla="*/ 25 w 46"/>
                  <a:gd name="T27" fmla="*/ 44 h 47"/>
                  <a:gd name="T28" fmla="*/ 27 w 46"/>
                  <a:gd name="T29" fmla="*/ 47 h 47"/>
                  <a:gd name="T30" fmla="*/ 28 w 46"/>
                  <a:gd name="T31" fmla="*/ 47 h 47"/>
                  <a:gd name="T32" fmla="*/ 30 w 46"/>
                  <a:gd name="T33" fmla="*/ 45 h 47"/>
                  <a:gd name="T34" fmla="*/ 31 w 46"/>
                  <a:gd name="T35" fmla="*/ 42 h 47"/>
                  <a:gd name="T36" fmla="*/ 33 w 46"/>
                  <a:gd name="T37" fmla="*/ 33 h 47"/>
                  <a:gd name="T38" fmla="*/ 33 w 46"/>
                  <a:gd name="T39" fmla="*/ 32 h 47"/>
                  <a:gd name="T40" fmla="*/ 34 w 46"/>
                  <a:gd name="T41" fmla="*/ 31 h 47"/>
                  <a:gd name="T42" fmla="*/ 35 w 46"/>
                  <a:gd name="T43" fmla="*/ 31 h 47"/>
                  <a:gd name="T44" fmla="*/ 45 w 46"/>
                  <a:gd name="T45" fmla="*/ 31 h 47"/>
                  <a:gd name="T46" fmla="*/ 42 w 46"/>
                  <a:gd name="T47" fmla="*/ 27 h 47"/>
                  <a:gd name="T48" fmla="*/ 37 w 46"/>
                  <a:gd name="T49" fmla="*/ 24 h 47"/>
                  <a:gd name="T50" fmla="*/ 38 w 46"/>
                  <a:gd name="T51" fmla="*/ 12 h 47"/>
                  <a:gd name="T52" fmla="*/ 36 w 46"/>
                  <a:gd name="T53" fmla="*/ 10 h 47"/>
                  <a:gd name="T54" fmla="*/ 28 w 46"/>
                  <a:gd name="T55" fmla="*/ 13 h 47"/>
                  <a:gd name="T56" fmla="*/ 27 w 46"/>
                  <a:gd name="T57" fmla="*/ 14 h 47"/>
                  <a:gd name="T58" fmla="*/ 26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3"/>
                      <a:pt x="17" y="7"/>
                      <a:pt x="16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6"/>
                      <a:pt x="7" y="20"/>
                    </a:cubicBezTo>
                    <a:cubicBezTo>
                      <a:pt x="5" y="21"/>
                      <a:pt x="4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29"/>
                      <a:pt x="7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4"/>
                      <a:pt x="8" y="38"/>
                      <a:pt x="9" y="43"/>
                    </a:cubicBezTo>
                    <a:cubicBezTo>
                      <a:pt x="9" y="44"/>
                      <a:pt x="10" y="44"/>
                      <a:pt x="10" y="45"/>
                    </a:cubicBezTo>
                    <a:cubicBezTo>
                      <a:pt x="10" y="45"/>
                      <a:pt x="11" y="45"/>
                      <a:pt x="11" y="45"/>
                    </a:cubicBezTo>
                    <a:cubicBezTo>
                      <a:pt x="11" y="45"/>
                      <a:pt x="12" y="45"/>
                      <a:pt x="13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6" y="46"/>
                      <a:pt x="27" y="47"/>
                    </a:cubicBezTo>
                    <a:cubicBezTo>
                      <a:pt x="27" y="47"/>
                      <a:pt x="27" y="47"/>
                      <a:pt x="28" y="47"/>
                    </a:cubicBezTo>
                    <a:cubicBezTo>
                      <a:pt x="29" y="47"/>
                      <a:pt x="30" y="46"/>
                      <a:pt x="30" y="45"/>
                    </a:cubicBezTo>
                    <a:cubicBezTo>
                      <a:pt x="31" y="44"/>
                      <a:pt x="31" y="43"/>
                      <a:pt x="31" y="42"/>
                    </a:cubicBezTo>
                    <a:cubicBezTo>
                      <a:pt x="33" y="33"/>
                      <a:pt x="33" y="33"/>
                      <a:pt x="33" y="33"/>
                    </a:cubicBezTo>
                    <a:cubicBezTo>
                      <a:pt x="33" y="33"/>
                      <a:pt x="33" y="32"/>
                      <a:pt x="33" y="32"/>
                    </a:cubicBezTo>
                    <a:cubicBezTo>
                      <a:pt x="33" y="32"/>
                      <a:pt x="34" y="31"/>
                      <a:pt x="34" y="31"/>
                    </a:cubicBezTo>
                    <a:cubicBezTo>
                      <a:pt x="34" y="31"/>
                      <a:pt x="35" y="31"/>
                      <a:pt x="35" y="31"/>
                    </a:cubicBezTo>
                    <a:cubicBezTo>
                      <a:pt x="38" y="31"/>
                      <a:pt x="42" y="31"/>
                      <a:pt x="45" y="31"/>
                    </a:cubicBezTo>
                    <a:cubicBezTo>
                      <a:pt x="46" y="29"/>
                      <a:pt x="44" y="28"/>
                      <a:pt x="42" y="27"/>
                    </a:cubicBezTo>
                    <a:cubicBezTo>
                      <a:pt x="40" y="26"/>
                      <a:pt x="38" y="25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8" y="11"/>
                      <a:pt x="37" y="10"/>
                      <a:pt x="36" y="10"/>
                    </a:cubicBezTo>
                    <a:cubicBezTo>
                      <a:pt x="33" y="10"/>
                      <a:pt x="31" y="12"/>
                      <a:pt x="28" y="13"/>
                    </a:cubicBezTo>
                    <a:cubicBezTo>
                      <a:pt x="28" y="13"/>
                      <a:pt x="28" y="14"/>
                      <a:pt x="27" y="14"/>
                    </a:cubicBezTo>
                    <a:cubicBezTo>
                      <a:pt x="26" y="14"/>
                      <a:pt x="26" y="13"/>
                      <a:pt x="26" y="12"/>
                    </a:cubicBezTo>
                    <a:cubicBezTo>
                      <a:pt x="24" y="8"/>
                      <a:pt x="25" y="3"/>
                      <a:pt x="22" y="0"/>
                    </a:cubicBezTo>
                  </a:path>
                </a:pathLst>
              </a:custGeom>
              <a:solidFill>
                <a:srgbClr val="D9E7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0" name="îṩlíḓé" descr="6cc8b8e2-96f0-4f28-aad4-eea9cc03d437">
                <a:extLst>
                  <a:ext uri="{FF2B5EF4-FFF2-40B4-BE49-F238E27FC236}">
                    <a16:creationId xmlns:a16="http://schemas.microsoft.com/office/drawing/2014/main" id="{2C4ED99B-27EC-45C0-BBB4-7561F00F65AA}"/>
                  </a:ext>
                </a:extLst>
              </p:cNvPr>
              <p:cNvSpPr/>
              <p:nvPr/>
            </p:nvSpPr>
            <p:spPr bwMode="auto">
              <a:xfrm>
                <a:off x="2627793" y="1937937"/>
                <a:ext cx="38787" cy="39895"/>
              </a:xfrm>
              <a:custGeom>
                <a:avLst/>
                <a:gdLst>
                  <a:gd name="T0" fmla="*/ 22 w 46"/>
                  <a:gd name="T1" fmla="*/ 0 h 47"/>
                  <a:gd name="T2" fmla="*/ 15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29 h 47"/>
                  <a:gd name="T14" fmla="*/ 8 w 46"/>
                  <a:gd name="T15" fmla="*/ 29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2 w 46"/>
                  <a:gd name="T23" fmla="*/ 44 h 47"/>
                  <a:gd name="T24" fmla="*/ 21 w 46"/>
                  <a:gd name="T25" fmla="*/ 35 h 47"/>
                  <a:gd name="T26" fmla="*/ 25 w 46"/>
                  <a:gd name="T27" fmla="*/ 44 h 47"/>
                  <a:gd name="T28" fmla="*/ 26 w 46"/>
                  <a:gd name="T29" fmla="*/ 47 h 47"/>
                  <a:gd name="T30" fmla="*/ 27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2 w 46"/>
                  <a:gd name="T37" fmla="*/ 33 h 47"/>
                  <a:gd name="T38" fmla="*/ 34 w 46"/>
                  <a:gd name="T39" fmla="*/ 32 h 47"/>
                  <a:gd name="T40" fmla="*/ 34 w 46"/>
                  <a:gd name="T41" fmla="*/ 32 h 47"/>
                  <a:gd name="T42" fmla="*/ 45 w 46"/>
                  <a:gd name="T43" fmla="*/ 32 h 47"/>
                  <a:gd name="T44" fmla="*/ 42 w 46"/>
                  <a:gd name="T45" fmla="*/ 27 h 47"/>
                  <a:gd name="T46" fmla="*/ 37 w 46"/>
                  <a:gd name="T47" fmla="*/ 24 h 47"/>
                  <a:gd name="T48" fmla="*/ 38 w 46"/>
                  <a:gd name="T49" fmla="*/ 12 h 47"/>
                  <a:gd name="T50" fmla="*/ 35 w 46"/>
                  <a:gd name="T51" fmla="*/ 10 h 47"/>
                  <a:gd name="T52" fmla="*/ 28 w 46"/>
                  <a:gd name="T53" fmla="*/ 13 h 47"/>
                  <a:gd name="T54" fmla="*/ 27 w 46"/>
                  <a:gd name="T55" fmla="*/ 14 h 47"/>
                  <a:gd name="T56" fmla="*/ 25 w 46"/>
                  <a:gd name="T57" fmla="*/ 12 h 47"/>
                  <a:gd name="T58" fmla="*/ 22 w 46"/>
                  <a:gd name="T5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3"/>
                      <a:pt x="17" y="7"/>
                      <a:pt x="15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6"/>
                      <a:pt x="7" y="20"/>
                    </a:cubicBezTo>
                    <a:cubicBezTo>
                      <a:pt x="5" y="21"/>
                      <a:pt x="3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29"/>
                      <a:pt x="7" y="29"/>
                    </a:cubicBezTo>
                    <a:cubicBezTo>
                      <a:pt x="7" y="29"/>
                      <a:pt x="8" y="29"/>
                      <a:pt x="8" y="29"/>
                    </a:cubicBezTo>
                    <a:cubicBezTo>
                      <a:pt x="8" y="34"/>
                      <a:pt x="8" y="38"/>
                      <a:pt x="9" y="43"/>
                    </a:cubicBezTo>
                    <a:cubicBezTo>
                      <a:pt x="9" y="44"/>
                      <a:pt x="9" y="44"/>
                      <a:pt x="10" y="45"/>
                    </a:cubicBezTo>
                    <a:cubicBezTo>
                      <a:pt x="10" y="45"/>
                      <a:pt x="10" y="45"/>
                      <a:pt x="11" y="45"/>
                    </a:cubicBezTo>
                    <a:cubicBezTo>
                      <a:pt x="11" y="45"/>
                      <a:pt x="12" y="45"/>
                      <a:pt x="12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6" y="46"/>
                      <a:pt x="26" y="47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8" y="47"/>
                      <a:pt x="29" y="46"/>
                      <a:pt x="30" y="46"/>
                    </a:cubicBezTo>
                    <a:cubicBezTo>
                      <a:pt x="30" y="45"/>
                      <a:pt x="31" y="43"/>
                      <a:pt x="31" y="42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2"/>
                      <a:pt x="33" y="32"/>
                      <a:pt x="34" y="3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7"/>
                    </a:cubicBezTo>
                    <a:cubicBezTo>
                      <a:pt x="40" y="26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7" y="11"/>
                      <a:pt x="36" y="10"/>
                      <a:pt x="35" y="10"/>
                    </a:cubicBezTo>
                    <a:cubicBezTo>
                      <a:pt x="33" y="10"/>
                      <a:pt x="30" y="12"/>
                      <a:pt x="28" y="13"/>
                    </a:cubicBezTo>
                    <a:cubicBezTo>
                      <a:pt x="28" y="13"/>
                      <a:pt x="27" y="14"/>
                      <a:pt x="27" y="14"/>
                    </a:cubicBezTo>
                    <a:cubicBezTo>
                      <a:pt x="26" y="14"/>
                      <a:pt x="26" y="13"/>
                      <a:pt x="25" y="12"/>
                    </a:cubicBezTo>
                    <a:cubicBezTo>
                      <a:pt x="24" y="8"/>
                      <a:pt x="25" y="3"/>
                      <a:pt x="22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1" name="išľïďé" descr="36478fb3-4464-4b2a-a173-10ce51a3c729">
                <a:extLst>
                  <a:ext uri="{FF2B5EF4-FFF2-40B4-BE49-F238E27FC236}">
                    <a16:creationId xmlns:a16="http://schemas.microsoft.com/office/drawing/2014/main" id="{AC398894-49BF-47C2-A906-82FD7D1FF4B0}"/>
                  </a:ext>
                </a:extLst>
              </p:cNvPr>
              <p:cNvSpPr/>
              <p:nvPr/>
            </p:nvSpPr>
            <p:spPr bwMode="auto">
              <a:xfrm>
                <a:off x="4406422" y="4093349"/>
                <a:ext cx="121900" cy="159578"/>
              </a:xfrm>
              <a:prstGeom prst="ellipse">
                <a:avLst/>
              </a:pr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2" name="îSḻiḓê" descr="351366f8-d339-42e0-979c-fcfec388059e">
                <a:extLst>
                  <a:ext uri="{FF2B5EF4-FFF2-40B4-BE49-F238E27FC236}">
                    <a16:creationId xmlns:a16="http://schemas.microsoft.com/office/drawing/2014/main" id="{8D6AE326-3535-4BFF-AEB6-4AECFC92042A}"/>
                  </a:ext>
                </a:extLst>
              </p:cNvPr>
              <p:cNvSpPr/>
              <p:nvPr/>
            </p:nvSpPr>
            <p:spPr bwMode="auto">
              <a:xfrm>
                <a:off x="4401989" y="3704378"/>
                <a:ext cx="130765" cy="451030"/>
              </a:xfrm>
              <a:custGeom>
                <a:avLst/>
                <a:gdLst>
                  <a:gd name="T0" fmla="*/ 134 w 154"/>
                  <a:gd name="T1" fmla="*/ 152 h 534"/>
                  <a:gd name="T2" fmla="*/ 149 w 154"/>
                  <a:gd name="T3" fmla="*/ 95 h 534"/>
                  <a:gd name="T4" fmla="*/ 77 w 154"/>
                  <a:gd name="T5" fmla="*/ 0 h 534"/>
                  <a:gd name="T6" fmla="*/ 5 w 154"/>
                  <a:gd name="T7" fmla="*/ 95 h 534"/>
                  <a:gd name="T8" fmla="*/ 20 w 154"/>
                  <a:gd name="T9" fmla="*/ 152 h 534"/>
                  <a:gd name="T10" fmla="*/ 20 w 154"/>
                  <a:gd name="T11" fmla="*/ 267 h 534"/>
                  <a:gd name="T12" fmla="*/ 20 w 154"/>
                  <a:gd name="T13" fmla="*/ 383 h 534"/>
                  <a:gd name="T14" fmla="*/ 5 w 154"/>
                  <a:gd name="T15" fmla="*/ 440 h 534"/>
                  <a:gd name="T16" fmla="*/ 77 w 154"/>
                  <a:gd name="T17" fmla="*/ 534 h 534"/>
                  <a:gd name="T18" fmla="*/ 149 w 154"/>
                  <a:gd name="T19" fmla="*/ 440 h 534"/>
                  <a:gd name="T20" fmla="*/ 134 w 154"/>
                  <a:gd name="T21" fmla="*/ 383 h 534"/>
                  <a:gd name="T22" fmla="*/ 134 w 154"/>
                  <a:gd name="T23" fmla="*/ 268 h 534"/>
                  <a:gd name="T24" fmla="*/ 134 w 154"/>
                  <a:gd name="T25" fmla="*/ 15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4" h="534">
                    <a:moveTo>
                      <a:pt x="134" y="152"/>
                    </a:moveTo>
                    <a:cubicBezTo>
                      <a:pt x="144" y="135"/>
                      <a:pt x="149" y="115"/>
                      <a:pt x="149" y="95"/>
                    </a:cubicBezTo>
                    <a:cubicBezTo>
                      <a:pt x="149" y="43"/>
                      <a:pt x="117" y="0"/>
                      <a:pt x="77" y="0"/>
                    </a:cubicBezTo>
                    <a:cubicBezTo>
                      <a:pt x="37" y="0"/>
                      <a:pt x="5" y="43"/>
                      <a:pt x="5" y="95"/>
                    </a:cubicBezTo>
                    <a:cubicBezTo>
                      <a:pt x="5" y="115"/>
                      <a:pt x="10" y="135"/>
                      <a:pt x="20" y="152"/>
                    </a:cubicBezTo>
                    <a:cubicBezTo>
                      <a:pt x="0" y="188"/>
                      <a:pt x="0" y="232"/>
                      <a:pt x="20" y="267"/>
                    </a:cubicBezTo>
                    <a:cubicBezTo>
                      <a:pt x="0" y="303"/>
                      <a:pt x="0" y="347"/>
                      <a:pt x="20" y="383"/>
                    </a:cubicBezTo>
                    <a:cubicBezTo>
                      <a:pt x="10" y="400"/>
                      <a:pt x="5" y="420"/>
                      <a:pt x="5" y="440"/>
                    </a:cubicBezTo>
                    <a:cubicBezTo>
                      <a:pt x="5" y="492"/>
                      <a:pt x="37" y="534"/>
                      <a:pt x="77" y="534"/>
                    </a:cubicBezTo>
                    <a:cubicBezTo>
                      <a:pt x="117" y="534"/>
                      <a:pt x="149" y="492"/>
                      <a:pt x="149" y="440"/>
                    </a:cubicBezTo>
                    <a:cubicBezTo>
                      <a:pt x="149" y="420"/>
                      <a:pt x="144" y="400"/>
                      <a:pt x="134" y="383"/>
                    </a:cubicBezTo>
                    <a:cubicBezTo>
                      <a:pt x="154" y="347"/>
                      <a:pt x="154" y="303"/>
                      <a:pt x="134" y="268"/>
                    </a:cubicBezTo>
                    <a:cubicBezTo>
                      <a:pt x="154" y="232"/>
                      <a:pt x="154" y="188"/>
                      <a:pt x="134" y="152"/>
                    </a:cubicBezTo>
                  </a:path>
                </a:pathLst>
              </a:cu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3" name="íṧľîďê" descr="b9690b8e-5338-4de4-9d66-c23399aea3c2">
                <a:extLst>
                  <a:ext uri="{FF2B5EF4-FFF2-40B4-BE49-F238E27FC236}">
                    <a16:creationId xmlns:a16="http://schemas.microsoft.com/office/drawing/2014/main" id="{25435E6C-634E-48E9-86AA-A637E64D44DB}"/>
                  </a:ext>
                </a:extLst>
              </p:cNvPr>
              <p:cNvSpPr/>
              <p:nvPr/>
            </p:nvSpPr>
            <p:spPr bwMode="auto">
              <a:xfrm>
                <a:off x="4406422" y="3606858"/>
                <a:ext cx="121900" cy="159578"/>
              </a:xfrm>
              <a:prstGeom prst="ellipse">
                <a:avLst/>
              </a:pr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4" name="iṣḻíḓê" descr="c3740460-f667-49ed-9463-7d648a42469b">
                <a:extLst>
                  <a:ext uri="{FF2B5EF4-FFF2-40B4-BE49-F238E27FC236}">
                    <a16:creationId xmlns:a16="http://schemas.microsoft.com/office/drawing/2014/main" id="{F12FD4B4-C6EC-4CEB-9A08-5EE5F36C8A80}"/>
                  </a:ext>
                </a:extLst>
              </p:cNvPr>
              <p:cNvSpPr/>
              <p:nvPr/>
            </p:nvSpPr>
            <p:spPr bwMode="auto">
              <a:xfrm>
                <a:off x="4406422" y="3510446"/>
                <a:ext cx="121900" cy="159578"/>
              </a:xfrm>
              <a:prstGeom prst="ellipse">
                <a:avLst/>
              </a:pr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5" name="íṥľïḓé" descr="96c1efe2-5042-4f1c-97f6-5deb6de20158">
                <a:extLst>
                  <a:ext uri="{FF2B5EF4-FFF2-40B4-BE49-F238E27FC236}">
                    <a16:creationId xmlns:a16="http://schemas.microsoft.com/office/drawing/2014/main" id="{8BFA67BF-F709-4F3B-AD51-B97942D570A4}"/>
                  </a:ext>
                </a:extLst>
              </p:cNvPr>
              <p:cNvSpPr/>
              <p:nvPr/>
            </p:nvSpPr>
            <p:spPr bwMode="auto">
              <a:xfrm>
                <a:off x="4133809" y="2413347"/>
                <a:ext cx="644961" cy="1378577"/>
              </a:xfrm>
              <a:custGeom>
                <a:avLst/>
                <a:gdLst>
                  <a:gd name="T0" fmla="*/ 665 w 763"/>
                  <a:gd name="T1" fmla="*/ 607 h 1634"/>
                  <a:gd name="T2" fmla="*/ 691 w 763"/>
                  <a:gd name="T3" fmla="*/ 567 h 1634"/>
                  <a:gd name="T4" fmla="*/ 502 w 763"/>
                  <a:gd name="T5" fmla="*/ 536 h 1634"/>
                  <a:gd name="T6" fmla="*/ 707 w 763"/>
                  <a:gd name="T7" fmla="*/ 538 h 1634"/>
                  <a:gd name="T8" fmla="*/ 713 w 763"/>
                  <a:gd name="T9" fmla="*/ 264 h 1634"/>
                  <a:gd name="T10" fmla="*/ 439 w 763"/>
                  <a:gd name="T11" fmla="*/ 407 h 1634"/>
                  <a:gd name="T12" fmla="*/ 692 w 763"/>
                  <a:gd name="T13" fmla="*/ 221 h 1634"/>
                  <a:gd name="T14" fmla="*/ 221 w 763"/>
                  <a:gd name="T15" fmla="*/ 95 h 1634"/>
                  <a:gd name="T16" fmla="*/ 95 w 763"/>
                  <a:gd name="T17" fmla="*/ 566 h 1634"/>
                  <a:gd name="T18" fmla="*/ 123 w 763"/>
                  <a:gd name="T19" fmla="*/ 607 h 1634"/>
                  <a:gd name="T20" fmla="*/ 83 w 763"/>
                  <a:gd name="T21" fmla="*/ 669 h 1634"/>
                  <a:gd name="T22" fmla="*/ 329 w 763"/>
                  <a:gd name="T23" fmla="*/ 797 h 1634"/>
                  <a:gd name="T24" fmla="*/ 67 w 763"/>
                  <a:gd name="T25" fmla="*/ 709 h 1634"/>
                  <a:gd name="T26" fmla="*/ 123 w 763"/>
                  <a:gd name="T27" fmla="*/ 1033 h 1634"/>
                  <a:gd name="T28" fmla="*/ 180 w 763"/>
                  <a:gd name="T29" fmla="*/ 1517 h 1634"/>
                  <a:gd name="T30" fmla="*/ 665 w 763"/>
                  <a:gd name="T31" fmla="*/ 1459 h 1634"/>
                  <a:gd name="T32" fmla="*/ 665 w 763"/>
                  <a:gd name="T33" fmla="*/ 1033 h 1634"/>
                  <a:gd name="T34" fmla="*/ 665 w 763"/>
                  <a:gd name="T35" fmla="*/ 606 h 1634"/>
                  <a:gd name="T36" fmla="*/ 665 w 763"/>
                  <a:gd name="T37" fmla="*/ 607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3" h="1634">
                    <a:moveTo>
                      <a:pt x="665" y="607"/>
                    </a:moveTo>
                    <a:cubicBezTo>
                      <a:pt x="674" y="594"/>
                      <a:pt x="683" y="581"/>
                      <a:pt x="691" y="567"/>
                    </a:cubicBezTo>
                    <a:cubicBezTo>
                      <a:pt x="502" y="536"/>
                      <a:pt x="502" y="536"/>
                      <a:pt x="502" y="536"/>
                    </a:cubicBezTo>
                    <a:cubicBezTo>
                      <a:pt x="707" y="538"/>
                      <a:pt x="707" y="538"/>
                      <a:pt x="707" y="538"/>
                    </a:cubicBezTo>
                    <a:cubicBezTo>
                      <a:pt x="746" y="451"/>
                      <a:pt x="749" y="352"/>
                      <a:pt x="713" y="264"/>
                    </a:cubicBezTo>
                    <a:cubicBezTo>
                      <a:pt x="439" y="407"/>
                      <a:pt x="439" y="407"/>
                      <a:pt x="439" y="407"/>
                    </a:cubicBezTo>
                    <a:cubicBezTo>
                      <a:pt x="692" y="221"/>
                      <a:pt x="692" y="221"/>
                      <a:pt x="692" y="221"/>
                    </a:cubicBezTo>
                    <a:cubicBezTo>
                      <a:pt x="597" y="56"/>
                      <a:pt x="386" y="0"/>
                      <a:pt x="221" y="95"/>
                    </a:cubicBezTo>
                    <a:cubicBezTo>
                      <a:pt x="56" y="190"/>
                      <a:pt x="0" y="401"/>
                      <a:pt x="95" y="566"/>
                    </a:cubicBezTo>
                    <a:cubicBezTo>
                      <a:pt x="103" y="580"/>
                      <a:pt x="113" y="594"/>
                      <a:pt x="123" y="607"/>
                    </a:cubicBezTo>
                    <a:cubicBezTo>
                      <a:pt x="107" y="626"/>
                      <a:pt x="94" y="647"/>
                      <a:pt x="83" y="669"/>
                    </a:cubicBezTo>
                    <a:cubicBezTo>
                      <a:pt x="329" y="797"/>
                      <a:pt x="329" y="797"/>
                      <a:pt x="329" y="797"/>
                    </a:cubicBezTo>
                    <a:cubicBezTo>
                      <a:pt x="67" y="709"/>
                      <a:pt x="67" y="709"/>
                      <a:pt x="67" y="709"/>
                    </a:cubicBezTo>
                    <a:cubicBezTo>
                      <a:pt x="30" y="819"/>
                      <a:pt x="51" y="941"/>
                      <a:pt x="123" y="1033"/>
                    </a:cubicBezTo>
                    <a:cubicBezTo>
                      <a:pt x="5" y="1182"/>
                      <a:pt x="31" y="1399"/>
                      <a:pt x="180" y="1517"/>
                    </a:cubicBezTo>
                    <a:cubicBezTo>
                      <a:pt x="330" y="1634"/>
                      <a:pt x="547" y="1608"/>
                      <a:pt x="665" y="1459"/>
                    </a:cubicBezTo>
                    <a:cubicBezTo>
                      <a:pt x="763" y="1334"/>
                      <a:pt x="763" y="1158"/>
                      <a:pt x="665" y="1033"/>
                    </a:cubicBezTo>
                    <a:cubicBezTo>
                      <a:pt x="763" y="908"/>
                      <a:pt x="763" y="731"/>
                      <a:pt x="665" y="606"/>
                    </a:cubicBezTo>
                    <a:cubicBezTo>
                      <a:pt x="665" y="607"/>
                      <a:pt x="665" y="607"/>
                      <a:pt x="665" y="607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6" name="ïS1ide" descr="e508cd7c-8ec1-4803-8a83-611d5a5fc856">
                <a:extLst>
                  <a:ext uri="{FF2B5EF4-FFF2-40B4-BE49-F238E27FC236}">
                    <a16:creationId xmlns:a16="http://schemas.microsoft.com/office/drawing/2014/main" id="{111893CB-D083-43A2-8F5D-9E4C90FFEE36}"/>
                  </a:ext>
                </a:extLst>
              </p:cNvPr>
              <p:cNvSpPr/>
              <p:nvPr/>
            </p:nvSpPr>
            <p:spPr bwMode="auto">
              <a:xfrm>
                <a:off x="4199192" y="3231184"/>
                <a:ext cx="213879" cy="519737"/>
              </a:xfrm>
              <a:custGeom>
                <a:avLst/>
                <a:gdLst>
                  <a:gd name="T0" fmla="*/ 0 w 252"/>
                  <a:gd name="T1" fmla="*/ 416 h 615"/>
                  <a:gd name="T2" fmla="*/ 0 w 252"/>
                  <a:gd name="T3" fmla="*/ 416 h 615"/>
                  <a:gd name="T4" fmla="*/ 102 w 252"/>
                  <a:gd name="T5" fmla="*/ 547 h 615"/>
                  <a:gd name="T6" fmla="*/ 252 w 252"/>
                  <a:gd name="T7" fmla="*/ 615 h 615"/>
                  <a:gd name="T8" fmla="*/ 252 w 252"/>
                  <a:gd name="T9" fmla="*/ 615 h 615"/>
                  <a:gd name="T10" fmla="*/ 102 w 252"/>
                  <a:gd name="T11" fmla="*/ 547 h 615"/>
                  <a:gd name="T12" fmla="*/ 0 w 252"/>
                  <a:gd name="T13" fmla="*/ 416 h 615"/>
                  <a:gd name="T14" fmla="*/ 5 w 252"/>
                  <a:gd name="T15" fmla="*/ 0 h 615"/>
                  <a:gd name="T16" fmla="*/ 5 w 252"/>
                  <a:gd name="T17" fmla="*/ 0 h 615"/>
                  <a:gd name="T18" fmla="*/ 45 w 252"/>
                  <a:gd name="T19" fmla="*/ 63 h 615"/>
                  <a:gd name="T20" fmla="*/ 45 w 252"/>
                  <a:gd name="T21" fmla="*/ 63 h 615"/>
                  <a:gd name="T22" fmla="*/ 5 w 252"/>
                  <a:gd name="T23" fmla="*/ 0 h 6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2" h="615">
                    <a:moveTo>
                      <a:pt x="0" y="416"/>
                    </a:moveTo>
                    <a:cubicBezTo>
                      <a:pt x="0" y="416"/>
                      <a:pt x="0" y="416"/>
                      <a:pt x="0" y="416"/>
                    </a:cubicBezTo>
                    <a:cubicBezTo>
                      <a:pt x="23" y="466"/>
                      <a:pt x="57" y="511"/>
                      <a:pt x="102" y="547"/>
                    </a:cubicBezTo>
                    <a:cubicBezTo>
                      <a:pt x="148" y="582"/>
                      <a:pt x="199" y="605"/>
                      <a:pt x="252" y="615"/>
                    </a:cubicBezTo>
                    <a:cubicBezTo>
                      <a:pt x="252" y="615"/>
                      <a:pt x="252" y="615"/>
                      <a:pt x="252" y="615"/>
                    </a:cubicBezTo>
                    <a:cubicBezTo>
                      <a:pt x="199" y="605"/>
                      <a:pt x="148" y="582"/>
                      <a:pt x="102" y="547"/>
                    </a:cubicBezTo>
                    <a:cubicBezTo>
                      <a:pt x="57" y="511"/>
                      <a:pt x="23" y="465"/>
                      <a:pt x="0" y="416"/>
                    </a:cubicBezTo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16" y="22"/>
                      <a:pt x="29" y="4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29" y="43"/>
                      <a:pt x="16" y="22"/>
                      <a:pt x="5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7" name="ïŝ1ïḑé" descr="346fd2cc-3ef5-4cb4-951e-877bc5c4abe3">
                <a:extLst>
                  <a:ext uri="{FF2B5EF4-FFF2-40B4-BE49-F238E27FC236}">
                    <a16:creationId xmlns:a16="http://schemas.microsoft.com/office/drawing/2014/main" id="{FC7C6816-3445-4F34-9F81-D52118243AB6}"/>
                  </a:ext>
                </a:extLst>
              </p:cNvPr>
              <p:cNvSpPr/>
              <p:nvPr/>
            </p:nvSpPr>
            <p:spPr bwMode="auto">
              <a:xfrm>
                <a:off x="4413071" y="3750921"/>
                <a:ext cx="101953" cy="3325"/>
              </a:xfrm>
              <a:custGeom>
                <a:avLst/>
                <a:gdLst>
                  <a:gd name="T0" fmla="*/ 121 w 121"/>
                  <a:gd name="T1" fmla="*/ 1 h 4"/>
                  <a:gd name="T2" fmla="*/ 105 w 121"/>
                  <a:gd name="T3" fmla="*/ 3 h 4"/>
                  <a:gd name="T4" fmla="*/ 105 w 121"/>
                  <a:gd name="T5" fmla="*/ 3 h 4"/>
                  <a:gd name="T6" fmla="*/ 121 w 121"/>
                  <a:gd name="T7" fmla="*/ 1 h 4"/>
                  <a:gd name="T8" fmla="*/ 121 w 121"/>
                  <a:gd name="T9" fmla="*/ 1 h 4"/>
                  <a:gd name="T10" fmla="*/ 0 w 121"/>
                  <a:gd name="T11" fmla="*/ 0 h 4"/>
                  <a:gd name="T12" fmla="*/ 0 w 121"/>
                  <a:gd name="T13" fmla="*/ 0 h 4"/>
                  <a:gd name="T14" fmla="*/ 26 w 121"/>
                  <a:gd name="T15" fmla="*/ 4 h 4"/>
                  <a:gd name="T16" fmla="*/ 26 w 121"/>
                  <a:gd name="T17" fmla="*/ 3 h 4"/>
                  <a:gd name="T18" fmla="*/ 0 w 121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1" h="4">
                    <a:moveTo>
                      <a:pt x="121" y="1"/>
                    </a:moveTo>
                    <a:cubicBezTo>
                      <a:pt x="116" y="1"/>
                      <a:pt x="111" y="2"/>
                      <a:pt x="105" y="3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10" y="2"/>
                      <a:pt x="116" y="2"/>
                      <a:pt x="121" y="1"/>
                    </a:cubicBezTo>
                    <a:cubicBezTo>
                      <a:pt x="121" y="1"/>
                      <a:pt x="121" y="1"/>
                      <a:pt x="121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8" y="1"/>
                      <a:pt x="17" y="3"/>
                      <a:pt x="26" y="4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17" y="2"/>
                      <a:pt x="8" y="1"/>
                      <a:pt x="0" y="0"/>
                    </a:cubicBezTo>
                  </a:path>
                </a:pathLst>
              </a:custGeom>
              <a:solidFill>
                <a:srgbClr val="39374D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8" name="íṡḻidê" descr="13721cfe-a864-43d9-8cc0-a6535dd6429e">
                <a:extLst>
                  <a:ext uri="{FF2B5EF4-FFF2-40B4-BE49-F238E27FC236}">
                    <a16:creationId xmlns:a16="http://schemas.microsoft.com/office/drawing/2014/main" id="{FAFBCD61-4D2A-42E4-AB55-8B5580DF1F1E}"/>
                  </a:ext>
                </a:extLst>
              </p:cNvPr>
              <p:cNvSpPr/>
              <p:nvPr/>
            </p:nvSpPr>
            <p:spPr bwMode="auto">
              <a:xfrm>
                <a:off x="4434126" y="3753137"/>
                <a:ext cx="67599" cy="2216"/>
              </a:xfrm>
              <a:custGeom>
                <a:avLst/>
                <a:gdLst>
                  <a:gd name="T0" fmla="*/ 79 w 79"/>
                  <a:gd name="T1" fmla="*/ 0 h 3"/>
                  <a:gd name="T2" fmla="*/ 37 w 79"/>
                  <a:gd name="T3" fmla="*/ 2 h 3"/>
                  <a:gd name="T4" fmla="*/ 0 w 79"/>
                  <a:gd name="T5" fmla="*/ 0 h 3"/>
                  <a:gd name="T6" fmla="*/ 0 w 79"/>
                  <a:gd name="T7" fmla="*/ 1 h 3"/>
                  <a:gd name="T8" fmla="*/ 37 w 79"/>
                  <a:gd name="T9" fmla="*/ 3 h 3"/>
                  <a:gd name="T10" fmla="*/ 79 w 79"/>
                  <a:gd name="T11" fmla="*/ 0 h 3"/>
                  <a:gd name="T12" fmla="*/ 79 w 79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3">
                    <a:moveTo>
                      <a:pt x="79" y="0"/>
                    </a:moveTo>
                    <a:cubicBezTo>
                      <a:pt x="65" y="2"/>
                      <a:pt x="51" y="2"/>
                      <a:pt x="37" y="2"/>
                    </a:cubicBezTo>
                    <a:cubicBezTo>
                      <a:pt x="25" y="2"/>
                      <a:pt x="12" y="2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12" y="2"/>
                      <a:pt x="25" y="3"/>
                      <a:pt x="37" y="3"/>
                    </a:cubicBezTo>
                    <a:cubicBezTo>
                      <a:pt x="51" y="3"/>
                      <a:pt x="65" y="2"/>
                      <a:pt x="79" y="0"/>
                    </a:cubicBezTo>
                    <a:cubicBezTo>
                      <a:pt x="79" y="0"/>
                      <a:pt x="79" y="0"/>
                      <a:pt x="79" y="0"/>
                    </a:cubicBezTo>
                  </a:path>
                </a:pathLst>
              </a:custGeom>
              <a:solidFill>
                <a:srgbClr val="39374D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69" name="îṧḻîdè" descr="9cd343c5-75ed-4af5-9a1a-48c3c773a172">
                <a:extLst>
                  <a:ext uri="{FF2B5EF4-FFF2-40B4-BE49-F238E27FC236}">
                    <a16:creationId xmlns:a16="http://schemas.microsoft.com/office/drawing/2014/main" id="{1BBE7D7C-AA45-42A8-B1C0-5516433320E9}"/>
                  </a:ext>
                </a:extLst>
              </p:cNvPr>
              <p:cNvSpPr/>
              <p:nvPr/>
            </p:nvSpPr>
            <p:spPr bwMode="auto">
              <a:xfrm>
                <a:off x="4174812" y="3100419"/>
                <a:ext cx="340212" cy="654935"/>
              </a:xfrm>
              <a:custGeom>
                <a:avLst/>
                <a:gdLst>
                  <a:gd name="T0" fmla="*/ 24 w 402"/>
                  <a:gd name="T1" fmla="*/ 0 h 775"/>
                  <a:gd name="T2" fmla="*/ 39 w 402"/>
                  <a:gd name="T3" fmla="*/ 100 h 775"/>
                  <a:gd name="T4" fmla="*/ 34 w 402"/>
                  <a:gd name="T5" fmla="*/ 155 h 775"/>
                  <a:gd name="T6" fmla="*/ 74 w 402"/>
                  <a:gd name="T7" fmla="*/ 218 h 775"/>
                  <a:gd name="T8" fmla="*/ 74 w 402"/>
                  <a:gd name="T9" fmla="*/ 218 h 775"/>
                  <a:gd name="T10" fmla="*/ 74 w 402"/>
                  <a:gd name="T11" fmla="*/ 218 h 775"/>
                  <a:gd name="T12" fmla="*/ 8 w 402"/>
                  <a:gd name="T13" fmla="*/ 355 h 775"/>
                  <a:gd name="T14" fmla="*/ 29 w 402"/>
                  <a:gd name="T15" fmla="*/ 571 h 775"/>
                  <a:gd name="T16" fmla="*/ 131 w 402"/>
                  <a:gd name="T17" fmla="*/ 702 h 775"/>
                  <a:gd name="T18" fmla="*/ 281 w 402"/>
                  <a:gd name="T19" fmla="*/ 770 h 775"/>
                  <a:gd name="T20" fmla="*/ 307 w 402"/>
                  <a:gd name="T21" fmla="*/ 773 h 775"/>
                  <a:gd name="T22" fmla="*/ 344 w 402"/>
                  <a:gd name="T23" fmla="*/ 775 h 775"/>
                  <a:gd name="T24" fmla="*/ 386 w 402"/>
                  <a:gd name="T25" fmla="*/ 773 h 775"/>
                  <a:gd name="T26" fmla="*/ 402 w 402"/>
                  <a:gd name="T27" fmla="*/ 771 h 775"/>
                  <a:gd name="T28" fmla="*/ 335 w 402"/>
                  <a:gd name="T29" fmla="*/ 708 h 775"/>
                  <a:gd name="T30" fmla="*/ 271 w 402"/>
                  <a:gd name="T31" fmla="*/ 522 h 775"/>
                  <a:gd name="T32" fmla="*/ 335 w 402"/>
                  <a:gd name="T33" fmla="*/ 337 h 775"/>
                  <a:gd name="T34" fmla="*/ 285 w 402"/>
                  <a:gd name="T35" fmla="*/ 62 h 775"/>
                  <a:gd name="T36" fmla="*/ 24 w 402"/>
                  <a:gd name="T37" fmla="*/ 0 h 775"/>
                  <a:gd name="T38" fmla="*/ 14 w 402"/>
                  <a:gd name="T39" fmla="*/ 0 h 775"/>
                  <a:gd name="T40" fmla="*/ 0 w 402"/>
                  <a:gd name="T41" fmla="*/ 4 h 775"/>
                  <a:gd name="T42" fmla="*/ 14 w 402"/>
                  <a:gd name="T43" fmla="*/ 0 h 7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02" h="775">
                    <a:moveTo>
                      <a:pt x="24" y="0"/>
                    </a:moveTo>
                    <a:cubicBezTo>
                      <a:pt x="34" y="33"/>
                      <a:pt x="40" y="67"/>
                      <a:pt x="39" y="100"/>
                    </a:cubicBezTo>
                    <a:cubicBezTo>
                      <a:pt x="39" y="119"/>
                      <a:pt x="38" y="137"/>
                      <a:pt x="34" y="155"/>
                    </a:cubicBezTo>
                    <a:cubicBezTo>
                      <a:pt x="45" y="177"/>
                      <a:pt x="58" y="198"/>
                      <a:pt x="74" y="218"/>
                    </a:cubicBezTo>
                    <a:cubicBezTo>
                      <a:pt x="74" y="218"/>
                      <a:pt x="74" y="218"/>
                      <a:pt x="74" y="218"/>
                    </a:cubicBezTo>
                    <a:cubicBezTo>
                      <a:pt x="74" y="218"/>
                      <a:pt x="74" y="218"/>
                      <a:pt x="74" y="218"/>
                    </a:cubicBezTo>
                    <a:cubicBezTo>
                      <a:pt x="41" y="259"/>
                      <a:pt x="19" y="306"/>
                      <a:pt x="8" y="355"/>
                    </a:cubicBezTo>
                    <a:cubicBezTo>
                      <a:pt x="41" y="423"/>
                      <a:pt x="48" y="500"/>
                      <a:pt x="29" y="571"/>
                    </a:cubicBezTo>
                    <a:cubicBezTo>
                      <a:pt x="52" y="620"/>
                      <a:pt x="86" y="666"/>
                      <a:pt x="131" y="702"/>
                    </a:cubicBezTo>
                    <a:cubicBezTo>
                      <a:pt x="177" y="737"/>
                      <a:pt x="228" y="760"/>
                      <a:pt x="281" y="770"/>
                    </a:cubicBezTo>
                    <a:cubicBezTo>
                      <a:pt x="289" y="771"/>
                      <a:pt x="298" y="772"/>
                      <a:pt x="307" y="773"/>
                    </a:cubicBezTo>
                    <a:cubicBezTo>
                      <a:pt x="319" y="775"/>
                      <a:pt x="332" y="775"/>
                      <a:pt x="344" y="775"/>
                    </a:cubicBezTo>
                    <a:cubicBezTo>
                      <a:pt x="358" y="775"/>
                      <a:pt x="372" y="775"/>
                      <a:pt x="386" y="773"/>
                    </a:cubicBezTo>
                    <a:cubicBezTo>
                      <a:pt x="392" y="772"/>
                      <a:pt x="397" y="771"/>
                      <a:pt x="402" y="771"/>
                    </a:cubicBezTo>
                    <a:cubicBezTo>
                      <a:pt x="377" y="754"/>
                      <a:pt x="355" y="733"/>
                      <a:pt x="335" y="708"/>
                    </a:cubicBezTo>
                    <a:cubicBezTo>
                      <a:pt x="293" y="654"/>
                      <a:pt x="271" y="588"/>
                      <a:pt x="271" y="522"/>
                    </a:cubicBezTo>
                    <a:cubicBezTo>
                      <a:pt x="271" y="457"/>
                      <a:pt x="293" y="391"/>
                      <a:pt x="335" y="337"/>
                    </a:cubicBezTo>
                    <a:cubicBezTo>
                      <a:pt x="273" y="257"/>
                      <a:pt x="256" y="154"/>
                      <a:pt x="285" y="62"/>
                    </a:cubicBezTo>
                    <a:cubicBezTo>
                      <a:pt x="175" y="29"/>
                      <a:pt x="69" y="3"/>
                      <a:pt x="24" y="0"/>
                    </a:cubicBezTo>
                    <a:moveTo>
                      <a:pt x="14" y="0"/>
                    </a:moveTo>
                    <a:cubicBezTo>
                      <a:pt x="5" y="0"/>
                      <a:pt x="0" y="1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3B77DB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0" name="ïşḷîḋe" descr="eccf2ae6-878e-4016-87e5-c8c662b2d22f">
                <a:extLst>
                  <a:ext uri="{FF2B5EF4-FFF2-40B4-BE49-F238E27FC236}">
                    <a16:creationId xmlns:a16="http://schemas.microsoft.com/office/drawing/2014/main" id="{775D90AE-6016-4C66-89D3-FD54FE40C3C9}"/>
                  </a:ext>
                </a:extLst>
              </p:cNvPr>
              <p:cNvSpPr/>
              <p:nvPr/>
            </p:nvSpPr>
            <p:spPr bwMode="auto">
              <a:xfrm>
                <a:off x="2323043" y="4093349"/>
                <a:ext cx="121900" cy="159578"/>
              </a:xfrm>
              <a:prstGeom prst="ellipse">
                <a:avLst/>
              </a:pr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1" name="îşḻíḋé" descr="c13852d6-4c55-46f7-9efd-1496e852b19c">
                <a:extLst>
                  <a:ext uri="{FF2B5EF4-FFF2-40B4-BE49-F238E27FC236}">
                    <a16:creationId xmlns:a16="http://schemas.microsoft.com/office/drawing/2014/main" id="{52602FCC-C591-4D2B-BB34-6B40C091F34B}"/>
                  </a:ext>
                </a:extLst>
              </p:cNvPr>
              <p:cNvSpPr/>
              <p:nvPr/>
            </p:nvSpPr>
            <p:spPr bwMode="auto">
              <a:xfrm>
                <a:off x="2318611" y="3704378"/>
                <a:ext cx="130765" cy="451030"/>
              </a:xfrm>
              <a:custGeom>
                <a:avLst/>
                <a:gdLst>
                  <a:gd name="T0" fmla="*/ 134 w 154"/>
                  <a:gd name="T1" fmla="*/ 152 h 534"/>
                  <a:gd name="T2" fmla="*/ 149 w 154"/>
                  <a:gd name="T3" fmla="*/ 95 h 534"/>
                  <a:gd name="T4" fmla="*/ 77 w 154"/>
                  <a:gd name="T5" fmla="*/ 0 h 534"/>
                  <a:gd name="T6" fmla="*/ 5 w 154"/>
                  <a:gd name="T7" fmla="*/ 95 h 534"/>
                  <a:gd name="T8" fmla="*/ 20 w 154"/>
                  <a:gd name="T9" fmla="*/ 152 h 534"/>
                  <a:gd name="T10" fmla="*/ 20 w 154"/>
                  <a:gd name="T11" fmla="*/ 267 h 534"/>
                  <a:gd name="T12" fmla="*/ 20 w 154"/>
                  <a:gd name="T13" fmla="*/ 383 h 534"/>
                  <a:gd name="T14" fmla="*/ 5 w 154"/>
                  <a:gd name="T15" fmla="*/ 440 h 534"/>
                  <a:gd name="T16" fmla="*/ 77 w 154"/>
                  <a:gd name="T17" fmla="*/ 534 h 534"/>
                  <a:gd name="T18" fmla="*/ 149 w 154"/>
                  <a:gd name="T19" fmla="*/ 440 h 534"/>
                  <a:gd name="T20" fmla="*/ 134 w 154"/>
                  <a:gd name="T21" fmla="*/ 383 h 534"/>
                  <a:gd name="T22" fmla="*/ 134 w 154"/>
                  <a:gd name="T23" fmla="*/ 267 h 534"/>
                  <a:gd name="T24" fmla="*/ 134 w 154"/>
                  <a:gd name="T25" fmla="*/ 152 h 534"/>
                  <a:gd name="T26" fmla="*/ 134 w 154"/>
                  <a:gd name="T27" fmla="*/ 15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4" h="534">
                    <a:moveTo>
                      <a:pt x="134" y="152"/>
                    </a:moveTo>
                    <a:cubicBezTo>
                      <a:pt x="144" y="135"/>
                      <a:pt x="149" y="115"/>
                      <a:pt x="149" y="95"/>
                    </a:cubicBezTo>
                    <a:cubicBezTo>
                      <a:pt x="149" y="43"/>
                      <a:pt x="117" y="0"/>
                      <a:pt x="77" y="0"/>
                    </a:cubicBezTo>
                    <a:cubicBezTo>
                      <a:pt x="37" y="0"/>
                      <a:pt x="5" y="43"/>
                      <a:pt x="5" y="95"/>
                    </a:cubicBezTo>
                    <a:cubicBezTo>
                      <a:pt x="5" y="115"/>
                      <a:pt x="10" y="135"/>
                      <a:pt x="20" y="152"/>
                    </a:cubicBezTo>
                    <a:cubicBezTo>
                      <a:pt x="0" y="188"/>
                      <a:pt x="0" y="232"/>
                      <a:pt x="20" y="267"/>
                    </a:cubicBezTo>
                    <a:cubicBezTo>
                      <a:pt x="0" y="303"/>
                      <a:pt x="0" y="347"/>
                      <a:pt x="20" y="383"/>
                    </a:cubicBezTo>
                    <a:cubicBezTo>
                      <a:pt x="10" y="400"/>
                      <a:pt x="5" y="420"/>
                      <a:pt x="5" y="440"/>
                    </a:cubicBezTo>
                    <a:cubicBezTo>
                      <a:pt x="5" y="492"/>
                      <a:pt x="37" y="534"/>
                      <a:pt x="77" y="534"/>
                    </a:cubicBezTo>
                    <a:cubicBezTo>
                      <a:pt x="117" y="534"/>
                      <a:pt x="149" y="492"/>
                      <a:pt x="149" y="440"/>
                    </a:cubicBezTo>
                    <a:cubicBezTo>
                      <a:pt x="149" y="420"/>
                      <a:pt x="144" y="400"/>
                      <a:pt x="134" y="383"/>
                    </a:cubicBezTo>
                    <a:cubicBezTo>
                      <a:pt x="154" y="347"/>
                      <a:pt x="154" y="303"/>
                      <a:pt x="134" y="267"/>
                    </a:cubicBezTo>
                    <a:cubicBezTo>
                      <a:pt x="154" y="232"/>
                      <a:pt x="154" y="188"/>
                      <a:pt x="134" y="152"/>
                    </a:cubicBezTo>
                    <a:cubicBezTo>
                      <a:pt x="134" y="152"/>
                      <a:pt x="134" y="152"/>
                      <a:pt x="134" y="152"/>
                    </a:cubicBezTo>
                  </a:path>
                </a:pathLst>
              </a:cu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2" name="iŝļídê" descr="dd0ad026-4a06-4130-9c97-9bfd44a6cc23">
                <a:extLst>
                  <a:ext uri="{FF2B5EF4-FFF2-40B4-BE49-F238E27FC236}">
                    <a16:creationId xmlns:a16="http://schemas.microsoft.com/office/drawing/2014/main" id="{1FC48BE3-B031-48E5-88F3-EE83A003AC71}"/>
                  </a:ext>
                </a:extLst>
              </p:cNvPr>
              <p:cNvSpPr/>
              <p:nvPr/>
            </p:nvSpPr>
            <p:spPr bwMode="auto">
              <a:xfrm>
                <a:off x="2323043" y="3606858"/>
                <a:ext cx="121900" cy="159578"/>
              </a:xfrm>
              <a:prstGeom prst="ellipse">
                <a:avLst/>
              </a:pr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3" name="ïṧliḍe" descr="68b499b5-17f1-4933-adb8-067aece42823">
                <a:extLst>
                  <a:ext uri="{FF2B5EF4-FFF2-40B4-BE49-F238E27FC236}">
                    <a16:creationId xmlns:a16="http://schemas.microsoft.com/office/drawing/2014/main" id="{068C9CF1-54D9-4708-B038-88EAC8892754}"/>
                  </a:ext>
                </a:extLst>
              </p:cNvPr>
              <p:cNvSpPr/>
              <p:nvPr/>
            </p:nvSpPr>
            <p:spPr bwMode="auto">
              <a:xfrm>
                <a:off x="2323043" y="3510446"/>
                <a:ext cx="121900" cy="159578"/>
              </a:xfrm>
              <a:prstGeom prst="ellipse">
                <a:avLst/>
              </a:pr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4" name="íSľíḋe" descr="0348d8e8-644b-4dae-843c-538a5cb8aa99">
                <a:extLst>
                  <a:ext uri="{FF2B5EF4-FFF2-40B4-BE49-F238E27FC236}">
                    <a16:creationId xmlns:a16="http://schemas.microsoft.com/office/drawing/2014/main" id="{AE04A6C3-B7B2-466A-9F43-DDD99EEBB448}"/>
                  </a:ext>
                </a:extLst>
              </p:cNvPr>
              <p:cNvSpPr/>
              <p:nvPr/>
            </p:nvSpPr>
            <p:spPr bwMode="auto">
              <a:xfrm>
                <a:off x="2072595" y="2413347"/>
                <a:ext cx="644961" cy="1378577"/>
              </a:xfrm>
              <a:custGeom>
                <a:avLst/>
                <a:gdLst>
                  <a:gd name="T0" fmla="*/ 98 w 763"/>
                  <a:gd name="T1" fmla="*/ 607 h 1634"/>
                  <a:gd name="T2" fmla="*/ 72 w 763"/>
                  <a:gd name="T3" fmla="*/ 567 h 1634"/>
                  <a:gd name="T4" fmla="*/ 261 w 763"/>
                  <a:gd name="T5" fmla="*/ 536 h 1634"/>
                  <a:gd name="T6" fmla="*/ 56 w 763"/>
                  <a:gd name="T7" fmla="*/ 538 h 1634"/>
                  <a:gd name="T8" fmla="*/ 50 w 763"/>
                  <a:gd name="T9" fmla="*/ 264 h 1634"/>
                  <a:gd name="T10" fmla="*/ 324 w 763"/>
                  <a:gd name="T11" fmla="*/ 407 h 1634"/>
                  <a:gd name="T12" fmla="*/ 71 w 763"/>
                  <a:gd name="T13" fmla="*/ 221 h 1634"/>
                  <a:gd name="T14" fmla="*/ 542 w 763"/>
                  <a:gd name="T15" fmla="*/ 95 h 1634"/>
                  <a:gd name="T16" fmla="*/ 668 w 763"/>
                  <a:gd name="T17" fmla="*/ 566 h 1634"/>
                  <a:gd name="T18" fmla="*/ 640 w 763"/>
                  <a:gd name="T19" fmla="*/ 607 h 1634"/>
                  <a:gd name="T20" fmla="*/ 680 w 763"/>
                  <a:gd name="T21" fmla="*/ 669 h 1634"/>
                  <a:gd name="T22" fmla="*/ 434 w 763"/>
                  <a:gd name="T23" fmla="*/ 797 h 1634"/>
                  <a:gd name="T24" fmla="*/ 696 w 763"/>
                  <a:gd name="T25" fmla="*/ 709 h 1634"/>
                  <a:gd name="T26" fmla="*/ 640 w 763"/>
                  <a:gd name="T27" fmla="*/ 1033 h 1634"/>
                  <a:gd name="T28" fmla="*/ 583 w 763"/>
                  <a:gd name="T29" fmla="*/ 1517 h 1634"/>
                  <a:gd name="T30" fmla="*/ 98 w 763"/>
                  <a:gd name="T31" fmla="*/ 1459 h 1634"/>
                  <a:gd name="T32" fmla="*/ 98 w 763"/>
                  <a:gd name="T33" fmla="*/ 1033 h 1634"/>
                  <a:gd name="T34" fmla="*/ 98 w 763"/>
                  <a:gd name="T35" fmla="*/ 606 h 1634"/>
                  <a:gd name="T36" fmla="*/ 98 w 763"/>
                  <a:gd name="T37" fmla="*/ 607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3" h="1634">
                    <a:moveTo>
                      <a:pt x="98" y="607"/>
                    </a:moveTo>
                    <a:cubicBezTo>
                      <a:pt x="89" y="594"/>
                      <a:pt x="80" y="581"/>
                      <a:pt x="72" y="567"/>
                    </a:cubicBezTo>
                    <a:cubicBezTo>
                      <a:pt x="261" y="536"/>
                      <a:pt x="261" y="536"/>
                      <a:pt x="261" y="536"/>
                    </a:cubicBezTo>
                    <a:cubicBezTo>
                      <a:pt x="56" y="538"/>
                      <a:pt x="56" y="538"/>
                      <a:pt x="56" y="538"/>
                    </a:cubicBezTo>
                    <a:cubicBezTo>
                      <a:pt x="17" y="451"/>
                      <a:pt x="14" y="352"/>
                      <a:pt x="50" y="264"/>
                    </a:cubicBezTo>
                    <a:cubicBezTo>
                      <a:pt x="324" y="407"/>
                      <a:pt x="324" y="407"/>
                      <a:pt x="324" y="407"/>
                    </a:cubicBezTo>
                    <a:cubicBezTo>
                      <a:pt x="71" y="221"/>
                      <a:pt x="71" y="221"/>
                      <a:pt x="71" y="221"/>
                    </a:cubicBezTo>
                    <a:cubicBezTo>
                      <a:pt x="166" y="56"/>
                      <a:pt x="377" y="0"/>
                      <a:pt x="542" y="95"/>
                    </a:cubicBezTo>
                    <a:cubicBezTo>
                      <a:pt x="707" y="190"/>
                      <a:pt x="763" y="401"/>
                      <a:pt x="668" y="566"/>
                    </a:cubicBezTo>
                    <a:cubicBezTo>
                      <a:pt x="660" y="580"/>
                      <a:pt x="650" y="594"/>
                      <a:pt x="640" y="607"/>
                    </a:cubicBezTo>
                    <a:cubicBezTo>
                      <a:pt x="656" y="626"/>
                      <a:pt x="669" y="647"/>
                      <a:pt x="680" y="669"/>
                    </a:cubicBezTo>
                    <a:cubicBezTo>
                      <a:pt x="434" y="797"/>
                      <a:pt x="434" y="797"/>
                      <a:pt x="434" y="797"/>
                    </a:cubicBezTo>
                    <a:cubicBezTo>
                      <a:pt x="696" y="709"/>
                      <a:pt x="696" y="709"/>
                      <a:pt x="696" y="709"/>
                    </a:cubicBezTo>
                    <a:cubicBezTo>
                      <a:pt x="733" y="819"/>
                      <a:pt x="712" y="941"/>
                      <a:pt x="640" y="1033"/>
                    </a:cubicBezTo>
                    <a:cubicBezTo>
                      <a:pt x="758" y="1182"/>
                      <a:pt x="732" y="1399"/>
                      <a:pt x="583" y="1517"/>
                    </a:cubicBezTo>
                    <a:cubicBezTo>
                      <a:pt x="433" y="1634"/>
                      <a:pt x="216" y="1608"/>
                      <a:pt x="98" y="1459"/>
                    </a:cubicBezTo>
                    <a:cubicBezTo>
                      <a:pt x="0" y="1334"/>
                      <a:pt x="0" y="1158"/>
                      <a:pt x="98" y="1033"/>
                    </a:cubicBezTo>
                    <a:cubicBezTo>
                      <a:pt x="0" y="908"/>
                      <a:pt x="0" y="731"/>
                      <a:pt x="98" y="606"/>
                    </a:cubicBezTo>
                    <a:cubicBezTo>
                      <a:pt x="98" y="607"/>
                      <a:pt x="98" y="607"/>
                      <a:pt x="98" y="607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5" name="íṥḷïḑe" descr="a011dab6-a42e-4c0c-b32a-473ec4c7c293">
                <a:extLst>
                  <a:ext uri="{FF2B5EF4-FFF2-40B4-BE49-F238E27FC236}">
                    <a16:creationId xmlns:a16="http://schemas.microsoft.com/office/drawing/2014/main" id="{81B993EA-FEF6-4F0B-8FF5-C1E5C6AD22A8}"/>
                  </a:ext>
                </a:extLst>
              </p:cNvPr>
              <p:cNvSpPr/>
              <p:nvPr/>
            </p:nvSpPr>
            <p:spPr bwMode="auto">
              <a:xfrm>
                <a:off x="2093650" y="3195722"/>
                <a:ext cx="568497" cy="555199"/>
              </a:xfrm>
              <a:custGeom>
                <a:avLst/>
                <a:gdLst>
                  <a:gd name="T0" fmla="*/ 496 w 672"/>
                  <a:gd name="T1" fmla="*/ 627 h 657"/>
                  <a:gd name="T2" fmla="*/ 408 w 672"/>
                  <a:gd name="T3" fmla="*/ 657 h 657"/>
                  <a:gd name="T4" fmla="*/ 408 w 672"/>
                  <a:gd name="T5" fmla="*/ 657 h 657"/>
                  <a:gd name="T6" fmla="*/ 496 w 672"/>
                  <a:gd name="T7" fmla="*/ 628 h 657"/>
                  <a:gd name="T8" fmla="*/ 496 w 672"/>
                  <a:gd name="T9" fmla="*/ 627 h 657"/>
                  <a:gd name="T10" fmla="*/ 0 w 672"/>
                  <a:gd name="T11" fmla="*/ 318 h 657"/>
                  <a:gd name="T12" fmla="*/ 73 w 672"/>
                  <a:gd name="T13" fmla="*/ 531 h 657"/>
                  <a:gd name="T14" fmla="*/ 278 w 672"/>
                  <a:gd name="T15" fmla="*/ 656 h 657"/>
                  <a:gd name="T16" fmla="*/ 278 w 672"/>
                  <a:gd name="T17" fmla="*/ 656 h 657"/>
                  <a:gd name="T18" fmla="*/ 73 w 672"/>
                  <a:gd name="T19" fmla="*/ 531 h 657"/>
                  <a:gd name="T20" fmla="*/ 0 w 672"/>
                  <a:gd name="T21" fmla="*/ 318 h 657"/>
                  <a:gd name="T22" fmla="*/ 73 w 672"/>
                  <a:gd name="T23" fmla="*/ 103 h 657"/>
                  <a:gd name="T24" fmla="*/ 73 w 672"/>
                  <a:gd name="T25" fmla="*/ 105 h 657"/>
                  <a:gd name="T26" fmla="*/ 73 w 672"/>
                  <a:gd name="T27" fmla="*/ 105 h 657"/>
                  <a:gd name="T28" fmla="*/ 73 w 672"/>
                  <a:gd name="T29" fmla="*/ 103 h 657"/>
                  <a:gd name="T30" fmla="*/ 671 w 672"/>
                  <a:gd name="T31" fmla="*/ 0 h 657"/>
                  <a:gd name="T32" fmla="*/ 671 w 672"/>
                  <a:gd name="T33" fmla="*/ 1 h 657"/>
                  <a:gd name="T34" fmla="*/ 671 w 672"/>
                  <a:gd name="T35" fmla="*/ 1 h 657"/>
                  <a:gd name="T36" fmla="*/ 672 w 672"/>
                  <a:gd name="T37" fmla="*/ 1 h 657"/>
                  <a:gd name="T38" fmla="*/ 671 w 672"/>
                  <a:gd name="T39" fmla="*/ 0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72" h="657">
                    <a:moveTo>
                      <a:pt x="496" y="627"/>
                    </a:moveTo>
                    <a:cubicBezTo>
                      <a:pt x="468" y="641"/>
                      <a:pt x="438" y="651"/>
                      <a:pt x="408" y="657"/>
                    </a:cubicBezTo>
                    <a:cubicBezTo>
                      <a:pt x="408" y="657"/>
                      <a:pt x="408" y="657"/>
                      <a:pt x="408" y="657"/>
                    </a:cubicBezTo>
                    <a:cubicBezTo>
                      <a:pt x="438" y="651"/>
                      <a:pt x="468" y="641"/>
                      <a:pt x="496" y="628"/>
                    </a:cubicBezTo>
                    <a:cubicBezTo>
                      <a:pt x="496" y="627"/>
                      <a:pt x="496" y="627"/>
                      <a:pt x="496" y="627"/>
                    </a:cubicBezTo>
                    <a:moveTo>
                      <a:pt x="0" y="318"/>
                    </a:moveTo>
                    <a:cubicBezTo>
                      <a:pt x="0" y="393"/>
                      <a:pt x="24" y="468"/>
                      <a:pt x="73" y="531"/>
                    </a:cubicBezTo>
                    <a:cubicBezTo>
                      <a:pt x="127" y="598"/>
                      <a:pt x="200" y="641"/>
                      <a:pt x="278" y="656"/>
                    </a:cubicBezTo>
                    <a:cubicBezTo>
                      <a:pt x="278" y="656"/>
                      <a:pt x="278" y="656"/>
                      <a:pt x="278" y="656"/>
                    </a:cubicBezTo>
                    <a:cubicBezTo>
                      <a:pt x="200" y="641"/>
                      <a:pt x="127" y="598"/>
                      <a:pt x="73" y="531"/>
                    </a:cubicBezTo>
                    <a:cubicBezTo>
                      <a:pt x="24" y="468"/>
                      <a:pt x="0" y="393"/>
                      <a:pt x="0" y="318"/>
                    </a:cubicBezTo>
                    <a:moveTo>
                      <a:pt x="73" y="103"/>
                    </a:moveTo>
                    <a:cubicBezTo>
                      <a:pt x="73" y="104"/>
                      <a:pt x="73" y="104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3" y="104"/>
                      <a:pt x="73" y="104"/>
                      <a:pt x="73" y="103"/>
                    </a:cubicBezTo>
                    <a:moveTo>
                      <a:pt x="671" y="0"/>
                    </a:moveTo>
                    <a:cubicBezTo>
                      <a:pt x="671" y="1"/>
                      <a:pt x="671" y="1"/>
                      <a:pt x="671" y="1"/>
                    </a:cubicBezTo>
                    <a:cubicBezTo>
                      <a:pt x="671" y="1"/>
                      <a:pt x="671" y="1"/>
                      <a:pt x="671" y="1"/>
                    </a:cubicBezTo>
                    <a:cubicBezTo>
                      <a:pt x="671" y="1"/>
                      <a:pt x="672" y="1"/>
                      <a:pt x="672" y="1"/>
                    </a:cubicBezTo>
                    <a:cubicBezTo>
                      <a:pt x="671" y="0"/>
                      <a:pt x="671" y="0"/>
                      <a:pt x="671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6" name="îṡļiḍê" descr="c47dffff-79a6-4e71-bde1-0b028a3f5676">
                <a:extLst>
                  <a:ext uri="{FF2B5EF4-FFF2-40B4-BE49-F238E27FC236}">
                    <a16:creationId xmlns:a16="http://schemas.microsoft.com/office/drawing/2014/main" id="{8E056526-4AD9-497E-B8C6-FE71494C1A06}"/>
                  </a:ext>
                </a:extLst>
              </p:cNvPr>
              <p:cNvSpPr/>
              <p:nvPr/>
            </p:nvSpPr>
            <p:spPr bwMode="auto">
              <a:xfrm>
                <a:off x="2328585" y="3749813"/>
                <a:ext cx="109710" cy="4433"/>
              </a:xfrm>
              <a:custGeom>
                <a:avLst/>
                <a:gdLst>
                  <a:gd name="T0" fmla="*/ 130 w 130"/>
                  <a:gd name="T1" fmla="*/ 1 h 5"/>
                  <a:gd name="T2" fmla="*/ 104 w 130"/>
                  <a:gd name="T3" fmla="*/ 4 h 5"/>
                  <a:gd name="T4" fmla="*/ 104 w 130"/>
                  <a:gd name="T5" fmla="*/ 5 h 5"/>
                  <a:gd name="T6" fmla="*/ 130 w 130"/>
                  <a:gd name="T7" fmla="*/ 1 h 5"/>
                  <a:gd name="T8" fmla="*/ 130 w 130"/>
                  <a:gd name="T9" fmla="*/ 1 h 5"/>
                  <a:gd name="T10" fmla="*/ 0 w 130"/>
                  <a:gd name="T11" fmla="*/ 0 h 5"/>
                  <a:gd name="T12" fmla="*/ 0 w 130"/>
                  <a:gd name="T13" fmla="*/ 0 h 5"/>
                  <a:gd name="T14" fmla="*/ 25 w 130"/>
                  <a:gd name="T15" fmla="*/ 4 h 5"/>
                  <a:gd name="T16" fmla="*/ 25 w 130"/>
                  <a:gd name="T17" fmla="*/ 4 h 5"/>
                  <a:gd name="T18" fmla="*/ 0 w 130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0" h="5">
                    <a:moveTo>
                      <a:pt x="130" y="1"/>
                    </a:moveTo>
                    <a:cubicBezTo>
                      <a:pt x="121" y="2"/>
                      <a:pt x="113" y="3"/>
                      <a:pt x="104" y="4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13" y="4"/>
                      <a:pt x="121" y="2"/>
                      <a:pt x="130" y="1"/>
                    </a:cubicBezTo>
                    <a:cubicBezTo>
                      <a:pt x="130" y="1"/>
                      <a:pt x="130" y="1"/>
                      <a:pt x="13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8" y="2"/>
                      <a:pt x="17" y="3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16" y="3"/>
                      <a:pt x="8" y="2"/>
                      <a:pt x="0" y="0"/>
                    </a:cubicBezTo>
                  </a:path>
                </a:pathLst>
              </a:custGeom>
              <a:solidFill>
                <a:srgbClr val="39374D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7" name="ïśḷïḍé" descr="428123fe-4a47-4bc4-97bf-09a474a07164">
                <a:extLst>
                  <a:ext uri="{FF2B5EF4-FFF2-40B4-BE49-F238E27FC236}">
                    <a16:creationId xmlns:a16="http://schemas.microsoft.com/office/drawing/2014/main" id="{C11A67A1-6E7B-40F2-8E8A-9CEF5F0650A9}"/>
                  </a:ext>
                </a:extLst>
              </p:cNvPr>
              <p:cNvSpPr/>
              <p:nvPr/>
            </p:nvSpPr>
            <p:spPr bwMode="auto">
              <a:xfrm>
                <a:off x="2349640" y="3753137"/>
                <a:ext cx="67599" cy="2216"/>
              </a:xfrm>
              <a:custGeom>
                <a:avLst/>
                <a:gdLst>
                  <a:gd name="T0" fmla="*/ 0 w 79"/>
                  <a:gd name="T1" fmla="*/ 0 h 3"/>
                  <a:gd name="T2" fmla="*/ 0 w 79"/>
                  <a:gd name="T3" fmla="*/ 0 h 3"/>
                  <a:gd name="T4" fmla="*/ 42 w 79"/>
                  <a:gd name="T5" fmla="*/ 3 h 3"/>
                  <a:gd name="T6" fmla="*/ 79 w 79"/>
                  <a:gd name="T7" fmla="*/ 1 h 3"/>
                  <a:gd name="T8" fmla="*/ 79 w 79"/>
                  <a:gd name="T9" fmla="*/ 0 h 3"/>
                  <a:gd name="T10" fmla="*/ 42 w 79"/>
                  <a:gd name="T11" fmla="*/ 2 h 3"/>
                  <a:gd name="T12" fmla="*/ 0 w 79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4" y="2"/>
                      <a:pt x="28" y="3"/>
                      <a:pt x="42" y="3"/>
                    </a:cubicBezTo>
                    <a:cubicBezTo>
                      <a:pt x="54" y="3"/>
                      <a:pt x="67" y="2"/>
                      <a:pt x="79" y="1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67" y="2"/>
                      <a:pt x="54" y="2"/>
                      <a:pt x="42" y="2"/>
                    </a:cubicBezTo>
                    <a:cubicBezTo>
                      <a:pt x="28" y="2"/>
                      <a:pt x="14" y="2"/>
                      <a:pt x="0" y="0"/>
                    </a:cubicBezTo>
                  </a:path>
                </a:pathLst>
              </a:custGeom>
              <a:solidFill>
                <a:srgbClr val="39374D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8" name="íṩľiḑé" descr="a614ab93-6653-4603-9a23-069671346ddd">
                <a:extLst>
                  <a:ext uri="{FF2B5EF4-FFF2-40B4-BE49-F238E27FC236}">
                    <a16:creationId xmlns:a16="http://schemas.microsoft.com/office/drawing/2014/main" id="{EC9B356F-6E13-475C-9C20-A2821304FCA6}"/>
                  </a:ext>
                </a:extLst>
              </p:cNvPr>
              <p:cNvSpPr/>
              <p:nvPr/>
            </p:nvSpPr>
            <p:spPr bwMode="auto">
              <a:xfrm>
                <a:off x="2093650" y="3127015"/>
                <a:ext cx="567388" cy="628339"/>
              </a:xfrm>
              <a:custGeom>
                <a:avLst/>
                <a:gdLst>
                  <a:gd name="T0" fmla="*/ 426 w 671"/>
                  <a:gd name="T1" fmla="*/ 25 h 744"/>
                  <a:gd name="T2" fmla="*/ 73 w 671"/>
                  <a:gd name="T3" fmla="*/ 185 h 744"/>
                  <a:gd name="T4" fmla="*/ 73 w 671"/>
                  <a:gd name="T5" fmla="*/ 187 h 744"/>
                  <a:gd name="T6" fmla="*/ 73 w 671"/>
                  <a:gd name="T7" fmla="*/ 187 h 744"/>
                  <a:gd name="T8" fmla="*/ 73 w 671"/>
                  <a:gd name="T9" fmla="*/ 187 h 744"/>
                  <a:gd name="T10" fmla="*/ 0 w 671"/>
                  <a:gd name="T11" fmla="*/ 400 h 744"/>
                  <a:gd name="T12" fmla="*/ 73 w 671"/>
                  <a:gd name="T13" fmla="*/ 613 h 744"/>
                  <a:gd name="T14" fmla="*/ 278 w 671"/>
                  <a:gd name="T15" fmla="*/ 738 h 744"/>
                  <a:gd name="T16" fmla="*/ 303 w 671"/>
                  <a:gd name="T17" fmla="*/ 742 h 744"/>
                  <a:gd name="T18" fmla="*/ 345 w 671"/>
                  <a:gd name="T19" fmla="*/ 744 h 744"/>
                  <a:gd name="T20" fmla="*/ 382 w 671"/>
                  <a:gd name="T21" fmla="*/ 742 h 744"/>
                  <a:gd name="T22" fmla="*/ 408 w 671"/>
                  <a:gd name="T23" fmla="*/ 739 h 744"/>
                  <a:gd name="T24" fmla="*/ 496 w 671"/>
                  <a:gd name="T25" fmla="*/ 709 h 744"/>
                  <a:gd name="T26" fmla="*/ 484 w 671"/>
                  <a:gd name="T27" fmla="*/ 301 h 744"/>
                  <a:gd name="T28" fmla="*/ 416 w 671"/>
                  <a:gd name="T29" fmla="*/ 105 h 744"/>
                  <a:gd name="T30" fmla="*/ 416 w 671"/>
                  <a:gd name="T31" fmla="*/ 104 h 744"/>
                  <a:gd name="T32" fmla="*/ 426 w 671"/>
                  <a:gd name="T33" fmla="*/ 25 h 744"/>
                  <a:gd name="T34" fmla="*/ 513 w 671"/>
                  <a:gd name="T35" fmla="*/ 0 h 744"/>
                  <a:gd name="T36" fmla="*/ 465 w 671"/>
                  <a:gd name="T37" fmla="*/ 14 h 744"/>
                  <a:gd name="T38" fmla="*/ 671 w 671"/>
                  <a:gd name="T39" fmla="*/ 83 h 744"/>
                  <a:gd name="T40" fmla="*/ 671 w 671"/>
                  <a:gd name="T41" fmla="*/ 82 h 744"/>
                  <a:gd name="T42" fmla="*/ 513 w 671"/>
                  <a:gd name="T43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71" h="744">
                    <a:moveTo>
                      <a:pt x="426" y="25"/>
                    </a:moveTo>
                    <a:cubicBezTo>
                      <a:pt x="249" y="77"/>
                      <a:pt x="53" y="152"/>
                      <a:pt x="73" y="185"/>
                    </a:cubicBezTo>
                    <a:cubicBezTo>
                      <a:pt x="73" y="186"/>
                      <a:pt x="73" y="186"/>
                      <a:pt x="73" y="187"/>
                    </a:cubicBezTo>
                    <a:cubicBezTo>
                      <a:pt x="73" y="187"/>
                      <a:pt x="73" y="187"/>
                      <a:pt x="73" y="187"/>
                    </a:cubicBezTo>
                    <a:cubicBezTo>
                      <a:pt x="73" y="187"/>
                      <a:pt x="73" y="187"/>
                      <a:pt x="73" y="187"/>
                    </a:cubicBezTo>
                    <a:cubicBezTo>
                      <a:pt x="24" y="249"/>
                      <a:pt x="0" y="325"/>
                      <a:pt x="0" y="400"/>
                    </a:cubicBezTo>
                    <a:cubicBezTo>
                      <a:pt x="0" y="475"/>
                      <a:pt x="24" y="550"/>
                      <a:pt x="73" y="613"/>
                    </a:cubicBezTo>
                    <a:cubicBezTo>
                      <a:pt x="127" y="680"/>
                      <a:pt x="200" y="723"/>
                      <a:pt x="278" y="738"/>
                    </a:cubicBezTo>
                    <a:cubicBezTo>
                      <a:pt x="286" y="740"/>
                      <a:pt x="294" y="741"/>
                      <a:pt x="303" y="742"/>
                    </a:cubicBezTo>
                    <a:cubicBezTo>
                      <a:pt x="317" y="744"/>
                      <a:pt x="331" y="744"/>
                      <a:pt x="345" y="744"/>
                    </a:cubicBezTo>
                    <a:cubicBezTo>
                      <a:pt x="357" y="744"/>
                      <a:pt x="370" y="744"/>
                      <a:pt x="382" y="742"/>
                    </a:cubicBezTo>
                    <a:cubicBezTo>
                      <a:pt x="391" y="741"/>
                      <a:pt x="399" y="740"/>
                      <a:pt x="408" y="739"/>
                    </a:cubicBezTo>
                    <a:cubicBezTo>
                      <a:pt x="438" y="733"/>
                      <a:pt x="468" y="723"/>
                      <a:pt x="496" y="709"/>
                    </a:cubicBezTo>
                    <a:cubicBezTo>
                      <a:pt x="395" y="597"/>
                      <a:pt x="387" y="424"/>
                      <a:pt x="484" y="301"/>
                    </a:cubicBezTo>
                    <a:cubicBezTo>
                      <a:pt x="439" y="245"/>
                      <a:pt x="415" y="176"/>
                      <a:pt x="416" y="105"/>
                    </a:cubicBezTo>
                    <a:cubicBezTo>
                      <a:pt x="416" y="104"/>
                      <a:pt x="416" y="104"/>
                      <a:pt x="416" y="104"/>
                    </a:cubicBezTo>
                    <a:cubicBezTo>
                      <a:pt x="416" y="77"/>
                      <a:pt x="419" y="51"/>
                      <a:pt x="426" y="25"/>
                    </a:cubicBezTo>
                    <a:moveTo>
                      <a:pt x="513" y="0"/>
                    </a:moveTo>
                    <a:cubicBezTo>
                      <a:pt x="497" y="4"/>
                      <a:pt x="481" y="9"/>
                      <a:pt x="465" y="14"/>
                    </a:cubicBezTo>
                    <a:cubicBezTo>
                      <a:pt x="671" y="83"/>
                      <a:pt x="671" y="83"/>
                      <a:pt x="671" y="83"/>
                    </a:cubicBezTo>
                    <a:cubicBezTo>
                      <a:pt x="671" y="83"/>
                      <a:pt x="671" y="83"/>
                      <a:pt x="671" y="82"/>
                    </a:cubicBezTo>
                    <a:cubicBezTo>
                      <a:pt x="513" y="0"/>
                      <a:pt x="513" y="0"/>
                      <a:pt x="513" y="0"/>
                    </a:cubicBezTo>
                  </a:path>
                </a:pathLst>
              </a:custGeom>
              <a:solidFill>
                <a:srgbClr val="3B77DB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79" name="îšļiḍê" descr="574554dd-2749-4cc3-8701-eea7cca7355c">
                <a:extLst>
                  <a:ext uri="{FF2B5EF4-FFF2-40B4-BE49-F238E27FC236}">
                    <a16:creationId xmlns:a16="http://schemas.microsoft.com/office/drawing/2014/main" id="{ECAD479F-1C4E-4981-A173-963E8F7940F3}"/>
                  </a:ext>
                </a:extLst>
              </p:cNvPr>
              <p:cNvSpPr/>
              <p:nvPr/>
            </p:nvSpPr>
            <p:spPr bwMode="auto">
              <a:xfrm>
                <a:off x="3299350" y="4093349"/>
                <a:ext cx="121900" cy="159578"/>
              </a:xfrm>
              <a:prstGeom prst="ellipse">
                <a:avLst/>
              </a:pr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0" name="îṥľíḓè" descr="51b86e52-e8b1-4f42-bb1c-386f9e305c41">
                <a:extLst>
                  <a:ext uri="{FF2B5EF4-FFF2-40B4-BE49-F238E27FC236}">
                    <a16:creationId xmlns:a16="http://schemas.microsoft.com/office/drawing/2014/main" id="{F76DA3D5-25DC-4592-B6E1-FF7D637C2253}"/>
                  </a:ext>
                </a:extLst>
              </p:cNvPr>
              <p:cNvSpPr/>
              <p:nvPr/>
            </p:nvSpPr>
            <p:spPr bwMode="auto">
              <a:xfrm>
                <a:off x="3296025" y="3704378"/>
                <a:ext cx="129657" cy="451030"/>
              </a:xfrm>
              <a:custGeom>
                <a:avLst/>
                <a:gdLst>
                  <a:gd name="T0" fmla="*/ 134 w 154"/>
                  <a:gd name="T1" fmla="*/ 152 h 534"/>
                  <a:gd name="T2" fmla="*/ 149 w 154"/>
                  <a:gd name="T3" fmla="*/ 95 h 534"/>
                  <a:gd name="T4" fmla="*/ 77 w 154"/>
                  <a:gd name="T5" fmla="*/ 0 h 534"/>
                  <a:gd name="T6" fmla="*/ 5 w 154"/>
                  <a:gd name="T7" fmla="*/ 95 h 534"/>
                  <a:gd name="T8" fmla="*/ 20 w 154"/>
                  <a:gd name="T9" fmla="*/ 152 h 534"/>
                  <a:gd name="T10" fmla="*/ 20 w 154"/>
                  <a:gd name="T11" fmla="*/ 267 h 534"/>
                  <a:gd name="T12" fmla="*/ 20 w 154"/>
                  <a:gd name="T13" fmla="*/ 383 h 534"/>
                  <a:gd name="T14" fmla="*/ 5 w 154"/>
                  <a:gd name="T15" fmla="*/ 440 h 534"/>
                  <a:gd name="T16" fmla="*/ 77 w 154"/>
                  <a:gd name="T17" fmla="*/ 534 h 534"/>
                  <a:gd name="T18" fmla="*/ 149 w 154"/>
                  <a:gd name="T19" fmla="*/ 440 h 534"/>
                  <a:gd name="T20" fmla="*/ 134 w 154"/>
                  <a:gd name="T21" fmla="*/ 383 h 534"/>
                  <a:gd name="T22" fmla="*/ 134 w 154"/>
                  <a:gd name="T23" fmla="*/ 267 h 534"/>
                  <a:gd name="T24" fmla="*/ 134 w 154"/>
                  <a:gd name="T25" fmla="*/ 152 h 534"/>
                  <a:gd name="T26" fmla="*/ 134 w 154"/>
                  <a:gd name="T27" fmla="*/ 15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4" h="534">
                    <a:moveTo>
                      <a:pt x="134" y="152"/>
                    </a:moveTo>
                    <a:cubicBezTo>
                      <a:pt x="144" y="135"/>
                      <a:pt x="149" y="115"/>
                      <a:pt x="149" y="95"/>
                    </a:cubicBezTo>
                    <a:cubicBezTo>
                      <a:pt x="149" y="43"/>
                      <a:pt x="117" y="0"/>
                      <a:pt x="77" y="0"/>
                    </a:cubicBezTo>
                    <a:cubicBezTo>
                      <a:pt x="37" y="0"/>
                      <a:pt x="5" y="43"/>
                      <a:pt x="5" y="95"/>
                    </a:cubicBezTo>
                    <a:cubicBezTo>
                      <a:pt x="5" y="115"/>
                      <a:pt x="10" y="135"/>
                      <a:pt x="20" y="152"/>
                    </a:cubicBezTo>
                    <a:cubicBezTo>
                      <a:pt x="0" y="188"/>
                      <a:pt x="0" y="232"/>
                      <a:pt x="20" y="267"/>
                    </a:cubicBezTo>
                    <a:cubicBezTo>
                      <a:pt x="0" y="303"/>
                      <a:pt x="0" y="347"/>
                      <a:pt x="20" y="383"/>
                    </a:cubicBezTo>
                    <a:cubicBezTo>
                      <a:pt x="10" y="400"/>
                      <a:pt x="5" y="420"/>
                      <a:pt x="5" y="440"/>
                    </a:cubicBezTo>
                    <a:cubicBezTo>
                      <a:pt x="5" y="492"/>
                      <a:pt x="38" y="534"/>
                      <a:pt x="77" y="534"/>
                    </a:cubicBezTo>
                    <a:cubicBezTo>
                      <a:pt x="117" y="534"/>
                      <a:pt x="149" y="492"/>
                      <a:pt x="149" y="440"/>
                    </a:cubicBezTo>
                    <a:cubicBezTo>
                      <a:pt x="149" y="420"/>
                      <a:pt x="144" y="400"/>
                      <a:pt x="134" y="383"/>
                    </a:cubicBezTo>
                    <a:cubicBezTo>
                      <a:pt x="154" y="347"/>
                      <a:pt x="154" y="303"/>
                      <a:pt x="134" y="267"/>
                    </a:cubicBezTo>
                    <a:cubicBezTo>
                      <a:pt x="154" y="232"/>
                      <a:pt x="154" y="188"/>
                      <a:pt x="134" y="152"/>
                    </a:cubicBezTo>
                    <a:cubicBezTo>
                      <a:pt x="134" y="152"/>
                      <a:pt x="134" y="152"/>
                      <a:pt x="134" y="152"/>
                    </a:cubicBezTo>
                  </a:path>
                </a:pathLst>
              </a:cu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1" name="işlîḓè" descr="0e5ffc1d-156b-4bbd-b13c-3034e127b3f0">
                <a:extLst>
                  <a:ext uri="{FF2B5EF4-FFF2-40B4-BE49-F238E27FC236}">
                    <a16:creationId xmlns:a16="http://schemas.microsoft.com/office/drawing/2014/main" id="{3C1A2D3A-0122-4115-BA1B-F68A3B87F4D1}"/>
                  </a:ext>
                </a:extLst>
              </p:cNvPr>
              <p:cNvSpPr/>
              <p:nvPr/>
            </p:nvSpPr>
            <p:spPr bwMode="auto">
              <a:xfrm>
                <a:off x="3299350" y="3606858"/>
                <a:ext cx="121900" cy="159578"/>
              </a:xfrm>
              <a:prstGeom prst="ellipse">
                <a:avLst/>
              </a:pr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2" name="îṩḻïdè" descr="6ca90aec-205c-4763-8a69-ea219fcc555f">
                <a:extLst>
                  <a:ext uri="{FF2B5EF4-FFF2-40B4-BE49-F238E27FC236}">
                    <a16:creationId xmlns:a16="http://schemas.microsoft.com/office/drawing/2014/main" id="{E4346B23-9FF8-434B-A35B-48BAE8D60533}"/>
                  </a:ext>
                </a:extLst>
              </p:cNvPr>
              <p:cNvSpPr/>
              <p:nvPr/>
            </p:nvSpPr>
            <p:spPr bwMode="auto">
              <a:xfrm>
                <a:off x="3299350" y="3510446"/>
                <a:ext cx="121900" cy="159578"/>
              </a:xfrm>
              <a:prstGeom prst="ellipse">
                <a:avLst/>
              </a:prstGeom>
              <a:solidFill>
                <a:srgbClr val="3F3D56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3" name="îŝliďé" descr="d8fe2ba4-da0e-42bc-82f2-7f5ca9198283">
                <a:extLst>
                  <a:ext uri="{FF2B5EF4-FFF2-40B4-BE49-F238E27FC236}">
                    <a16:creationId xmlns:a16="http://schemas.microsoft.com/office/drawing/2014/main" id="{C5CF08F4-3E8B-492C-B66C-27BA5EB51213}"/>
                  </a:ext>
                </a:extLst>
              </p:cNvPr>
              <p:cNvSpPr/>
              <p:nvPr/>
            </p:nvSpPr>
            <p:spPr bwMode="auto">
              <a:xfrm>
                <a:off x="3050009" y="2413347"/>
                <a:ext cx="644961" cy="1378577"/>
              </a:xfrm>
              <a:custGeom>
                <a:avLst/>
                <a:gdLst>
                  <a:gd name="T0" fmla="*/ 99 w 764"/>
                  <a:gd name="T1" fmla="*/ 607 h 1634"/>
                  <a:gd name="T2" fmla="*/ 72 w 764"/>
                  <a:gd name="T3" fmla="*/ 567 h 1634"/>
                  <a:gd name="T4" fmla="*/ 261 w 764"/>
                  <a:gd name="T5" fmla="*/ 536 h 1634"/>
                  <a:gd name="T6" fmla="*/ 57 w 764"/>
                  <a:gd name="T7" fmla="*/ 538 h 1634"/>
                  <a:gd name="T8" fmla="*/ 50 w 764"/>
                  <a:gd name="T9" fmla="*/ 264 h 1634"/>
                  <a:gd name="T10" fmla="*/ 325 w 764"/>
                  <a:gd name="T11" fmla="*/ 407 h 1634"/>
                  <a:gd name="T12" fmla="*/ 72 w 764"/>
                  <a:gd name="T13" fmla="*/ 221 h 1634"/>
                  <a:gd name="T14" fmla="*/ 543 w 764"/>
                  <a:gd name="T15" fmla="*/ 95 h 1634"/>
                  <a:gd name="T16" fmla="*/ 668 w 764"/>
                  <a:gd name="T17" fmla="*/ 566 h 1634"/>
                  <a:gd name="T18" fmla="*/ 641 w 764"/>
                  <a:gd name="T19" fmla="*/ 607 h 1634"/>
                  <a:gd name="T20" fmla="*/ 680 w 764"/>
                  <a:gd name="T21" fmla="*/ 669 h 1634"/>
                  <a:gd name="T22" fmla="*/ 435 w 764"/>
                  <a:gd name="T23" fmla="*/ 797 h 1634"/>
                  <a:gd name="T24" fmla="*/ 696 w 764"/>
                  <a:gd name="T25" fmla="*/ 709 h 1634"/>
                  <a:gd name="T26" fmla="*/ 641 w 764"/>
                  <a:gd name="T27" fmla="*/ 1033 h 1634"/>
                  <a:gd name="T28" fmla="*/ 583 w 764"/>
                  <a:gd name="T29" fmla="*/ 1517 h 1634"/>
                  <a:gd name="T30" fmla="*/ 99 w 764"/>
                  <a:gd name="T31" fmla="*/ 1459 h 1634"/>
                  <a:gd name="T32" fmla="*/ 99 w 764"/>
                  <a:gd name="T33" fmla="*/ 1033 h 1634"/>
                  <a:gd name="T34" fmla="*/ 99 w 764"/>
                  <a:gd name="T35" fmla="*/ 606 h 1634"/>
                  <a:gd name="T36" fmla="*/ 99 w 764"/>
                  <a:gd name="T37" fmla="*/ 607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4" h="1634">
                    <a:moveTo>
                      <a:pt x="99" y="607"/>
                    </a:moveTo>
                    <a:cubicBezTo>
                      <a:pt x="89" y="594"/>
                      <a:pt x="80" y="581"/>
                      <a:pt x="72" y="567"/>
                    </a:cubicBezTo>
                    <a:cubicBezTo>
                      <a:pt x="261" y="536"/>
                      <a:pt x="261" y="536"/>
                      <a:pt x="261" y="536"/>
                    </a:cubicBezTo>
                    <a:cubicBezTo>
                      <a:pt x="57" y="538"/>
                      <a:pt x="57" y="538"/>
                      <a:pt x="57" y="538"/>
                    </a:cubicBezTo>
                    <a:cubicBezTo>
                      <a:pt x="17" y="451"/>
                      <a:pt x="15" y="352"/>
                      <a:pt x="50" y="264"/>
                    </a:cubicBezTo>
                    <a:cubicBezTo>
                      <a:pt x="325" y="407"/>
                      <a:pt x="325" y="407"/>
                      <a:pt x="325" y="407"/>
                    </a:cubicBezTo>
                    <a:cubicBezTo>
                      <a:pt x="72" y="221"/>
                      <a:pt x="72" y="221"/>
                      <a:pt x="72" y="221"/>
                    </a:cubicBezTo>
                    <a:cubicBezTo>
                      <a:pt x="167" y="56"/>
                      <a:pt x="378" y="0"/>
                      <a:pt x="543" y="95"/>
                    </a:cubicBezTo>
                    <a:cubicBezTo>
                      <a:pt x="707" y="191"/>
                      <a:pt x="764" y="402"/>
                      <a:pt x="668" y="566"/>
                    </a:cubicBezTo>
                    <a:cubicBezTo>
                      <a:pt x="660" y="580"/>
                      <a:pt x="651" y="594"/>
                      <a:pt x="641" y="607"/>
                    </a:cubicBezTo>
                    <a:cubicBezTo>
                      <a:pt x="656" y="626"/>
                      <a:pt x="669" y="647"/>
                      <a:pt x="680" y="669"/>
                    </a:cubicBezTo>
                    <a:cubicBezTo>
                      <a:pt x="435" y="797"/>
                      <a:pt x="435" y="797"/>
                      <a:pt x="435" y="797"/>
                    </a:cubicBezTo>
                    <a:cubicBezTo>
                      <a:pt x="696" y="709"/>
                      <a:pt x="696" y="709"/>
                      <a:pt x="696" y="709"/>
                    </a:cubicBezTo>
                    <a:cubicBezTo>
                      <a:pt x="734" y="819"/>
                      <a:pt x="713" y="941"/>
                      <a:pt x="641" y="1033"/>
                    </a:cubicBezTo>
                    <a:cubicBezTo>
                      <a:pt x="758" y="1182"/>
                      <a:pt x="733" y="1399"/>
                      <a:pt x="583" y="1517"/>
                    </a:cubicBezTo>
                    <a:cubicBezTo>
                      <a:pt x="433" y="1634"/>
                      <a:pt x="217" y="1608"/>
                      <a:pt x="99" y="1459"/>
                    </a:cubicBezTo>
                    <a:cubicBezTo>
                      <a:pt x="0" y="1334"/>
                      <a:pt x="0" y="1158"/>
                      <a:pt x="99" y="1033"/>
                    </a:cubicBezTo>
                    <a:cubicBezTo>
                      <a:pt x="0" y="908"/>
                      <a:pt x="0" y="731"/>
                      <a:pt x="99" y="606"/>
                    </a:cubicBezTo>
                    <a:cubicBezTo>
                      <a:pt x="99" y="607"/>
                      <a:pt x="99" y="607"/>
                      <a:pt x="99" y="607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4" name="iṥļíḋê" descr="c2c2cfd2-7a8c-4c4f-8bad-65caf99eccf4">
                <a:extLst>
                  <a:ext uri="{FF2B5EF4-FFF2-40B4-BE49-F238E27FC236}">
                    <a16:creationId xmlns:a16="http://schemas.microsoft.com/office/drawing/2014/main" id="{ACE6986B-3D6E-45A0-A90E-DC54BAE5E615}"/>
                  </a:ext>
                </a:extLst>
              </p:cNvPr>
              <p:cNvSpPr/>
              <p:nvPr/>
            </p:nvSpPr>
            <p:spPr bwMode="auto">
              <a:xfrm>
                <a:off x="3071065" y="3107068"/>
                <a:ext cx="582903" cy="616149"/>
              </a:xfrm>
              <a:custGeom>
                <a:avLst/>
                <a:gdLst>
                  <a:gd name="T0" fmla="*/ 0 w 690"/>
                  <a:gd name="T1" fmla="*/ 424 h 731"/>
                  <a:gd name="T2" fmla="*/ 29 w 690"/>
                  <a:gd name="T3" fmla="*/ 562 h 731"/>
                  <a:gd name="T4" fmla="*/ 29 w 690"/>
                  <a:gd name="T5" fmla="*/ 562 h 731"/>
                  <a:gd name="T6" fmla="*/ 0 w 690"/>
                  <a:gd name="T7" fmla="*/ 424 h 731"/>
                  <a:gd name="T8" fmla="*/ 690 w 690"/>
                  <a:gd name="T9" fmla="*/ 423 h 731"/>
                  <a:gd name="T10" fmla="*/ 558 w 690"/>
                  <a:gd name="T11" fmla="*/ 695 h 731"/>
                  <a:gd name="T12" fmla="*/ 502 w 690"/>
                  <a:gd name="T13" fmla="*/ 731 h 731"/>
                  <a:gd name="T14" fmla="*/ 501 w 690"/>
                  <a:gd name="T15" fmla="*/ 731 h 731"/>
                  <a:gd name="T16" fmla="*/ 558 w 690"/>
                  <a:gd name="T17" fmla="*/ 695 h 731"/>
                  <a:gd name="T18" fmla="*/ 690 w 690"/>
                  <a:gd name="T19" fmla="*/ 423 h 731"/>
                  <a:gd name="T20" fmla="*/ 690 w 690"/>
                  <a:gd name="T21" fmla="*/ 0 h 731"/>
                  <a:gd name="T22" fmla="*/ 616 w 690"/>
                  <a:gd name="T23" fmla="*/ 211 h 731"/>
                  <a:gd name="T24" fmla="*/ 616 w 690"/>
                  <a:gd name="T25" fmla="*/ 211 h 731"/>
                  <a:gd name="T26" fmla="*/ 690 w 690"/>
                  <a:gd name="T27" fmla="*/ 0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0" h="731">
                    <a:moveTo>
                      <a:pt x="0" y="424"/>
                    </a:moveTo>
                    <a:cubicBezTo>
                      <a:pt x="0" y="471"/>
                      <a:pt x="10" y="518"/>
                      <a:pt x="29" y="562"/>
                    </a:cubicBezTo>
                    <a:cubicBezTo>
                      <a:pt x="29" y="562"/>
                      <a:pt x="29" y="562"/>
                      <a:pt x="29" y="562"/>
                    </a:cubicBezTo>
                    <a:cubicBezTo>
                      <a:pt x="10" y="518"/>
                      <a:pt x="0" y="471"/>
                      <a:pt x="0" y="424"/>
                    </a:cubicBezTo>
                    <a:moveTo>
                      <a:pt x="690" y="423"/>
                    </a:moveTo>
                    <a:cubicBezTo>
                      <a:pt x="690" y="526"/>
                      <a:pt x="644" y="627"/>
                      <a:pt x="558" y="695"/>
                    </a:cubicBezTo>
                    <a:cubicBezTo>
                      <a:pt x="540" y="709"/>
                      <a:pt x="521" y="721"/>
                      <a:pt x="502" y="731"/>
                    </a:cubicBezTo>
                    <a:cubicBezTo>
                      <a:pt x="502" y="731"/>
                      <a:pt x="502" y="731"/>
                      <a:pt x="501" y="731"/>
                    </a:cubicBezTo>
                    <a:cubicBezTo>
                      <a:pt x="521" y="721"/>
                      <a:pt x="540" y="709"/>
                      <a:pt x="558" y="695"/>
                    </a:cubicBezTo>
                    <a:cubicBezTo>
                      <a:pt x="644" y="627"/>
                      <a:pt x="690" y="526"/>
                      <a:pt x="690" y="423"/>
                    </a:cubicBezTo>
                    <a:moveTo>
                      <a:pt x="690" y="0"/>
                    </a:moveTo>
                    <a:cubicBezTo>
                      <a:pt x="689" y="76"/>
                      <a:pt x="664" y="150"/>
                      <a:pt x="616" y="211"/>
                    </a:cubicBezTo>
                    <a:cubicBezTo>
                      <a:pt x="616" y="211"/>
                      <a:pt x="616" y="211"/>
                      <a:pt x="616" y="211"/>
                    </a:cubicBezTo>
                    <a:cubicBezTo>
                      <a:pt x="663" y="151"/>
                      <a:pt x="689" y="77"/>
                      <a:pt x="69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5" name="îṣļïďê" descr="f4b21302-691f-4a9b-b5f0-a9e7a4dbe08f">
                <a:extLst>
                  <a:ext uri="{FF2B5EF4-FFF2-40B4-BE49-F238E27FC236}">
                    <a16:creationId xmlns:a16="http://schemas.microsoft.com/office/drawing/2014/main" id="{0DA10F43-E852-4D8A-9406-7BC27AB759F8}"/>
                  </a:ext>
                </a:extLst>
              </p:cNvPr>
              <p:cNvSpPr/>
              <p:nvPr/>
            </p:nvSpPr>
            <p:spPr bwMode="auto">
              <a:xfrm>
                <a:off x="3071065" y="3100419"/>
                <a:ext cx="582903" cy="622798"/>
              </a:xfrm>
              <a:custGeom>
                <a:avLst/>
                <a:gdLst>
                  <a:gd name="T0" fmla="*/ 20 w 690"/>
                  <a:gd name="T1" fmla="*/ 316 h 738"/>
                  <a:gd name="T2" fmla="*/ 0 w 690"/>
                  <a:gd name="T3" fmla="*/ 431 h 738"/>
                  <a:gd name="T4" fmla="*/ 29 w 690"/>
                  <a:gd name="T5" fmla="*/ 569 h 738"/>
                  <a:gd name="T6" fmla="*/ 73 w 690"/>
                  <a:gd name="T7" fmla="*/ 483 h 738"/>
                  <a:gd name="T8" fmla="*/ 19 w 690"/>
                  <a:gd name="T9" fmla="*/ 328 h 738"/>
                  <a:gd name="T10" fmla="*/ 20 w 690"/>
                  <a:gd name="T11" fmla="*/ 327 h 738"/>
                  <a:gd name="T12" fmla="*/ 20 w 690"/>
                  <a:gd name="T13" fmla="*/ 316 h 738"/>
                  <a:gd name="T14" fmla="*/ 65 w 690"/>
                  <a:gd name="T15" fmla="*/ 229 h 738"/>
                  <a:gd name="T16" fmla="*/ 50 w 690"/>
                  <a:gd name="T17" fmla="*/ 253 h 738"/>
                  <a:gd name="T18" fmla="*/ 224 w 690"/>
                  <a:gd name="T19" fmla="*/ 311 h 738"/>
                  <a:gd name="T20" fmla="*/ 65 w 690"/>
                  <a:gd name="T21" fmla="*/ 229 h 738"/>
                  <a:gd name="T22" fmla="*/ 675 w 690"/>
                  <a:gd name="T23" fmla="*/ 0 h 738"/>
                  <a:gd name="T24" fmla="*/ 522 w 690"/>
                  <a:gd name="T25" fmla="*/ 29 h 738"/>
                  <a:gd name="T26" fmla="*/ 499 w 690"/>
                  <a:gd name="T27" fmla="*/ 122 h 738"/>
                  <a:gd name="T28" fmla="*/ 350 w 690"/>
                  <a:gd name="T29" fmla="*/ 121 h 738"/>
                  <a:gd name="T30" fmla="*/ 488 w 690"/>
                  <a:gd name="T31" fmla="*/ 143 h 738"/>
                  <a:gd name="T32" fmla="*/ 468 w 690"/>
                  <a:gd name="T33" fmla="*/ 172 h 738"/>
                  <a:gd name="T34" fmla="*/ 468 w 690"/>
                  <a:gd name="T35" fmla="*/ 172 h 738"/>
                  <a:gd name="T36" fmla="*/ 468 w 690"/>
                  <a:gd name="T37" fmla="*/ 483 h 738"/>
                  <a:gd name="T38" fmla="*/ 502 w 690"/>
                  <a:gd name="T39" fmla="*/ 738 h 738"/>
                  <a:gd name="T40" fmla="*/ 558 w 690"/>
                  <a:gd name="T41" fmla="*/ 702 h 738"/>
                  <a:gd name="T42" fmla="*/ 690 w 690"/>
                  <a:gd name="T43" fmla="*/ 430 h 738"/>
                  <a:gd name="T44" fmla="*/ 616 w 690"/>
                  <a:gd name="T45" fmla="*/ 218 h 738"/>
                  <a:gd name="T46" fmla="*/ 616 w 690"/>
                  <a:gd name="T47" fmla="*/ 218 h 738"/>
                  <a:gd name="T48" fmla="*/ 616 w 690"/>
                  <a:gd name="T49" fmla="*/ 218 h 738"/>
                  <a:gd name="T50" fmla="*/ 690 w 690"/>
                  <a:gd name="T51" fmla="*/ 7 h 738"/>
                  <a:gd name="T52" fmla="*/ 690 w 690"/>
                  <a:gd name="T53" fmla="*/ 5 h 738"/>
                  <a:gd name="T54" fmla="*/ 675 w 690"/>
                  <a:gd name="T55" fmla="*/ 0 h 7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90" h="738">
                    <a:moveTo>
                      <a:pt x="20" y="316"/>
                    </a:moveTo>
                    <a:cubicBezTo>
                      <a:pt x="7" y="353"/>
                      <a:pt x="0" y="392"/>
                      <a:pt x="0" y="431"/>
                    </a:cubicBezTo>
                    <a:cubicBezTo>
                      <a:pt x="0" y="478"/>
                      <a:pt x="10" y="525"/>
                      <a:pt x="29" y="569"/>
                    </a:cubicBezTo>
                    <a:cubicBezTo>
                      <a:pt x="38" y="539"/>
                      <a:pt x="52" y="509"/>
                      <a:pt x="73" y="483"/>
                    </a:cubicBezTo>
                    <a:cubicBezTo>
                      <a:pt x="38" y="439"/>
                      <a:pt x="19" y="384"/>
                      <a:pt x="19" y="328"/>
                    </a:cubicBezTo>
                    <a:cubicBezTo>
                      <a:pt x="19" y="327"/>
                      <a:pt x="19" y="327"/>
                      <a:pt x="20" y="327"/>
                    </a:cubicBezTo>
                    <a:cubicBezTo>
                      <a:pt x="20" y="323"/>
                      <a:pt x="20" y="320"/>
                      <a:pt x="20" y="316"/>
                    </a:cubicBezTo>
                    <a:moveTo>
                      <a:pt x="65" y="229"/>
                    </a:moveTo>
                    <a:cubicBezTo>
                      <a:pt x="60" y="237"/>
                      <a:pt x="55" y="245"/>
                      <a:pt x="50" y="253"/>
                    </a:cubicBezTo>
                    <a:cubicBezTo>
                      <a:pt x="224" y="311"/>
                      <a:pt x="224" y="311"/>
                      <a:pt x="224" y="311"/>
                    </a:cubicBezTo>
                    <a:cubicBezTo>
                      <a:pt x="65" y="229"/>
                      <a:pt x="65" y="229"/>
                      <a:pt x="65" y="229"/>
                    </a:cubicBezTo>
                    <a:moveTo>
                      <a:pt x="675" y="0"/>
                    </a:moveTo>
                    <a:cubicBezTo>
                      <a:pt x="649" y="0"/>
                      <a:pt x="591" y="11"/>
                      <a:pt x="522" y="29"/>
                    </a:cubicBezTo>
                    <a:cubicBezTo>
                      <a:pt x="520" y="61"/>
                      <a:pt x="513" y="92"/>
                      <a:pt x="499" y="122"/>
                    </a:cubicBezTo>
                    <a:cubicBezTo>
                      <a:pt x="350" y="121"/>
                      <a:pt x="350" y="121"/>
                      <a:pt x="350" y="121"/>
                    </a:cubicBezTo>
                    <a:cubicBezTo>
                      <a:pt x="488" y="143"/>
                      <a:pt x="488" y="143"/>
                      <a:pt x="488" y="143"/>
                    </a:cubicBezTo>
                    <a:cubicBezTo>
                      <a:pt x="482" y="153"/>
                      <a:pt x="475" y="163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540" y="263"/>
                      <a:pt x="540" y="392"/>
                      <a:pt x="468" y="483"/>
                    </a:cubicBezTo>
                    <a:cubicBezTo>
                      <a:pt x="526" y="557"/>
                      <a:pt x="537" y="655"/>
                      <a:pt x="502" y="738"/>
                    </a:cubicBezTo>
                    <a:cubicBezTo>
                      <a:pt x="521" y="728"/>
                      <a:pt x="540" y="716"/>
                      <a:pt x="558" y="702"/>
                    </a:cubicBezTo>
                    <a:cubicBezTo>
                      <a:pt x="644" y="634"/>
                      <a:pt x="690" y="533"/>
                      <a:pt x="690" y="430"/>
                    </a:cubicBezTo>
                    <a:cubicBezTo>
                      <a:pt x="689" y="356"/>
                      <a:pt x="665" y="281"/>
                      <a:pt x="616" y="218"/>
                    </a:cubicBezTo>
                    <a:cubicBezTo>
                      <a:pt x="616" y="218"/>
                      <a:pt x="616" y="218"/>
                      <a:pt x="616" y="218"/>
                    </a:cubicBezTo>
                    <a:cubicBezTo>
                      <a:pt x="616" y="218"/>
                      <a:pt x="616" y="218"/>
                      <a:pt x="616" y="218"/>
                    </a:cubicBezTo>
                    <a:cubicBezTo>
                      <a:pt x="664" y="157"/>
                      <a:pt x="689" y="83"/>
                      <a:pt x="690" y="7"/>
                    </a:cubicBezTo>
                    <a:cubicBezTo>
                      <a:pt x="690" y="6"/>
                      <a:pt x="690" y="5"/>
                      <a:pt x="690" y="5"/>
                    </a:cubicBezTo>
                    <a:cubicBezTo>
                      <a:pt x="690" y="1"/>
                      <a:pt x="684" y="0"/>
                      <a:pt x="675" y="0"/>
                    </a:cubicBezTo>
                  </a:path>
                </a:pathLst>
              </a:custGeom>
              <a:solidFill>
                <a:srgbClr val="3B77DB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6" name="íṣ1ïḋê" descr="05c62dea-4f6a-4dbc-83e4-c4f28b72ce58">
                <a:extLst>
                  <a:ext uri="{FF2B5EF4-FFF2-40B4-BE49-F238E27FC236}">
                    <a16:creationId xmlns:a16="http://schemas.microsoft.com/office/drawing/2014/main" id="{BF76031A-9AFA-4DE5-9044-76E997879B72}"/>
                  </a:ext>
                </a:extLst>
              </p:cNvPr>
              <p:cNvSpPr/>
              <p:nvPr/>
            </p:nvSpPr>
            <p:spPr bwMode="auto">
              <a:xfrm>
                <a:off x="3585261" y="2085325"/>
                <a:ext cx="39894" cy="108602"/>
              </a:xfrm>
              <a:custGeom>
                <a:avLst/>
                <a:gdLst>
                  <a:gd name="T0" fmla="*/ 46 w 47"/>
                  <a:gd name="T1" fmla="*/ 120 h 128"/>
                  <a:gd name="T2" fmla="*/ 45 w 47"/>
                  <a:gd name="T3" fmla="*/ 128 h 128"/>
                  <a:gd name="T4" fmla="*/ 46 w 47"/>
                  <a:gd name="T5" fmla="*/ 120 h 128"/>
                  <a:gd name="T6" fmla="*/ 9 w 47"/>
                  <a:gd name="T7" fmla="*/ 0 h 128"/>
                  <a:gd name="T8" fmla="*/ 4 w 47"/>
                  <a:gd name="T9" fmla="*/ 2 h 128"/>
                  <a:gd name="T10" fmla="*/ 2 w 47"/>
                  <a:gd name="T11" fmla="*/ 13 h 128"/>
                  <a:gd name="T12" fmla="*/ 7 w 47"/>
                  <a:gd name="T13" fmla="*/ 19 h 128"/>
                  <a:gd name="T14" fmla="*/ 43 w 47"/>
                  <a:gd name="T15" fmla="*/ 106 h 128"/>
                  <a:gd name="T16" fmla="*/ 46 w 47"/>
                  <a:gd name="T17" fmla="*/ 120 h 128"/>
                  <a:gd name="T18" fmla="*/ 41 w 47"/>
                  <a:gd name="T19" fmla="*/ 69 h 128"/>
                  <a:gd name="T20" fmla="*/ 20 w 47"/>
                  <a:gd name="T21" fmla="*/ 13 h 128"/>
                  <a:gd name="T22" fmla="*/ 15 w 47"/>
                  <a:gd name="T23" fmla="*/ 3 h 128"/>
                  <a:gd name="T24" fmla="*/ 9 w 47"/>
                  <a:gd name="T25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128">
                    <a:moveTo>
                      <a:pt x="46" y="120"/>
                    </a:moveTo>
                    <a:cubicBezTo>
                      <a:pt x="46" y="123"/>
                      <a:pt x="46" y="125"/>
                      <a:pt x="45" y="128"/>
                    </a:cubicBezTo>
                    <a:cubicBezTo>
                      <a:pt x="46" y="126"/>
                      <a:pt x="46" y="123"/>
                      <a:pt x="46" y="120"/>
                    </a:cubicBezTo>
                    <a:moveTo>
                      <a:pt x="9" y="0"/>
                    </a:moveTo>
                    <a:cubicBezTo>
                      <a:pt x="7" y="0"/>
                      <a:pt x="5" y="1"/>
                      <a:pt x="4" y="2"/>
                    </a:cubicBezTo>
                    <a:cubicBezTo>
                      <a:pt x="0" y="5"/>
                      <a:pt x="0" y="9"/>
                      <a:pt x="2" y="13"/>
                    </a:cubicBezTo>
                    <a:cubicBezTo>
                      <a:pt x="3" y="15"/>
                      <a:pt x="5" y="17"/>
                      <a:pt x="7" y="19"/>
                    </a:cubicBezTo>
                    <a:cubicBezTo>
                      <a:pt x="25" y="44"/>
                      <a:pt x="35" y="75"/>
                      <a:pt x="43" y="106"/>
                    </a:cubicBezTo>
                    <a:cubicBezTo>
                      <a:pt x="45" y="110"/>
                      <a:pt x="46" y="115"/>
                      <a:pt x="46" y="120"/>
                    </a:cubicBezTo>
                    <a:cubicBezTo>
                      <a:pt x="47" y="103"/>
                      <a:pt x="46" y="85"/>
                      <a:pt x="41" y="69"/>
                    </a:cubicBezTo>
                    <a:cubicBezTo>
                      <a:pt x="36" y="50"/>
                      <a:pt x="29" y="31"/>
                      <a:pt x="20" y="13"/>
                    </a:cubicBezTo>
                    <a:cubicBezTo>
                      <a:pt x="19" y="9"/>
                      <a:pt x="17" y="6"/>
                      <a:pt x="15" y="3"/>
                    </a:cubicBezTo>
                    <a:cubicBezTo>
                      <a:pt x="13" y="1"/>
                      <a:pt x="11" y="0"/>
                      <a:pt x="9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7" name="iṡļîḑe" descr="0f4fe334-fbcb-4860-b53e-a942f32b326a">
                <a:extLst>
                  <a:ext uri="{FF2B5EF4-FFF2-40B4-BE49-F238E27FC236}">
                    <a16:creationId xmlns:a16="http://schemas.microsoft.com/office/drawing/2014/main" id="{D7E5D94E-9749-41C7-A162-CEFFF5847846}"/>
                  </a:ext>
                </a:extLst>
              </p:cNvPr>
              <p:cNvSpPr/>
              <p:nvPr/>
            </p:nvSpPr>
            <p:spPr bwMode="auto">
              <a:xfrm>
                <a:off x="3483308" y="2134085"/>
                <a:ext cx="131874" cy="55409"/>
              </a:xfrm>
              <a:custGeom>
                <a:avLst/>
                <a:gdLst>
                  <a:gd name="T0" fmla="*/ 148 w 156"/>
                  <a:gd name="T1" fmla="*/ 58 h 66"/>
                  <a:gd name="T2" fmla="*/ 156 w 156"/>
                  <a:gd name="T3" fmla="*/ 66 h 66"/>
                  <a:gd name="T4" fmla="*/ 148 w 156"/>
                  <a:gd name="T5" fmla="*/ 58 h 66"/>
                  <a:gd name="T6" fmla="*/ 14 w 156"/>
                  <a:gd name="T7" fmla="*/ 0 h 66"/>
                  <a:gd name="T8" fmla="*/ 12 w 156"/>
                  <a:gd name="T9" fmla="*/ 19 h 66"/>
                  <a:gd name="T10" fmla="*/ 22 w 156"/>
                  <a:gd name="T11" fmla="*/ 20 h 66"/>
                  <a:gd name="T12" fmla="*/ 133 w 156"/>
                  <a:gd name="T13" fmla="*/ 50 h 66"/>
                  <a:gd name="T14" fmla="*/ 148 w 156"/>
                  <a:gd name="T15" fmla="*/ 58 h 66"/>
                  <a:gd name="T16" fmla="*/ 97 w 156"/>
                  <a:gd name="T17" fmla="*/ 24 h 66"/>
                  <a:gd name="T18" fmla="*/ 27 w 156"/>
                  <a:gd name="T19" fmla="*/ 2 h 66"/>
                  <a:gd name="T20" fmla="*/ 14 w 156"/>
                  <a:gd name="T21" fmla="*/ 0 h 66"/>
                  <a:gd name="T22" fmla="*/ 14 w 156"/>
                  <a:gd name="T2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6" h="66">
                    <a:moveTo>
                      <a:pt x="148" y="58"/>
                    </a:moveTo>
                    <a:cubicBezTo>
                      <a:pt x="150" y="61"/>
                      <a:pt x="153" y="63"/>
                      <a:pt x="156" y="66"/>
                    </a:cubicBezTo>
                    <a:cubicBezTo>
                      <a:pt x="154" y="63"/>
                      <a:pt x="151" y="60"/>
                      <a:pt x="148" y="58"/>
                    </a:cubicBezTo>
                    <a:moveTo>
                      <a:pt x="14" y="0"/>
                    </a:moveTo>
                    <a:cubicBezTo>
                      <a:pt x="1" y="0"/>
                      <a:pt x="0" y="18"/>
                      <a:pt x="12" y="19"/>
                    </a:cubicBezTo>
                    <a:cubicBezTo>
                      <a:pt x="16" y="20"/>
                      <a:pt x="19" y="20"/>
                      <a:pt x="22" y="20"/>
                    </a:cubicBezTo>
                    <a:cubicBezTo>
                      <a:pt x="61" y="21"/>
                      <a:pt x="98" y="35"/>
                      <a:pt x="133" y="50"/>
                    </a:cubicBezTo>
                    <a:cubicBezTo>
                      <a:pt x="138" y="52"/>
                      <a:pt x="143" y="55"/>
                      <a:pt x="148" y="58"/>
                    </a:cubicBezTo>
                    <a:cubicBezTo>
                      <a:pt x="133" y="44"/>
                      <a:pt x="116" y="32"/>
                      <a:pt x="97" y="24"/>
                    </a:cubicBezTo>
                    <a:cubicBezTo>
                      <a:pt x="74" y="15"/>
                      <a:pt x="51" y="7"/>
                      <a:pt x="27" y="2"/>
                    </a:cubicBezTo>
                    <a:cubicBezTo>
                      <a:pt x="23" y="1"/>
                      <a:pt x="18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8" name="îŝḷîďê" descr="90dec124-2231-477a-9484-7baea13c4a9f">
                <a:extLst>
                  <a:ext uri="{FF2B5EF4-FFF2-40B4-BE49-F238E27FC236}">
                    <a16:creationId xmlns:a16="http://schemas.microsoft.com/office/drawing/2014/main" id="{D78B4588-A76B-4E58-9C22-30B4DF21E472}"/>
                  </a:ext>
                </a:extLst>
              </p:cNvPr>
              <p:cNvSpPr/>
              <p:nvPr/>
            </p:nvSpPr>
            <p:spPr bwMode="auto">
              <a:xfrm>
                <a:off x="3491065" y="2172872"/>
                <a:ext cx="89763" cy="28813"/>
              </a:xfrm>
              <a:custGeom>
                <a:avLst/>
                <a:gdLst>
                  <a:gd name="T0" fmla="*/ 101 w 106"/>
                  <a:gd name="T1" fmla="*/ 29 h 33"/>
                  <a:gd name="T2" fmla="*/ 106 w 106"/>
                  <a:gd name="T3" fmla="*/ 33 h 33"/>
                  <a:gd name="T4" fmla="*/ 101 w 106"/>
                  <a:gd name="T5" fmla="*/ 29 h 33"/>
                  <a:gd name="T6" fmla="*/ 8 w 106"/>
                  <a:gd name="T7" fmla="*/ 0 h 33"/>
                  <a:gd name="T8" fmla="*/ 8 w 106"/>
                  <a:gd name="T9" fmla="*/ 0 h 33"/>
                  <a:gd name="T10" fmla="*/ 9 w 106"/>
                  <a:gd name="T11" fmla="*/ 12 h 33"/>
                  <a:gd name="T12" fmla="*/ 16 w 106"/>
                  <a:gd name="T13" fmla="*/ 12 h 33"/>
                  <a:gd name="T14" fmla="*/ 20 w 106"/>
                  <a:gd name="T15" fmla="*/ 11 h 33"/>
                  <a:gd name="T16" fmla="*/ 89 w 106"/>
                  <a:gd name="T17" fmla="*/ 25 h 33"/>
                  <a:gd name="T18" fmla="*/ 101 w 106"/>
                  <a:gd name="T19" fmla="*/ 29 h 33"/>
                  <a:gd name="T20" fmla="*/ 63 w 106"/>
                  <a:gd name="T21" fmla="*/ 11 h 33"/>
                  <a:gd name="T22" fmla="*/ 16 w 106"/>
                  <a:gd name="T23" fmla="*/ 0 h 33"/>
                  <a:gd name="T24" fmla="*/ 8 w 106"/>
                  <a:gd name="T2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6" h="33">
                    <a:moveTo>
                      <a:pt x="101" y="29"/>
                    </a:moveTo>
                    <a:cubicBezTo>
                      <a:pt x="103" y="31"/>
                      <a:pt x="104" y="32"/>
                      <a:pt x="106" y="33"/>
                    </a:cubicBezTo>
                    <a:cubicBezTo>
                      <a:pt x="104" y="32"/>
                      <a:pt x="103" y="30"/>
                      <a:pt x="101" y="29"/>
                    </a:cubicBezTo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1" y="11"/>
                      <a:pt x="9" y="12"/>
                    </a:cubicBezTo>
                    <a:cubicBezTo>
                      <a:pt x="11" y="12"/>
                      <a:pt x="13" y="12"/>
                      <a:pt x="16" y="12"/>
                    </a:cubicBezTo>
                    <a:cubicBezTo>
                      <a:pt x="17" y="11"/>
                      <a:pt x="19" y="11"/>
                      <a:pt x="20" y="11"/>
                    </a:cubicBezTo>
                    <a:cubicBezTo>
                      <a:pt x="43" y="11"/>
                      <a:pt x="67" y="18"/>
                      <a:pt x="89" y="25"/>
                    </a:cubicBezTo>
                    <a:cubicBezTo>
                      <a:pt x="94" y="26"/>
                      <a:pt x="97" y="27"/>
                      <a:pt x="101" y="29"/>
                    </a:cubicBezTo>
                    <a:cubicBezTo>
                      <a:pt x="89" y="21"/>
                      <a:pt x="77" y="15"/>
                      <a:pt x="63" y="11"/>
                    </a:cubicBezTo>
                    <a:cubicBezTo>
                      <a:pt x="48" y="6"/>
                      <a:pt x="32" y="3"/>
                      <a:pt x="16" y="0"/>
                    </a:cubicBezTo>
                    <a:cubicBezTo>
                      <a:pt x="13" y="0"/>
                      <a:pt x="11" y="0"/>
                      <a:pt x="8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89" name="ísḻíḑe" descr="cc33c9c2-376f-4125-8c8f-b1c4973bf93f">
                <a:extLst>
                  <a:ext uri="{FF2B5EF4-FFF2-40B4-BE49-F238E27FC236}">
                    <a16:creationId xmlns:a16="http://schemas.microsoft.com/office/drawing/2014/main" id="{D76E57CE-5F8D-488B-BD7C-2E15A44AEF8E}"/>
                  </a:ext>
                </a:extLst>
              </p:cNvPr>
              <p:cNvSpPr/>
              <p:nvPr/>
            </p:nvSpPr>
            <p:spPr bwMode="auto">
              <a:xfrm>
                <a:off x="3632912" y="2263743"/>
                <a:ext cx="13298" cy="90871"/>
              </a:xfrm>
              <a:custGeom>
                <a:avLst/>
                <a:gdLst>
                  <a:gd name="T0" fmla="*/ 10 w 16"/>
                  <a:gd name="T1" fmla="*/ 6 h 108"/>
                  <a:gd name="T2" fmla="*/ 1 w 16"/>
                  <a:gd name="T3" fmla="*/ 48 h 108"/>
                  <a:gd name="T4" fmla="*/ 3 w 16"/>
                  <a:gd name="T5" fmla="*/ 96 h 108"/>
                  <a:gd name="T6" fmla="*/ 4 w 16"/>
                  <a:gd name="T7" fmla="*/ 104 h 108"/>
                  <a:gd name="T8" fmla="*/ 9 w 16"/>
                  <a:gd name="T9" fmla="*/ 108 h 108"/>
                  <a:gd name="T10" fmla="*/ 15 w 16"/>
                  <a:gd name="T11" fmla="*/ 99 h 108"/>
                  <a:gd name="T12" fmla="*/ 13 w 16"/>
                  <a:gd name="T13" fmla="*/ 93 h 108"/>
                  <a:gd name="T14" fmla="*/ 8 w 16"/>
                  <a:gd name="T15" fmla="*/ 19 h 108"/>
                  <a:gd name="T16" fmla="*/ 10 w 16"/>
                  <a:gd name="T17" fmla="*/ 6 h 108"/>
                  <a:gd name="T18" fmla="*/ 12 w 16"/>
                  <a:gd name="T19" fmla="*/ 0 h 108"/>
                  <a:gd name="T20" fmla="*/ 10 w 16"/>
                  <a:gd name="T21" fmla="*/ 6 h 108"/>
                  <a:gd name="T22" fmla="*/ 12 w 16"/>
                  <a:gd name="T23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108">
                    <a:moveTo>
                      <a:pt x="10" y="6"/>
                    </a:moveTo>
                    <a:cubicBezTo>
                      <a:pt x="5" y="19"/>
                      <a:pt x="2" y="33"/>
                      <a:pt x="1" y="48"/>
                    </a:cubicBezTo>
                    <a:cubicBezTo>
                      <a:pt x="0" y="64"/>
                      <a:pt x="1" y="80"/>
                      <a:pt x="3" y="96"/>
                    </a:cubicBezTo>
                    <a:cubicBezTo>
                      <a:pt x="3" y="99"/>
                      <a:pt x="3" y="101"/>
                      <a:pt x="4" y="104"/>
                    </a:cubicBezTo>
                    <a:cubicBezTo>
                      <a:pt x="5" y="107"/>
                      <a:pt x="7" y="108"/>
                      <a:pt x="9" y="108"/>
                    </a:cubicBezTo>
                    <a:cubicBezTo>
                      <a:pt x="12" y="108"/>
                      <a:pt x="16" y="104"/>
                      <a:pt x="15" y="99"/>
                    </a:cubicBezTo>
                    <a:cubicBezTo>
                      <a:pt x="15" y="97"/>
                      <a:pt x="14" y="95"/>
                      <a:pt x="13" y="93"/>
                    </a:cubicBezTo>
                    <a:cubicBezTo>
                      <a:pt x="6" y="70"/>
                      <a:pt x="7" y="44"/>
                      <a:pt x="8" y="19"/>
                    </a:cubicBezTo>
                    <a:cubicBezTo>
                      <a:pt x="8" y="14"/>
                      <a:pt x="8" y="10"/>
                      <a:pt x="10" y="6"/>
                    </a:cubicBezTo>
                    <a:moveTo>
                      <a:pt x="12" y="0"/>
                    </a:moveTo>
                    <a:cubicBezTo>
                      <a:pt x="11" y="2"/>
                      <a:pt x="10" y="4"/>
                      <a:pt x="10" y="6"/>
                    </a:cubicBezTo>
                    <a:cubicBezTo>
                      <a:pt x="10" y="4"/>
                      <a:pt x="11" y="2"/>
                      <a:pt x="12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0" name="îṥ1íḍé" descr="1656e70a-12f0-45a0-af51-58268b49b7ce">
                <a:extLst>
                  <a:ext uri="{FF2B5EF4-FFF2-40B4-BE49-F238E27FC236}">
                    <a16:creationId xmlns:a16="http://schemas.microsoft.com/office/drawing/2014/main" id="{DC4525DE-CD36-4672-A6B9-7FF91E4A2E4D}"/>
                  </a:ext>
                </a:extLst>
              </p:cNvPr>
              <p:cNvSpPr/>
              <p:nvPr/>
            </p:nvSpPr>
            <p:spPr bwMode="auto">
              <a:xfrm>
                <a:off x="3505472" y="2079785"/>
                <a:ext cx="50976" cy="26596"/>
              </a:xfrm>
              <a:custGeom>
                <a:avLst/>
                <a:gdLst>
                  <a:gd name="T0" fmla="*/ 57 w 60"/>
                  <a:gd name="T1" fmla="*/ 29 h 32"/>
                  <a:gd name="T2" fmla="*/ 60 w 60"/>
                  <a:gd name="T3" fmla="*/ 32 h 32"/>
                  <a:gd name="T4" fmla="*/ 57 w 60"/>
                  <a:gd name="T5" fmla="*/ 29 h 32"/>
                  <a:gd name="T6" fmla="*/ 4 w 60"/>
                  <a:gd name="T7" fmla="*/ 0 h 32"/>
                  <a:gd name="T8" fmla="*/ 5 w 60"/>
                  <a:gd name="T9" fmla="*/ 7 h 32"/>
                  <a:gd name="T10" fmla="*/ 8 w 60"/>
                  <a:gd name="T11" fmla="*/ 8 h 32"/>
                  <a:gd name="T12" fmla="*/ 51 w 60"/>
                  <a:gd name="T13" fmla="*/ 25 h 32"/>
                  <a:gd name="T14" fmla="*/ 57 w 60"/>
                  <a:gd name="T15" fmla="*/ 29 h 32"/>
                  <a:gd name="T16" fmla="*/ 37 w 60"/>
                  <a:gd name="T17" fmla="*/ 13 h 32"/>
                  <a:gd name="T18" fmla="*/ 10 w 60"/>
                  <a:gd name="T19" fmla="*/ 1 h 32"/>
                  <a:gd name="T20" fmla="*/ 5 w 60"/>
                  <a:gd name="T21" fmla="*/ 0 h 32"/>
                  <a:gd name="T22" fmla="*/ 4 w 60"/>
                  <a:gd name="T2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32">
                    <a:moveTo>
                      <a:pt x="57" y="29"/>
                    </a:moveTo>
                    <a:cubicBezTo>
                      <a:pt x="58" y="30"/>
                      <a:pt x="59" y="31"/>
                      <a:pt x="60" y="32"/>
                    </a:cubicBezTo>
                    <a:cubicBezTo>
                      <a:pt x="59" y="31"/>
                      <a:pt x="58" y="30"/>
                      <a:pt x="57" y="29"/>
                    </a:cubicBezTo>
                    <a:moveTo>
                      <a:pt x="4" y="0"/>
                    </a:moveTo>
                    <a:cubicBezTo>
                      <a:pt x="0" y="0"/>
                      <a:pt x="0" y="6"/>
                      <a:pt x="5" y="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23" y="10"/>
                      <a:pt x="37" y="17"/>
                      <a:pt x="51" y="25"/>
                    </a:cubicBezTo>
                    <a:cubicBezTo>
                      <a:pt x="53" y="26"/>
                      <a:pt x="55" y="27"/>
                      <a:pt x="57" y="29"/>
                    </a:cubicBezTo>
                    <a:cubicBezTo>
                      <a:pt x="51" y="23"/>
                      <a:pt x="44" y="17"/>
                      <a:pt x="37" y="13"/>
                    </a:cubicBezTo>
                    <a:cubicBezTo>
                      <a:pt x="28" y="9"/>
                      <a:pt x="19" y="5"/>
                      <a:pt x="10" y="1"/>
                    </a:cubicBezTo>
                    <a:cubicBezTo>
                      <a:pt x="8" y="1"/>
                      <a:pt x="7" y="0"/>
                      <a:pt x="5" y="0"/>
                    </a:cubicBezTo>
                    <a:cubicBezTo>
                      <a:pt x="5" y="0"/>
                      <a:pt x="5" y="0"/>
                      <a:pt x="4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1" name="í$ḻïḋé" descr="fe6e6e56-df37-4ed7-b643-21ad68785794">
                <a:extLst>
                  <a:ext uri="{FF2B5EF4-FFF2-40B4-BE49-F238E27FC236}">
                    <a16:creationId xmlns:a16="http://schemas.microsoft.com/office/drawing/2014/main" id="{47F69C06-9DE0-407E-AA15-C57673C1A1A8}"/>
                  </a:ext>
                </a:extLst>
              </p:cNvPr>
              <p:cNvSpPr/>
              <p:nvPr/>
            </p:nvSpPr>
            <p:spPr bwMode="auto">
              <a:xfrm>
                <a:off x="3437872" y="2216090"/>
                <a:ext cx="157362" cy="35462"/>
              </a:xfrm>
              <a:custGeom>
                <a:avLst/>
                <a:gdLst>
                  <a:gd name="T0" fmla="*/ 174 w 186"/>
                  <a:gd name="T1" fmla="*/ 4 h 43"/>
                  <a:gd name="T2" fmla="*/ 186 w 186"/>
                  <a:gd name="T3" fmla="*/ 7 h 43"/>
                  <a:gd name="T4" fmla="*/ 174 w 186"/>
                  <a:gd name="T5" fmla="*/ 4 h 43"/>
                  <a:gd name="T6" fmla="*/ 132 w 186"/>
                  <a:gd name="T7" fmla="*/ 0 h 43"/>
                  <a:gd name="T8" fmla="*/ 104 w 186"/>
                  <a:gd name="T9" fmla="*/ 2 h 43"/>
                  <a:gd name="T10" fmla="*/ 24 w 186"/>
                  <a:gd name="T11" fmla="*/ 19 h 43"/>
                  <a:gd name="T12" fmla="*/ 11 w 186"/>
                  <a:gd name="T13" fmla="*/ 24 h 43"/>
                  <a:gd name="T14" fmla="*/ 16 w 186"/>
                  <a:gd name="T15" fmla="*/ 43 h 43"/>
                  <a:gd name="T16" fmla="*/ 21 w 186"/>
                  <a:gd name="T17" fmla="*/ 42 h 43"/>
                  <a:gd name="T18" fmla="*/ 31 w 186"/>
                  <a:gd name="T19" fmla="*/ 38 h 43"/>
                  <a:gd name="T20" fmla="*/ 154 w 186"/>
                  <a:gd name="T21" fmla="*/ 6 h 43"/>
                  <a:gd name="T22" fmla="*/ 170 w 186"/>
                  <a:gd name="T23" fmla="*/ 4 h 43"/>
                  <a:gd name="T24" fmla="*/ 174 w 186"/>
                  <a:gd name="T25" fmla="*/ 4 h 43"/>
                  <a:gd name="T26" fmla="*/ 132 w 186"/>
                  <a:gd name="T2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86" h="43">
                    <a:moveTo>
                      <a:pt x="174" y="4"/>
                    </a:moveTo>
                    <a:cubicBezTo>
                      <a:pt x="178" y="5"/>
                      <a:pt x="182" y="6"/>
                      <a:pt x="186" y="7"/>
                    </a:cubicBezTo>
                    <a:cubicBezTo>
                      <a:pt x="182" y="6"/>
                      <a:pt x="178" y="5"/>
                      <a:pt x="174" y="4"/>
                    </a:cubicBezTo>
                    <a:moveTo>
                      <a:pt x="132" y="0"/>
                    </a:moveTo>
                    <a:cubicBezTo>
                      <a:pt x="123" y="0"/>
                      <a:pt x="113" y="1"/>
                      <a:pt x="104" y="2"/>
                    </a:cubicBezTo>
                    <a:cubicBezTo>
                      <a:pt x="77" y="6"/>
                      <a:pt x="50" y="12"/>
                      <a:pt x="24" y="19"/>
                    </a:cubicBezTo>
                    <a:cubicBezTo>
                      <a:pt x="20" y="21"/>
                      <a:pt x="15" y="22"/>
                      <a:pt x="11" y="24"/>
                    </a:cubicBezTo>
                    <a:cubicBezTo>
                      <a:pt x="0" y="30"/>
                      <a:pt x="6" y="43"/>
                      <a:pt x="16" y="43"/>
                    </a:cubicBezTo>
                    <a:cubicBezTo>
                      <a:pt x="18" y="43"/>
                      <a:pt x="20" y="43"/>
                      <a:pt x="21" y="42"/>
                    </a:cubicBezTo>
                    <a:cubicBezTo>
                      <a:pt x="25" y="41"/>
                      <a:pt x="28" y="39"/>
                      <a:pt x="31" y="38"/>
                    </a:cubicBezTo>
                    <a:cubicBezTo>
                      <a:pt x="68" y="18"/>
                      <a:pt x="112" y="11"/>
                      <a:pt x="154" y="6"/>
                    </a:cubicBezTo>
                    <a:cubicBezTo>
                      <a:pt x="159" y="5"/>
                      <a:pt x="165" y="4"/>
                      <a:pt x="170" y="4"/>
                    </a:cubicBezTo>
                    <a:cubicBezTo>
                      <a:pt x="171" y="4"/>
                      <a:pt x="172" y="4"/>
                      <a:pt x="174" y="4"/>
                    </a:cubicBezTo>
                    <a:cubicBezTo>
                      <a:pt x="160" y="2"/>
                      <a:pt x="146" y="0"/>
                      <a:pt x="132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2" name="íṡlîḑé" descr="1faf4800-e986-44e9-8bb3-ef3957270c17">
                <a:extLst>
                  <a:ext uri="{FF2B5EF4-FFF2-40B4-BE49-F238E27FC236}">
                    <a16:creationId xmlns:a16="http://schemas.microsoft.com/office/drawing/2014/main" id="{736A87B9-B312-4A45-8D6E-04E2978B9A74}"/>
                  </a:ext>
                </a:extLst>
              </p:cNvPr>
              <p:cNvSpPr/>
              <p:nvPr/>
            </p:nvSpPr>
            <p:spPr bwMode="auto">
              <a:xfrm>
                <a:off x="3471118" y="2239363"/>
                <a:ext cx="151821" cy="65383"/>
              </a:xfrm>
              <a:custGeom>
                <a:avLst/>
                <a:gdLst>
                  <a:gd name="T0" fmla="*/ 126 w 179"/>
                  <a:gd name="T1" fmla="*/ 8 h 77"/>
                  <a:gd name="T2" fmla="*/ 81 w 179"/>
                  <a:gd name="T3" fmla="*/ 20 h 77"/>
                  <a:gd name="T4" fmla="*/ 17 w 179"/>
                  <a:gd name="T5" fmla="*/ 56 h 77"/>
                  <a:gd name="T6" fmla="*/ 7 w 179"/>
                  <a:gd name="T7" fmla="*/ 64 h 77"/>
                  <a:gd name="T8" fmla="*/ 13 w 179"/>
                  <a:gd name="T9" fmla="*/ 77 h 77"/>
                  <a:gd name="T10" fmla="*/ 21 w 179"/>
                  <a:gd name="T11" fmla="*/ 74 h 77"/>
                  <a:gd name="T12" fmla="*/ 28 w 179"/>
                  <a:gd name="T13" fmla="*/ 67 h 77"/>
                  <a:gd name="T14" fmla="*/ 125 w 179"/>
                  <a:gd name="T15" fmla="*/ 8 h 77"/>
                  <a:gd name="T16" fmla="*/ 126 w 179"/>
                  <a:gd name="T17" fmla="*/ 8 h 77"/>
                  <a:gd name="T18" fmla="*/ 179 w 179"/>
                  <a:gd name="T19" fmla="*/ 0 h 77"/>
                  <a:gd name="T20" fmla="*/ 126 w 179"/>
                  <a:gd name="T21" fmla="*/ 8 h 77"/>
                  <a:gd name="T22" fmla="*/ 179 w 179"/>
                  <a:gd name="T23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9" h="77">
                    <a:moveTo>
                      <a:pt x="126" y="8"/>
                    </a:moveTo>
                    <a:cubicBezTo>
                      <a:pt x="108" y="11"/>
                      <a:pt x="91" y="15"/>
                      <a:pt x="81" y="20"/>
                    </a:cubicBezTo>
                    <a:cubicBezTo>
                      <a:pt x="59" y="30"/>
                      <a:pt x="37" y="42"/>
                      <a:pt x="17" y="56"/>
                    </a:cubicBezTo>
                    <a:cubicBezTo>
                      <a:pt x="13" y="58"/>
                      <a:pt x="10" y="61"/>
                      <a:pt x="7" y="64"/>
                    </a:cubicBezTo>
                    <a:cubicBezTo>
                      <a:pt x="0" y="70"/>
                      <a:pt x="6" y="77"/>
                      <a:pt x="13" y="77"/>
                    </a:cubicBezTo>
                    <a:cubicBezTo>
                      <a:pt x="16" y="77"/>
                      <a:pt x="18" y="76"/>
                      <a:pt x="21" y="74"/>
                    </a:cubicBezTo>
                    <a:cubicBezTo>
                      <a:pt x="23" y="72"/>
                      <a:pt x="26" y="69"/>
                      <a:pt x="28" y="67"/>
                    </a:cubicBezTo>
                    <a:cubicBezTo>
                      <a:pt x="54" y="42"/>
                      <a:pt x="90" y="24"/>
                      <a:pt x="125" y="8"/>
                    </a:cubicBezTo>
                    <a:cubicBezTo>
                      <a:pt x="125" y="8"/>
                      <a:pt x="126" y="8"/>
                      <a:pt x="126" y="8"/>
                    </a:cubicBezTo>
                    <a:moveTo>
                      <a:pt x="179" y="0"/>
                    </a:moveTo>
                    <a:cubicBezTo>
                      <a:pt x="169" y="0"/>
                      <a:pt x="136" y="4"/>
                      <a:pt x="126" y="8"/>
                    </a:cubicBezTo>
                    <a:cubicBezTo>
                      <a:pt x="145" y="4"/>
                      <a:pt x="166" y="1"/>
                      <a:pt x="179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3" name="ï$ľïďê" descr="9c134927-45d9-4983-b66f-b42a5d2c6c73">
                <a:extLst>
                  <a:ext uri="{FF2B5EF4-FFF2-40B4-BE49-F238E27FC236}">
                    <a16:creationId xmlns:a16="http://schemas.microsoft.com/office/drawing/2014/main" id="{0818ADBE-F2D2-4856-95DC-D421308BCBA2}"/>
                  </a:ext>
                </a:extLst>
              </p:cNvPr>
              <p:cNvSpPr/>
              <p:nvPr/>
            </p:nvSpPr>
            <p:spPr bwMode="auto">
              <a:xfrm>
                <a:off x="3528743" y="2257093"/>
                <a:ext cx="90871" cy="134090"/>
              </a:xfrm>
              <a:custGeom>
                <a:avLst/>
                <a:gdLst>
                  <a:gd name="T0" fmla="*/ 67 w 107"/>
                  <a:gd name="T1" fmla="*/ 36 h 159"/>
                  <a:gd name="T2" fmla="*/ 38 w 107"/>
                  <a:gd name="T3" fmla="*/ 72 h 159"/>
                  <a:gd name="T4" fmla="*/ 6 w 107"/>
                  <a:gd name="T5" fmla="*/ 138 h 159"/>
                  <a:gd name="T6" fmla="*/ 1 w 107"/>
                  <a:gd name="T7" fmla="*/ 150 h 159"/>
                  <a:gd name="T8" fmla="*/ 8 w 107"/>
                  <a:gd name="T9" fmla="*/ 159 h 159"/>
                  <a:gd name="T10" fmla="*/ 19 w 107"/>
                  <a:gd name="T11" fmla="*/ 150 h 159"/>
                  <a:gd name="T12" fmla="*/ 21 w 107"/>
                  <a:gd name="T13" fmla="*/ 141 h 159"/>
                  <a:gd name="T14" fmla="*/ 67 w 107"/>
                  <a:gd name="T15" fmla="*/ 37 h 159"/>
                  <a:gd name="T16" fmla="*/ 67 w 107"/>
                  <a:gd name="T17" fmla="*/ 36 h 159"/>
                  <a:gd name="T18" fmla="*/ 107 w 107"/>
                  <a:gd name="T19" fmla="*/ 0 h 159"/>
                  <a:gd name="T20" fmla="*/ 67 w 107"/>
                  <a:gd name="T21" fmla="*/ 36 h 159"/>
                  <a:gd name="T22" fmla="*/ 107 w 107"/>
                  <a:gd name="T23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7" h="159">
                    <a:moveTo>
                      <a:pt x="67" y="36"/>
                    </a:moveTo>
                    <a:cubicBezTo>
                      <a:pt x="55" y="49"/>
                      <a:pt x="43" y="62"/>
                      <a:pt x="38" y="72"/>
                    </a:cubicBezTo>
                    <a:cubicBezTo>
                      <a:pt x="25" y="93"/>
                      <a:pt x="15" y="115"/>
                      <a:pt x="6" y="138"/>
                    </a:cubicBezTo>
                    <a:cubicBezTo>
                      <a:pt x="4" y="142"/>
                      <a:pt x="2" y="146"/>
                      <a:pt x="1" y="150"/>
                    </a:cubicBezTo>
                    <a:cubicBezTo>
                      <a:pt x="0" y="156"/>
                      <a:pt x="4" y="159"/>
                      <a:pt x="8" y="159"/>
                    </a:cubicBezTo>
                    <a:cubicBezTo>
                      <a:pt x="12" y="159"/>
                      <a:pt x="17" y="156"/>
                      <a:pt x="19" y="150"/>
                    </a:cubicBezTo>
                    <a:cubicBezTo>
                      <a:pt x="19" y="147"/>
                      <a:pt x="20" y="144"/>
                      <a:pt x="21" y="141"/>
                    </a:cubicBezTo>
                    <a:cubicBezTo>
                      <a:pt x="28" y="105"/>
                      <a:pt x="47" y="70"/>
                      <a:pt x="67" y="37"/>
                    </a:cubicBezTo>
                    <a:cubicBezTo>
                      <a:pt x="67" y="37"/>
                      <a:pt x="67" y="36"/>
                      <a:pt x="67" y="36"/>
                    </a:cubicBezTo>
                    <a:moveTo>
                      <a:pt x="107" y="0"/>
                    </a:moveTo>
                    <a:cubicBezTo>
                      <a:pt x="99" y="5"/>
                      <a:pt x="72" y="28"/>
                      <a:pt x="67" y="36"/>
                    </a:cubicBezTo>
                    <a:cubicBezTo>
                      <a:pt x="81" y="22"/>
                      <a:pt x="96" y="8"/>
                      <a:pt x="107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4" name="îSḻïdé" descr="23437bec-5f4d-44de-9094-691f77254221">
                <a:extLst>
                  <a:ext uri="{FF2B5EF4-FFF2-40B4-BE49-F238E27FC236}">
                    <a16:creationId xmlns:a16="http://schemas.microsoft.com/office/drawing/2014/main" id="{FC15E735-B7F8-4A40-AD40-5015083D71B4}"/>
                  </a:ext>
                </a:extLst>
              </p:cNvPr>
              <p:cNvSpPr/>
              <p:nvPr/>
            </p:nvSpPr>
            <p:spPr bwMode="auto">
              <a:xfrm>
                <a:off x="3618506" y="2032132"/>
                <a:ext cx="36570" cy="150713"/>
              </a:xfrm>
              <a:custGeom>
                <a:avLst/>
                <a:gdLst>
                  <a:gd name="T0" fmla="*/ 39 w 44"/>
                  <a:gd name="T1" fmla="*/ 167 h 179"/>
                  <a:gd name="T2" fmla="*/ 36 w 44"/>
                  <a:gd name="T3" fmla="*/ 179 h 179"/>
                  <a:gd name="T4" fmla="*/ 39 w 44"/>
                  <a:gd name="T5" fmla="*/ 167 h 179"/>
                  <a:gd name="T6" fmla="*/ 13 w 44"/>
                  <a:gd name="T7" fmla="*/ 0 h 179"/>
                  <a:gd name="T8" fmla="*/ 4 w 44"/>
                  <a:gd name="T9" fmla="*/ 16 h 179"/>
                  <a:gd name="T10" fmla="*/ 8 w 44"/>
                  <a:gd name="T11" fmla="*/ 25 h 179"/>
                  <a:gd name="T12" fmla="*/ 38 w 44"/>
                  <a:gd name="T13" fmla="*/ 148 h 179"/>
                  <a:gd name="T14" fmla="*/ 39 w 44"/>
                  <a:gd name="T15" fmla="*/ 167 h 179"/>
                  <a:gd name="T16" fmla="*/ 42 w 44"/>
                  <a:gd name="T17" fmla="*/ 98 h 179"/>
                  <a:gd name="T18" fmla="*/ 26 w 44"/>
                  <a:gd name="T19" fmla="*/ 19 h 179"/>
                  <a:gd name="T20" fmla="*/ 21 w 44"/>
                  <a:gd name="T21" fmla="*/ 5 h 179"/>
                  <a:gd name="T22" fmla="*/ 13 w 44"/>
                  <a:gd name="T23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" h="179">
                    <a:moveTo>
                      <a:pt x="39" y="167"/>
                    </a:moveTo>
                    <a:cubicBezTo>
                      <a:pt x="38" y="171"/>
                      <a:pt x="37" y="175"/>
                      <a:pt x="36" y="179"/>
                    </a:cubicBezTo>
                    <a:cubicBezTo>
                      <a:pt x="37" y="175"/>
                      <a:pt x="38" y="171"/>
                      <a:pt x="39" y="167"/>
                    </a:cubicBezTo>
                    <a:moveTo>
                      <a:pt x="13" y="0"/>
                    </a:moveTo>
                    <a:cubicBezTo>
                      <a:pt x="7" y="0"/>
                      <a:pt x="0" y="7"/>
                      <a:pt x="4" y="16"/>
                    </a:cubicBezTo>
                    <a:cubicBezTo>
                      <a:pt x="5" y="19"/>
                      <a:pt x="7" y="22"/>
                      <a:pt x="8" y="25"/>
                    </a:cubicBezTo>
                    <a:cubicBezTo>
                      <a:pt x="27" y="62"/>
                      <a:pt x="33" y="105"/>
                      <a:pt x="38" y="148"/>
                    </a:cubicBezTo>
                    <a:cubicBezTo>
                      <a:pt x="38" y="154"/>
                      <a:pt x="39" y="161"/>
                      <a:pt x="39" y="167"/>
                    </a:cubicBezTo>
                    <a:cubicBezTo>
                      <a:pt x="43" y="144"/>
                      <a:pt x="44" y="121"/>
                      <a:pt x="42" y="98"/>
                    </a:cubicBezTo>
                    <a:cubicBezTo>
                      <a:pt x="39" y="71"/>
                      <a:pt x="33" y="45"/>
                      <a:pt x="26" y="19"/>
                    </a:cubicBezTo>
                    <a:cubicBezTo>
                      <a:pt x="25" y="14"/>
                      <a:pt x="23" y="9"/>
                      <a:pt x="21" y="5"/>
                    </a:cubicBezTo>
                    <a:cubicBezTo>
                      <a:pt x="19" y="1"/>
                      <a:pt x="16" y="0"/>
                      <a:pt x="13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5" name="íṩļiḍe" descr="a746bad1-1021-4bd3-bca5-834fa7674358">
                <a:extLst>
                  <a:ext uri="{FF2B5EF4-FFF2-40B4-BE49-F238E27FC236}">
                    <a16:creationId xmlns:a16="http://schemas.microsoft.com/office/drawing/2014/main" id="{0B88AACE-3C03-46A7-BF0E-DEA7C3F9C805}"/>
                  </a:ext>
                </a:extLst>
              </p:cNvPr>
              <p:cNvSpPr/>
              <p:nvPr/>
            </p:nvSpPr>
            <p:spPr bwMode="auto">
              <a:xfrm>
                <a:off x="3543150" y="2044323"/>
                <a:ext cx="33245" cy="33245"/>
              </a:xfrm>
              <a:custGeom>
                <a:avLst/>
                <a:gdLst>
                  <a:gd name="T0" fmla="*/ 20 w 39"/>
                  <a:gd name="T1" fmla="*/ 0 h 39"/>
                  <a:gd name="T2" fmla="*/ 17 w 39"/>
                  <a:gd name="T3" fmla="*/ 10 h 39"/>
                  <a:gd name="T4" fmla="*/ 16 w 39"/>
                  <a:gd name="T5" fmla="*/ 11 h 39"/>
                  <a:gd name="T6" fmla="*/ 15 w 39"/>
                  <a:gd name="T7" fmla="*/ 11 h 39"/>
                  <a:gd name="T8" fmla="*/ 9 w 39"/>
                  <a:gd name="T9" fmla="*/ 8 h 39"/>
                  <a:gd name="T10" fmla="*/ 7 w 39"/>
                  <a:gd name="T11" fmla="*/ 10 h 39"/>
                  <a:gd name="T12" fmla="*/ 7 w 39"/>
                  <a:gd name="T13" fmla="*/ 20 h 39"/>
                  <a:gd name="T14" fmla="*/ 3 w 39"/>
                  <a:gd name="T15" fmla="*/ 23 h 39"/>
                  <a:gd name="T16" fmla="*/ 1 w 39"/>
                  <a:gd name="T17" fmla="*/ 27 h 39"/>
                  <a:gd name="T18" fmla="*/ 10 w 39"/>
                  <a:gd name="T19" fmla="*/ 27 h 39"/>
                  <a:gd name="T20" fmla="*/ 10 w 39"/>
                  <a:gd name="T21" fmla="*/ 27 h 39"/>
                  <a:gd name="T22" fmla="*/ 11 w 39"/>
                  <a:gd name="T23" fmla="*/ 27 h 39"/>
                  <a:gd name="T24" fmla="*/ 11 w 39"/>
                  <a:gd name="T25" fmla="*/ 28 h 39"/>
                  <a:gd name="T26" fmla="*/ 13 w 39"/>
                  <a:gd name="T27" fmla="*/ 35 h 39"/>
                  <a:gd name="T28" fmla="*/ 14 w 39"/>
                  <a:gd name="T29" fmla="*/ 38 h 39"/>
                  <a:gd name="T30" fmla="*/ 16 w 39"/>
                  <a:gd name="T31" fmla="*/ 39 h 39"/>
                  <a:gd name="T32" fmla="*/ 16 w 39"/>
                  <a:gd name="T33" fmla="*/ 39 h 39"/>
                  <a:gd name="T34" fmla="*/ 18 w 39"/>
                  <a:gd name="T35" fmla="*/ 37 h 39"/>
                  <a:gd name="T36" fmla="*/ 21 w 39"/>
                  <a:gd name="T37" fmla="*/ 30 h 39"/>
                  <a:gd name="T38" fmla="*/ 28 w 39"/>
                  <a:gd name="T39" fmla="*/ 37 h 39"/>
                  <a:gd name="T40" fmla="*/ 30 w 39"/>
                  <a:gd name="T41" fmla="*/ 38 h 39"/>
                  <a:gd name="T42" fmla="*/ 30 w 39"/>
                  <a:gd name="T43" fmla="*/ 38 h 39"/>
                  <a:gd name="T44" fmla="*/ 31 w 39"/>
                  <a:gd name="T45" fmla="*/ 36 h 39"/>
                  <a:gd name="T46" fmla="*/ 32 w 39"/>
                  <a:gd name="T47" fmla="*/ 25 h 39"/>
                  <a:gd name="T48" fmla="*/ 33 w 39"/>
                  <a:gd name="T49" fmla="*/ 25 h 39"/>
                  <a:gd name="T50" fmla="*/ 38 w 39"/>
                  <a:gd name="T51" fmla="*/ 24 h 39"/>
                  <a:gd name="T52" fmla="*/ 37 w 39"/>
                  <a:gd name="T53" fmla="*/ 19 h 39"/>
                  <a:gd name="T54" fmla="*/ 33 w 39"/>
                  <a:gd name="T55" fmla="*/ 16 h 39"/>
                  <a:gd name="T56" fmla="*/ 35 w 39"/>
                  <a:gd name="T57" fmla="*/ 6 h 39"/>
                  <a:gd name="T58" fmla="*/ 26 w 39"/>
                  <a:gd name="T59" fmla="*/ 9 h 39"/>
                  <a:gd name="T60" fmla="*/ 20 w 39"/>
                  <a:gd name="T61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9" h="39">
                    <a:moveTo>
                      <a:pt x="20" y="0"/>
                    </a:moveTo>
                    <a:cubicBezTo>
                      <a:pt x="18" y="3"/>
                      <a:pt x="19" y="7"/>
                      <a:pt x="17" y="10"/>
                    </a:cubicBezTo>
                    <a:cubicBezTo>
                      <a:pt x="17" y="11"/>
                      <a:pt x="17" y="11"/>
                      <a:pt x="16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3" y="10"/>
                      <a:pt x="11" y="8"/>
                      <a:pt x="9" y="8"/>
                    </a:cubicBezTo>
                    <a:cubicBezTo>
                      <a:pt x="8" y="8"/>
                      <a:pt x="7" y="9"/>
                      <a:pt x="7" y="10"/>
                    </a:cubicBezTo>
                    <a:cubicBezTo>
                      <a:pt x="5" y="12"/>
                      <a:pt x="9" y="17"/>
                      <a:pt x="7" y="20"/>
                    </a:cubicBezTo>
                    <a:cubicBezTo>
                      <a:pt x="7" y="21"/>
                      <a:pt x="5" y="22"/>
                      <a:pt x="3" y="23"/>
                    </a:cubicBezTo>
                    <a:cubicBezTo>
                      <a:pt x="2" y="23"/>
                      <a:pt x="0" y="25"/>
                      <a:pt x="1" y="27"/>
                    </a:cubicBezTo>
                    <a:cubicBezTo>
                      <a:pt x="4" y="27"/>
                      <a:pt x="7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11" y="27"/>
                      <a:pt x="11" y="27"/>
                    </a:cubicBezTo>
                    <a:cubicBezTo>
                      <a:pt x="11" y="27"/>
                      <a:pt x="11" y="28"/>
                      <a:pt x="11" y="28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3" y="36"/>
                      <a:pt x="13" y="37"/>
                      <a:pt x="14" y="38"/>
                    </a:cubicBezTo>
                    <a:cubicBezTo>
                      <a:pt x="14" y="39"/>
                      <a:pt x="15" y="39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7" y="39"/>
                      <a:pt x="18" y="38"/>
                      <a:pt x="18" y="37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3" y="33"/>
                      <a:pt x="25" y="35"/>
                      <a:pt x="28" y="37"/>
                    </a:cubicBezTo>
                    <a:cubicBezTo>
                      <a:pt x="29" y="38"/>
                      <a:pt x="29" y="38"/>
                      <a:pt x="30" y="38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7"/>
                      <a:pt x="31" y="37"/>
                      <a:pt x="31" y="36"/>
                    </a:cubicBezTo>
                    <a:cubicBezTo>
                      <a:pt x="32" y="32"/>
                      <a:pt x="32" y="28"/>
                      <a:pt x="32" y="25"/>
                    </a:cubicBezTo>
                    <a:cubicBezTo>
                      <a:pt x="32" y="25"/>
                      <a:pt x="33" y="25"/>
                      <a:pt x="33" y="25"/>
                    </a:cubicBezTo>
                    <a:cubicBezTo>
                      <a:pt x="35" y="25"/>
                      <a:pt x="36" y="24"/>
                      <a:pt x="38" y="24"/>
                    </a:cubicBezTo>
                    <a:cubicBezTo>
                      <a:pt x="39" y="22"/>
                      <a:pt x="38" y="21"/>
                      <a:pt x="37" y="19"/>
                    </a:cubicBezTo>
                    <a:cubicBezTo>
                      <a:pt x="36" y="18"/>
                      <a:pt x="35" y="17"/>
                      <a:pt x="33" y="16"/>
                    </a:cubicBezTo>
                    <a:cubicBezTo>
                      <a:pt x="35" y="13"/>
                      <a:pt x="36" y="10"/>
                      <a:pt x="35" y="6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5" y="6"/>
                      <a:pt x="23" y="3"/>
                      <a:pt x="20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6" name="ïṡlïde" descr="29bf3456-9128-40e7-a298-181b320f9fd8">
                <a:extLst>
                  <a:ext uri="{FF2B5EF4-FFF2-40B4-BE49-F238E27FC236}">
                    <a16:creationId xmlns:a16="http://schemas.microsoft.com/office/drawing/2014/main" id="{812933DD-5B83-4F68-A426-B802DE247B0E}"/>
                  </a:ext>
                </a:extLst>
              </p:cNvPr>
              <p:cNvSpPr/>
              <p:nvPr/>
            </p:nvSpPr>
            <p:spPr bwMode="auto">
              <a:xfrm>
                <a:off x="3671699" y="2085325"/>
                <a:ext cx="39894" cy="108602"/>
              </a:xfrm>
              <a:custGeom>
                <a:avLst/>
                <a:gdLst>
                  <a:gd name="T0" fmla="*/ 1 w 48"/>
                  <a:gd name="T1" fmla="*/ 120 h 128"/>
                  <a:gd name="T2" fmla="*/ 2 w 48"/>
                  <a:gd name="T3" fmla="*/ 128 h 128"/>
                  <a:gd name="T4" fmla="*/ 1 w 48"/>
                  <a:gd name="T5" fmla="*/ 120 h 128"/>
                  <a:gd name="T6" fmla="*/ 39 w 48"/>
                  <a:gd name="T7" fmla="*/ 0 h 128"/>
                  <a:gd name="T8" fmla="*/ 32 w 48"/>
                  <a:gd name="T9" fmla="*/ 3 h 128"/>
                  <a:gd name="T10" fmla="*/ 27 w 48"/>
                  <a:gd name="T11" fmla="*/ 13 h 128"/>
                  <a:gd name="T12" fmla="*/ 6 w 48"/>
                  <a:gd name="T13" fmla="*/ 69 h 128"/>
                  <a:gd name="T14" fmla="*/ 1 w 48"/>
                  <a:gd name="T15" fmla="*/ 120 h 128"/>
                  <a:gd name="T16" fmla="*/ 4 w 48"/>
                  <a:gd name="T17" fmla="*/ 106 h 128"/>
                  <a:gd name="T18" fmla="*/ 41 w 48"/>
                  <a:gd name="T19" fmla="*/ 19 h 128"/>
                  <a:gd name="T20" fmla="*/ 45 w 48"/>
                  <a:gd name="T21" fmla="*/ 13 h 128"/>
                  <a:gd name="T22" fmla="*/ 44 w 48"/>
                  <a:gd name="T23" fmla="*/ 1 h 128"/>
                  <a:gd name="T24" fmla="*/ 39 w 48"/>
                  <a:gd name="T25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8" h="128">
                    <a:moveTo>
                      <a:pt x="1" y="120"/>
                    </a:moveTo>
                    <a:cubicBezTo>
                      <a:pt x="1" y="123"/>
                      <a:pt x="1" y="126"/>
                      <a:pt x="2" y="128"/>
                    </a:cubicBezTo>
                    <a:cubicBezTo>
                      <a:pt x="2" y="126"/>
                      <a:pt x="1" y="123"/>
                      <a:pt x="1" y="120"/>
                    </a:cubicBezTo>
                    <a:moveTo>
                      <a:pt x="39" y="0"/>
                    </a:moveTo>
                    <a:cubicBezTo>
                      <a:pt x="36" y="0"/>
                      <a:pt x="34" y="1"/>
                      <a:pt x="32" y="3"/>
                    </a:cubicBezTo>
                    <a:cubicBezTo>
                      <a:pt x="30" y="6"/>
                      <a:pt x="29" y="9"/>
                      <a:pt x="27" y="13"/>
                    </a:cubicBezTo>
                    <a:cubicBezTo>
                      <a:pt x="19" y="31"/>
                      <a:pt x="12" y="50"/>
                      <a:pt x="6" y="69"/>
                    </a:cubicBezTo>
                    <a:cubicBezTo>
                      <a:pt x="1" y="85"/>
                      <a:pt x="0" y="103"/>
                      <a:pt x="1" y="120"/>
                    </a:cubicBezTo>
                    <a:cubicBezTo>
                      <a:pt x="1" y="115"/>
                      <a:pt x="3" y="110"/>
                      <a:pt x="4" y="106"/>
                    </a:cubicBezTo>
                    <a:cubicBezTo>
                      <a:pt x="12" y="75"/>
                      <a:pt x="22" y="44"/>
                      <a:pt x="41" y="19"/>
                    </a:cubicBezTo>
                    <a:cubicBezTo>
                      <a:pt x="42" y="17"/>
                      <a:pt x="44" y="15"/>
                      <a:pt x="45" y="13"/>
                    </a:cubicBezTo>
                    <a:cubicBezTo>
                      <a:pt x="48" y="9"/>
                      <a:pt x="47" y="4"/>
                      <a:pt x="44" y="1"/>
                    </a:cubicBezTo>
                    <a:cubicBezTo>
                      <a:pt x="42" y="0"/>
                      <a:pt x="41" y="0"/>
                      <a:pt x="39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7" name="íṥlîḓé" descr="7f553910-5593-408e-a72c-215be12d5442">
                <a:extLst>
                  <a:ext uri="{FF2B5EF4-FFF2-40B4-BE49-F238E27FC236}">
                    <a16:creationId xmlns:a16="http://schemas.microsoft.com/office/drawing/2014/main" id="{0FB17B9F-BC40-40EA-B2B8-ACBFF391F16F}"/>
                  </a:ext>
                </a:extLst>
              </p:cNvPr>
              <p:cNvSpPr/>
              <p:nvPr/>
            </p:nvSpPr>
            <p:spPr bwMode="auto">
              <a:xfrm>
                <a:off x="3682780" y="2134085"/>
                <a:ext cx="130765" cy="55409"/>
              </a:xfrm>
              <a:custGeom>
                <a:avLst/>
                <a:gdLst>
                  <a:gd name="T0" fmla="*/ 8 w 155"/>
                  <a:gd name="T1" fmla="*/ 58 h 66"/>
                  <a:gd name="T2" fmla="*/ 0 w 155"/>
                  <a:gd name="T3" fmla="*/ 66 h 66"/>
                  <a:gd name="T4" fmla="*/ 8 w 155"/>
                  <a:gd name="T5" fmla="*/ 58 h 66"/>
                  <a:gd name="T6" fmla="*/ 142 w 155"/>
                  <a:gd name="T7" fmla="*/ 0 h 66"/>
                  <a:gd name="T8" fmla="*/ 141 w 155"/>
                  <a:gd name="T9" fmla="*/ 0 h 66"/>
                  <a:gd name="T10" fmla="*/ 128 w 155"/>
                  <a:gd name="T11" fmla="*/ 2 h 66"/>
                  <a:gd name="T12" fmla="*/ 59 w 155"/>
                  <a:gd name="T13" fmla="*/ 24 h 66"/>
                  <a:gd name="T14" fmla="*/ 8 w 155"/>
                  <a:gd name="T15" fmla="*/ 58 h 66"/>
                  <a:gd name="T16" fmla="*/ 22 w 155"/>
                  <a:gd name="T17" fmla="*/ 50 h 66"/>
                  <a:gd name="T18" fmla="*/ 133 w 155"/>
                  <a:gd name="T19" fmla="*/ 20 h 66"/>
                  <a:gd name="T20" fmla="*/ 143 w 155"/>
                  <a:gd name="T21" fmla="*/ 19 h 66"/>
                  <a:gd name="T22" fmla="*/ 142 w 155"/>
                  <a:gd name="T2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5" h="66">
                    <a:moveTo>
                      <a:pt x="8" y="58"/>
                    </a:moveTo>
                    <a:cubicBezTo>
                      <a:pt x="4" y="60"/>
                      <a:pt x="2" y="63"/>
                      <a:pt x="0" y="66"/>
                    </a:cubicBezTo>
                    <a:cubicBezTo>
                      <a:pt x="2" y="63"/>
                      <a:pt x="5" y="61"/>
                      <a:pt x="8" y="58"/>
                    </a:cubicBezTo>
                    <a:moveTo>
                      <a:pt x="142" y="0"/>
                    </a:moveTo>
                    <a:cubicBezTo>
                      <a:pt x="142" y="0"/>
                      <a:pt x="141" y="0"/>
                      <a:pt x="141" y="0"/>
                    </a:cubicBezTo>
                    <a:cubicBezTo>
                      <a:pt x="137" y="0"/>
                      <a:pt x="133" y="1"/>
                      <a:pt x="128" y="2"/>
                    </a:cubicBezTo>
                    <a:cubicBezTo>
                      <a:pt x="105" y="7"/>
                      <a:pt x="81" y="15"/>
                      <a:pt x="59" y="24"/>
                    </a:cubicBezTo>
                    <a:cubicBezTo>
                      <a:pt x="40" y="32"/>
                      <a:pt x="22" y="44"/>
                      <a:pt x="8" y="58"/>
                    </a:cubicBezTo>
                    <a:cubicBezTo>
                      <a:pt x="12" y="55"/>
                      <a:pt x="17" y="52"/>
                      <a:pt x="22" y="50"/>
                    </a:cubicBezTo>
                    <a:cubicBezTo>
                      <a:pt x="58" y="35"/>
                      <a:pt x="94" y="21"/>
                      <a:pt x="133" y="20"/>
                    </a:cubicBezTo>
                    <a:cubicBezTo>
                      <a:pt x="136" y="20"/>
                      <a:pt x="140" y="20"/>
                      <a:pt x="143" y="19"/>
                    </a:cubicBezTo>
                    <a:cubicBezTo>
                      <a:pt x="155" y="18"/>
                      <a:pt x="154" y="0"/>
                      <a:pt x="142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8" name="îṥ1ïďe" descr="c3d138db-d604-497e-a7fc-1b6937ef893b">
                <a:extLst>
                  <a:ext uri="{FF2B5EF4-FFF2-40B4-BE49-F238E27FC236}">
                    <a16:creationId xmlns:a16="http://schemas.microsoft.com/office/drawing/2014/main" id="{AF5F08EC-7B89-47BA-AB9E-AD998DD01E13}"/>
                  </a:ext>
                </a:extLst>
              </p:cNvPr>
              <p:cNvSpPr/>
              <p:nvPr/>
            </p:nvSpPr>
            <p:spPr bwMode="auto">
              <a:xfrm>
                <a:off x="3716026" y="2172872"/>
                <a:ext cx="89763" cy="28813"/>
              </a:xfrm>
              <a:custGeom>
                <a:avLst/>
                <a:gdLst>
                  <a:gd name="T0" fmla="*/ 6 w 107"/>
                  <a:gd name="T1" fmla="*/ 29 h 33"/>
                  <a:gd name="T2" fmla="*/ 0 w 107"/>
                  <a:gd name="T3" fmla="*/ 33 h 33"/>
                  <a:gd name="T4" fmla="*/ 6 w 107"/>
                  <a:gd name="T5" fmla="*/ 29 h 33"/>
                  <a:gd name="T6" fmla="*/ 99 w 107"/>
                  <a:gd name="T7" fmla="*/ 0 h 33"/>
                  <a:gd name="T8" fmla="*/ 91 w 107"/>
                  <a:gd name="T9" fmla="*/ 1 h 33"/>
                  <a:gd name="T10" fmla="*/ 44 w 107"/>
                  <a:gd name="T11" fmla="*/ 11 h 33"/>
                  <a:gd name="T12" fmla="*/ 6 w 107"/>
                  <a:gd name="T13" fmla="*/ 29 h 33"/>
                  <a:gd name="T14" fmla="*/ 17 w 107"/>
                  <a:gd name="T15" fmla="*/ 25 h 33"/>
                  <a:gd name="T16" fmla="*/ 86 w 107"/>
                  <a:gd name="T17" fmla="*/ 11 h 33"/>
                  <a:gd name="T18" fmla="*/ 91 w 107"/>
                  <a:gd name="T19" fmla="*/ 12 h 33"/>
                  <a:gd name="T20" fmla="*/ 97 w 107"/>
                  <a:gd name="T21" fmla="*/ 12 h 33"/>
                  <a:gd name="T22" fmla="*/ 99 w 107"/>
                  <a:gd name="T2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7" h="33">
                    <a:moveTo>
                      <a:pt x="6" y="29"/>
                    </a:moveTo>
                    <a:cubicBezTo>
                      <a:pt x="4" y="30"/>
                      <a:pt x="2" y="32"/>
                      <a:pt x="0" y="33"/>
                    </a:cubicBezTo>
                    <a:cubicBezTo>
                      <a:pt x="2" y="32"/>
                      <a:pt x="4" y="31"/>
                      <a:pt x="6" y="29"/>
                    </a:cubicBezTo>
                    <a:moveTo>
                      <a:pt x="99" y="0"/>
                    </a:moveTo>
                    <a:cubicBezTo>
                      <a:pt x="96" y="0"/>
                      <a:pt x="93" y="0"/>
                      <a:pt x="91" y="1"/>
                    </a:cubicBezTo>
                    <a:cubicBezTo>
                      <a:pt x="75" y="3"/>
                      <a:pt x="59" y="6"/>
                      <a:pt x="44" y="11"/>
                    </a:cubicBezTo>
                    <a:cubicBezTo>
                      <a:pt x="30" y="15"/>
                      <a:pt x="17" y="21"/>
                      <a:pt x="6" y="29"/>
                    </a:cubicBezTo>
                    <a:cubicBezTo>
                      <a:pt x="9" y="27"/>
                      <a:pt x="13" y="26"/>
                      <a:pt x="17" y="25"/>
                    </a:cubicBezTo>
                    <a:cubicBezTo>
                      <a:pt x="40" y="18"/>
                      <a:pt x="63" y="11"/>
                      <a:pt x="86" y="11"/>
                    </a:cubicBezTo>
                    <a:cubicBezTo>
                      <a:pt x="88" y="11"/>
                      <a:pt x="89" y="11"/>
                      <a:pt x="91" y="12"/>
                    </a:cubicBezTo>
                    <a:cubicBezTo>
                      <a:pt x="93" y="12"/>
                      <a:pt x="95" y="12"/>
                      <a:pt x="97" y="12"/>
                    </a:cubicBezTo>
                    <a:cubicBezTo>
                      <a:pt x="105" y="11"/>
                      <a:pt x="107" y="0"/>
                      <a:pt x="99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99" name="ïsḷîḓê" descr="fdc4d270-75d3-4045-9ec6-a9615957c4a6">
                <a:extLst>
                  <a:ext uri="{FF2B5EF4-FFF2-40B4-BE49-F238E27FC236}">
                    <a16:creationId xmlns:a16="http://schemas.microsoft.com/office/drawing/2014/main" id="{0E101F82-7F9F-4735-99C6-5ABF86EDDC07}"/>
                  </a:ext>
                </a:extLst>
              </p:cNvPr>
              <p:cNvSpPr/>
              <p:nvPr/>
            </p:nvSpPr>
            <p:spPr bwMode="auto">
              <a:xfrm>
                <a:off x="3740406" y="2079785"/>
                <a:ext cx="49868" cy="26596"/>
              </a:xfrm>
              <a:custGeom>
                <a:avLst/>
                <a:gdLst>
                  <a:gd name="T0" fmla="*/ 2 w 59"/>
                  <a:gd name="T1" fmla="*/ 29 h 32"/>
                  <a:gd name="T2" fmla="*/ 0 w 59"/>
                  <a:gd name="T3" fmla="*/ 32 h 32"/>
                  <a:gd name="T4" fmla="*/ 2 w 59"/>
                  <a:gd name="T5" fmla="*/ 29 h 32"/>
                  <a:gd name="T6" fmla="*/ 55 w 59"/>
                  <a:gd name="T7" fmla="*/ 0 h 32"/>
                  <a:gd name="T8" fmla="*/ 54 w 59"/>
                  <a:gd name="T9" fmla="*/ 0 h 32"/>
                  <a:gd name="T10" fmla="*/ 49 w 59"/>
                  <a:gd name="T11" fmla="*/ 1 h 32"/>
                  <a:gd name="T12" fmla="*/ 23 w 59"/>
                  <a:gd name="T13" fmla="*/ 13 h 32"/>
                  <a:gd name="T14" fmla="*/ 2 w 59"/>
                  <a:gd name="T15" fmla="*/ 29 h 32"/>
                  <a:gd name="T16" fmla="*/ 8 w 59"/>
                  <a:gd name="T17" fmla="*/ 25 h 32"/>
                  <a:gd name="T18" fmla="*/ 51 w 59"/>
                  <a:gd name="T19" fmla="*/ 8 h 32"/>
                  <a:gd name="T20" fmla="*/ 55 w 59"/>
                  <a:gd name="T21" fmla="*/ 7 h 32"/>
                  <a:gd name="T22" fmla="*/ 55 w 59"/>
                  <a:gd name="T2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32">
                    <a:moveTo>
                      <a:pt x="2" y="29"/>
                    </a:moveTo>
                    <a:cubicBezTo>
                      <a:pt x="1" y="30"/>
                      <a:pt x="0" y="31"/>
                      <a:pt x="0" y="32"/>
                    </a:cubicBezTo>
                    <a:cubicBezTo>
                      <a:pt x="0" y="31"/>
                      <a:pt x="1" y="30"/>
                      <a:pt x="2" y="29"/>
                    </a:cubicBezTo>
                    <a:moveTo>
                      <a:pt x="55" y="0"/>
                    </a:moveTo>
                    <a:cubicBezTo>
                      <a:pt x="55" y="0"/>
                      <a:pt x="54" y="0"/>
                      <a:pt x="54" y="0"/>
                    </a:cubicBezTo>
                    <a:cubicBezTo>
                      <a:pt x="53" y="0"/>
                      <a:pt x="51" y="1"/>
                      <a:pt x="49" y="1"/>
                    </a:cubicBezTo>
                    <a:cubicBezTo>
                      <a:pt x="40" y="5"/>
                      <a:pt x="31" y="9"/>
                      <a:pt x="23" y="13"/>
                    </a:cubicBezTo>
                    <a:cubicBezTo>
                      <a:pt x="15" y="17"/>
                      <a:pt x="8" y="23"/>
                      <a:pt x="2" y="29"/>
                    </a:cubicBezTo>
                    <a:cubicBezTo>
                      <a:pt x="4" y="27"/>
                      <a:pt x="6" y="26"/>
                      <a:pt x="8" y="25"/>
                    </a:cubicBezTo>
                    <a:cubicBezTo>
                      <a:pt x="22" y="17"/>
                      <a:pt x="36" y="10"/>
                      <a:pt x="51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9" y="6"/>
                      <a:pt x="59" y="0"/>
                      <a:pt x="55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0" name="îṣlïde" descr="be722002-c7b6-4b86-9fa0-e78792c94274">
                <a:extLst>
                  <a:ext uri="{FF2B5EF4-FFF2-40B4-BE49-F238E27FC236}">
                    <a16:creationId xmlns:a16="http://schemas.microsoft.com/office/drawing/2014/main" id="{17D7A179-893F-4DB3-A105-3689ADA2507F}"/>
                  </a:ext>
                </a:extLst>
              </p:cNvPr>
              <p:cNvSpPr/>
              <p:nvPr/>
            </p:nvSpPr>
            <p:spPr bwMode="auto">
              <a:xfrm>
                <a:off x="3672806" y="2311394"/>
                <a:ext cx="8865" cy="54301"/>
              </a:xfrm>
              <a:custGeom>
                <a:avLst/>
                <a:gdLst>
                  <a:gd name="T0" fmla="*/ 2 w 10"/>
                  <a:gd name="T1" fmla="*/ 3 h 65"/>
                  <a:gd name="T2" fmla="*/ 3 w 10"/>
                  <a:gd name="T3" fmla="*/ 11 h 65"/>
                  <a:gd name="T4" fmla="*/ 3 w 10"/>
                  <a:gd name="T5" fmla="*/ 57 h 65"/>
                  <a:gd name="T6" fmla="*/ 2 w 10"/>
                  <a:gd name="T7" fmla="*/ 60 h 65"/>
                  <a:gd name="T8" fmla="*/ 6 w 10"/>
                  <a:gd name="T9" fmla="*/ 65 h 65"/>
                  <a:gd name="T10" fmla="*/ 9 w 10"/>
                  <a:gd name="T11" fmla="*/ 63 h 65"/>
                  <a:gd name="T12" fmla="*/ 10 w 10"/>
                  <a:gd name="T13" fmla="*/ 58 h 65"/>
                  <a:gd name="T14" fmla="*/ 9 w 10"/>
                  <a:gd name="T15" fmla="*/ 28 h 65"/>
                  <a:gd name="T16" fmla="*/ 2 w 10"/>
                  <a:gd name="T17" fmla="*/ 3 h 65"/>
                  <a:gd name="T18" fmla="*/ 0 w 10"/>
                  <a:gd name="T19" fmla="*/ 0 h 65"/>
                  <a:gd name="T20" fmla="*/ 2 w 10"/>
                  <a:gd name="T21" fmla="*/ 3 h 65"/>
                  <a:gd name="T22" fmla="*/ 0 w 10"/>
                  <a:gd name="T2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65">
                    <a:moveTo>
                      <a:pt x="2" y="3"/>
                    </a:moveTo>
                    <a:cubicBezTo>
                      <a:pt x="3" y="6"/>
                      <a:pt x="3" y="8"/>
                      <a:pt x="3" y="11"/>
                    </a:cubicBezTo>
                    <a:cubicBezTo>
                      <a:pt x="5" y="26"/>
                      <a:pt x="6" y="42"/>
                      <a:pt x="3" y="57"/>
                    </a:cubicBezTo>
                    <a:cubicBezTo>
                      <a:pt x="3" y="58"/>
                      <a:pt x="2" y="59"/>
                      <a:pt x="2" y="60"/>
                    </a:cubicBezTo>
                    <a:cubicBezTo>
                      <a:pt x="2" y="63"/>
                      <a:pt x="4" y="65"/>
                      <a:pt x="6" y="65"/>
                    </a:cubicBezTo>
                    <a:cubicBezTo>
                      <a:pt x="7" y="65"/>
                      <a:pt x="9" y="64"/>
                      <a:pt x="9" y="63"/>
                    </a:cubicBezTo>
                    <a:cubicBezTo>
                      <a:pt x="9" y="61"/>
                      <a:pt x="10" y="59"/>
                      <a:pt x="10" y="58"/>
                    </a:cubicBezTo>
                    <a:cubicBezTo>
                      <a:pt x="10" y="48"/>
                      <a:pt x="10" y="38"/>
                      <a:pt x="9" y="28"/>
                    </a:cubicBezTo>
                    <a:cubicBezTo>
                      <a:pt x="8" y="20"/>
                      <a:pt x="5" y="11"/>
                      <a:pt x="2" y="3"/>
                    </a:cubicBezTo>
                    <a:moveTo>
                      <a:pt x="0" y="0"/>
                    </a:moveTo>
                    <a:cubicBezTo>
                      <a:pt x="1" y="1"/>
                      <a:pt x="1" y="2"/>
                      <a:pt x="2" y="3"/>
                    </a:cubicBezTo>
                    <a:cubicBezTo>
                      <a:pt x="1" y="2"/>
                      <a:pt x="1" y="1"/>
                      <a:pt x="0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1" name="ïŝļídê" descr="21c0c60c-4fdc-4188-a518-77cd08dc520f">
                <a:extLst>
                  <a:ext uri="{FF2B5EF4-FFF2-40B4-BE49-F238E27FC236}">
                    <a16:creationId xmlns:a16="http://schemas.microsoft.com/office/drawing/2014/main" id="{FBB28B9B-E7BD-441A-921E-C9382CF9BF4B}"/>
                  </a:ext>
                </a:extLst>
              </p:cNvPr>
              <p:cNvSpPr/>
              <p:nvPr/>
            </p:nvSpPr>
            <p:spPr bwMode="auto">
              <a:xfrm>
                <a:off x="3722675" y="2273716"/>
                <a:ext cx="63167" cy="67599"/>
              </a:xfrm>
              <a:custGeom>
                <a:avLst/>
                <a:gdLst>
                  <a:gd name="T0" fmla="*/ 5 w 75"/>
                  <a:gd name="T1" fmla="*/ 3 h 80"/>
                  <a:gd name="T2" fmla="*/ 14 w 75"/>
                  <a:gd name="T3" fmla="*/ 12 h 80"/>
                  <a:gd name="T4" fmla="*/ 61 w 75"/>
                  <a:gd name="T5" fmla="*/ 70 h 80"/>
                  <a:gd name="T6" fmla="*/ 64 w 75"/>
                  <a:gd name="T7" fmla="*/ 75 h 80"/>
                  <a:gd name="T8" fmla="*/ 72 w 75"/>
                  <a:gd name="T9" fmla="*/ 80 h 80"/>
                  <a:gd name="T10" fmla="*/ 73 w 75"/>
                  <a:gd name="T11" fmla="*/ 75 h 80"/>
                  <a:gd name="T12" fmla="*/ 68 w 75"/>
                  <a:gd name="T13" fmla="*/ 68 h 80"/>
                  <a:gd name="T14" fmla="*/ 38 w 75"/>
                  <a:gd name="T15" fmla="*/ 32 h 80"/>
                  <a:gd name="T16" fmla="*/ 5 w 75"/>
                  <a:gd name="T17" fmla="*/ 3 h 80"/>
                  <a:gd name="T18" fmla="*/ 0 w 75"/>
                  <a:gd name="T19" fmla="*/ 0 h 80"/>
                  <a:gd name="T20" fmla="*/ 5 w 75"/>
                  <a:gd name="T21" fmla="*/ 3 h 80"/>
                  <a:gd name="T22" fmla="*/ 0 w 75"/>
                  <a:gd name="T2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5" h="80">
                    <a:moveTo>
                      <a:pt x="5" y="3"/>
                    </a:moveTo>
                    <a:cubicBezTo>
                      <a:pt x="8" y="6"/>
                      <a:pt x="11" y="9"/>
                      <a:pt x="14" y="12"/>
                    </a:cubicBezTo>
                    <a:cubicBezTo>
                      <a:pt x="32" y="31"/>
                      <a:pt x="49" y="50"/>
                      <a:pt x="61" y="70"/>
                    </a:cubicBezTo>
                    <a:cubicBezTo>
                      <a:pt x="62" y="71"/>
                      <a:pt x="63" y="73"/>
                      <a:pt x="64" y="75"/>
                    </a:cubicBezTo>
                    <a:cubicBezTo>
                      <a:pt x="66" y="78"/>
                      <a:pt x="69" y="80"/>
                      <a:pt x="72" y="80"/>
                    </a:cubicBezTo>
                    <a:cubicBezTo>
                      <a:pt x="74" y="80"/>
                      <a:pt x="75" y="78"/>
                      <a:pt x="73" y="75"/>
                    </a:cubicBezTo>
                    <a:cubicBezTo>
                      <a:pt x="72" y="73"/>
                      <a:pt x="70" y="70"/>
                      <a:pt x="68" y="68"/>
                    </a:cubicBezTo>
                    <a:cubicBezTo>
                      <a:pt x="59" y="56"/>
                      <a:pt x="49" y="44"/>
                      <a:pt x="38" y="32"/>
                    </a:cubicBezTo>
                    <a:cubicBezTo>
                      <a:pt x="28" y="21"/>
                      <a:pt x="16" y="12"/>
                      <a:pt x="5" y="3"/>
                    </a:cubicBezTo>
                    <a:moveTo>
                      <a:pt x="0" y="0"/>
                    </a:moveTo>
                    <a:cubicBezTo>
                      <a:pt x="1" y="1"/>
                      <a:pt x="3" y="2"/>
                      <a:pt x="5" y="3"/>
                    </a:cubicBezTo>
                    <a:cubicBezTo>
                      <a:pt x="3" y="2"/>
                      <a:pt x="1" y="1"/>
                      <a:pt x="0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2" name="íşlíde" descr="4ba7f902-b9fc-4b2f-b4fc-21f9b5f6f4f8">
                <a:extLst>
                  <a:ext uri="{FF2B5EF4-FFF2-40B4-BE49-F238E27FC236}">
                    <a16:creationId xmlns:a16="http://schemas.microsoft.com/office/drawing/2014/main" id="{41883CCF-B4C0-41B8-8D19-AA3AC169A529}"/>
                  </a:ext>
                </a:extLst>
              </p:cNvPr>
              <p:cNvSpPr/>
              <p:nvPr/>
            </p:nvSpPr>
            <p:spPr bwMode="auto">
              <a:xfrm>
                <a:off x="3499930" y="2273716"/>
                <a:ext cx="63167" cy="67599"/>
              </a:xfrm>
              <a:custGeom>
                <a:avLst/>
                <a:gdLst>
                  <a:gd name="T0" fmla="*/ 70 w 75"/>
                  <a:gd name="T1" fmla="*/ 3 h 80"/>
                  <a:gd name="T2" fmla="*/ 37 w 75"/>
                  <a:gd name="T3" fmla="*/ 32 h 80"/>
                  <a:gd name="T4" fmla="*/ 6 w 75"/>
                  <a:gd name="T5" fmla="*/ 68 h 80"/>
                  <a:gd name="T6" fmla="*/ 2 w 75"/>
                  <a:gd name="T7" fmla="*/ 75 h 80"/>
                  <a:gd name="T8" fmla="*/ 3 w 75"/>
                  <a:gd name="T9" fmla="*/ 80 h 80"/>
                  <a:gd name="T10" fmla="*/ 11 w 75"/>
                  <a:gd name="T11" fmla="*/ 75 h 80"/>
                  <a:gd name="T12" fmla="*/ 14 w 75"/>
                  <a:gd name="T13" fmla="*/ 70 h 80"/>
                  <a:gd name="T14" fmla="*/ 61 w 75"/>
                  <a:gd name="T15" fmla="*/ 12 h 80"/>
                  <a:gd name="T16" fmla="*/ 70 w 75"/>
                  <a:gd name="T17" fmla="*/ 3 h 80"/>
                  <a:gd name="T18" fmla="*/ 75 w 75"/>
                  <a:gd name="T19" fmla="*/ 0 h 80"/>
                  <a:gd name="T20" fmla="*/ 70 w 75"/>
                  <a:gd name="T21" fmla="*/ 3 h 80"/>
                  <a:gd name="T22" fmla="*/ 75 w 75"/>
                  <a:gd name="T2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5" h="80">
                    <a:moveTo>
                      <a:pt x="70" y="3"/>
                    </a:moveTo>
                    <a:cubicBezTo>
                      <a:pt x="58" y="12"/>
                      <a:pt x="47" y="21"/>
                      <a:pt x="37" y="32"/>
                    </a:cubicBezTo>
                    <a:cubicBezTo>
                      <a:pt x="26" y="44"/>
                      <a:pt x="16" y="56"/>
                      <a:pt x="6" y="68"/>
                    </a:cubicBezTo>
                    <a:cubicBezTo>
                      <a:pt x="5" y="70"/>
                      <a:pt x="3" y="73"/>
                      <a:pt x="2" y="75"/>
                    </a:cubicBezTo>
                    <a:cubicBezTo>
                      <a:pt x="0" y="78"/>
                      <a:pt x="1" y="80"/>
                      <a:pt x="3" y="80"/>
                    </a:cubicBezTo>
                    <a:cubicBezTo>
                      <a:pt x="6" y="80"/>
                      <a:pt x="9" y="78"/>
                      <a:pt x="11" y="75"/>
                    </a:cubicBezTo>
                    <a:cubicBezTo>
                      <a:pt x="12" y="73"/>
                      <a:pt x="13" y="71"/>
                      <a:pt x="14" y="70"/>
                    </a:cubicBezTo>
                    <a:cubicBezTo>
                      <a:pt x="26" y="50"/>
                      <a:pt x="43" y="31"/>
                      <a:pt x="61" y="12"/>
                    </a:cubicBezTo>
                    <a:cubicBezTo>
                      <a:pt x="63" y="9"/>
                      <a:pt x="67" y="6"/>
                      <a:pt x="70" y="3"/>
                    </a:cubicBezTo>
                    <a:moveTo>
                      <a:pt x="75" y="0"/>
                    </a:moveTo>
                    <a:cubicBezTo>
                      <a:pt x="73" y="1"/>
                      <a:pt x="72" y="2"/>
                      <a:pt x="70" y="3"/>
                    </a:cubicBezTo>
                    <a:cubicBezTo>
                      <a:pt x="72" y="2"/>
                      <a:pt x="73" y="1"/>
                      <a:pt x="75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3" name="isḻïḍe" descr="9ddfc07d-e69d-46cf-a200-39fddd248f9a">
                <a:extLst>
                  <a:ext uri="{FF2B5EF4-FFF2-40B4-BE49-F238E27FC236}">
                    <a16:creationId xmlns:a16="http://schemas.microsoft.com/office/drawing/2014/main" id="{3B51B2AE-CEE6-4D46-9F9D-BA3C20A06F56}"/>
                  </a:ext>
                </a:extLst>
              </p:cNvPr>
              <p:cNvSpPr/>
              <p:nvPr/>
            </p:nvSpPr>
            <p:spPr bwMode="auto">
              <a:xfrm>
                <a:off x="3604099" y="2311394"/>
                <a:ext cx="7758" cy="54301"/>
              </a:xfrm>
              <a:custGeom>
                <a:avLst/>
                <a:gdLst>
                  <a:gd name="T0" fmla="*/ 8 w 10"/>
                  <a:gd name="T1" fmla="*/ 3 h 65"/>
                  <a:gd name="T2" fmla="*/ 1 w 10"/>
                  <a:gd name="T3" fmla="*/ 28 h 65"/>
                  <a:gd name="T4" fmla="*/ 0 w 10"/>
                  <a:gd name="T5" fmla="*/ 58 h 65"/>
                  <a:gd name="T6" fmla="*/ 1 w 10"/>
                  <a:gd name="T7" fmla="*/ 63 h 65"/>
                  <a:gd name="T8" fmla="*/ 4 w 10"/>
                  <a:gd name="T9" fmla="*/ 65 h 65"/>
                  <a:gd name="T10" fmla="*/ 8 w 10"/>
                  <a:gd name="T11" fmla="*/ 60 h 65"/>
                  <a:gd name="T12" fmla="*/ 7 w 10"/>
                  <a:gd name="T13" fmla="*/ 57 h 65"/>
                  <a:gd name="T14" fmla="*/ 7 w 10"/>
                  <a:gd name="T15" fmla="*/ 11 h 65"/>
                  <a:gd name="T16" fmla="*/ 8 w 10"/>
                  <a:gd name="T17" fmla="*/ 3 h 65"/>
                  <a:gd name="T18" fmla="*/ 10 w 10"/>
                  <a:gd name="T19" fmla="*/ 0 h 65"/>
                  <a:gd name="T20" fmla="*/ 8 w 10"/>
                  <a:gd name="T21" fmla="*/ 3 h 65"/>
                  <a:gd name="T22" fmla="*/ 10 w 10"/>
                  <a:gd name="T2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65">
                    <a:moveTo>
                      <a:pt x="8" y="3"/>
                    </a:moveTo>
                    <a:cubicBezTo>
                      <a:pt x="4" y="11"/>
                      <a:pt x="2" y="20"/>
                      <a:pt x="1" y="28"/>
                    </a:cubicBezTo>
                    <a:cubicBezTo>
                      <a:pt x="0" y="38"/>
                      <a:pt x="0" y="48"/>
                      <a:pt x="0" y="58"/>
                    </a:cubicBezTo>
                    <a:cubicBezTo>
                      <a:pt x="0" y="59"/>
                      <a:pt x="1" y="61"/>
                      <a:pt x="1" y="63"/>
                    </a:cubicBezTo>
                    <a:cubicBezTo>
                      <a:pt x="1" y="64"/>
                      <a:pt x="3" y="65"/>
                      <a:pt x="4" y="65"/>
                    </a:cubicBezTo>
                    <a:cubicBezTo>
                      <a:pt x="6" y="65"/>
                      <a:pt x="8" y="63"/>
                      <a:pt x="8" y="60"/>
                    </a:cubicBezTo>
                    <a:cubicBezTo>
                      <a:pt x="8" y="59"/>
                      <a:pt x="7" y="58"/>
                      <a:pt x="7" y="57"/>
                    </a:cubicBezTo>
                    <a:cubicBezTo>
                      <a:pt x="4" y="42"/>
                      <a:pt x="5" y="26"/>
                      <a:pt x="7" y="11"/>
                    </a:cubicBezTo>
                    <a:cubicBezTo>
                      <a:pt x="7" y="8"/>
                      <a:pt x="7" y="6"/>
                      <a:pt x="8" y="3"/>
                    </a:cubicBezTo>
                    <a:moveTo>
                      <a:pt x="10" y="0"/>
                    </a:moveTo>
                    <a:cubicBezTo>
                      <a:pt x="9" y="1"/>
                      <a:pt x="8" y="2"/>
                      <a:pt x="8" y="3"/>
                    </a:cubicBezTo>
                    <a:cubicBezTo>
                      <a:pt x="9" y="2"/>
                      <a:pt x="9" y="1"/>
                      <a:pt x="10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4" name="îslíďè" descr="c5f99ee8-9bd2-4a8f-ac50-b78d1b9c7500">
                <a:extLst>
                  <a:ext uri="{FF2B5EF4-FFF2-40B4-BE49-F238E27FC236}">
                    <a16:creationId xmlns:a16="http://schemas.microsoft.com/office/drawing/2014/main" id="{D5BCFF38-11D7-4917-8739-FEEF6A4CD000}"/>
                  </a:ext>
                </a:extLst>
              </p:cNvPr>
              <p:cNvSpPr/>
              <p:nvPr/>
            </p:nvSpPr>
            <p:spPr bwMode="auto">
              <a:xfrm>
                <a:off x="3708268" y="2119679"/>
                <a:ext cx="49868" cy="27705"/>
              </a:xfrm>
              <a:custGeom>
                <a:avLst/>
                <a:gdLst>
                  <a:gd name="T0" fmla="*/ 2 w 60"/>
                  <a:gd name="T1" fmla="*/ 30 h 33"/>
                  <a:gd name="T2" fmla="*/ 0 w 60"/>
                  <a:gd name="T3" fmla="*/ 33 h 33"/>
                  <a:gd name="T4" fmla="*/ 2 w 60"/>
                  <a:gd name="T5" fmla="*/ 30 h 33"/>
                  <a:gd name="T6" fmla="*/ 55 w 60"/>
                  <a:gd name="T7" fmla="*/ 0 h 33"/>
                  <a:gd name="T8" fmla="*/ 55 w 60"/>
                  <a:gd name="T9" fmla="*/ 0 h 33"/>
                  <a:gd name="T10" fmla="*/ 50 w 60"/>
                  <a:gd name="T11" fmla="*/ 2 h 33"/>
                  <a:gd name="T12" fmla="*/ 23 w 60"/>
                  <a:gd name="T13" fmla="*/ 14 h 33"/>
                  <a:gd name="T14" fmla="*/ 2 w 60"/>
                  <a:gd name="T15" fmla="*/ 30 h 33"/>
                  <a:gd name="T16" fmla="*/ 9 w 60"/>
                  <a:gd name="T17" fmla="*/ 26 h 33"/>
                  <a:gd name="T18" fmla="*/ 51 w 60"/>
                  <a:gd name="T19" fmla="*/ 8 h 33"/>
                  <a:gd name="T20" fmla="*/ 55 w 60"/>
                  <a:gd name="T21" fmla="*/ 8 h 33"/>
                  <a:gd name="T22" fmla="*/ 55 w 60"/>
                  <a:gd name="T2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33">
                    <a:moveTo>
                      <a:pt x="2" y="30"/>
                    </a:moveTo>
                    <a:cubicBezTo>
                      <a:pt x="2" y="31"/>
                      <a:pt x="1" y="32"/>
                      <a:pt x="0" y="33"/>
                    </a:cubicBezTo>
                    <a:cubicBezTo>
                      <a:pt x="1" y="32"/>
                      <a:pt x="2" y="31"/>
                      <a:pt x="2" y="30"/>
                    </a:cubicBezTo>
                    <a:moveTo>
                      <a:pt x="55" y="0"/>
                    </a:moveTo>
                    <a:cubicBezTo>
                      <a:pt x="55" y="0"/>
                      <a:pt x="55" y="0"/>
                      <a:pt x="55" y="0"/>
                    </a:cubicBezTo>
                    <a:cubicBezTo>
                      <a:pt x="53" y="1"/>
                      <a:pt x="51" y="1"/>
                      <a:pt x="50" y="2"/>
                    </a:cubicBezTo>
                    <a:cubicBezTo>
                      <a:pt x="41" y="5"/>
                      <a:pt x="32" y="9"/>
                      <a:pt x="23" y="14"/>
                    </a:cubicBezTo>
                    <a:cubicBezTo>
                      <a:pt x="15" y="18"/>
                      <a:pt x="8" y="24"/>
                      <a:pt x="2" y="30"/>
                    </a:cubicBezTo>
                    <a:cubicBezTo>
                      <a:pt x="4" y="28"/>
                      <a:pt x="6" y="27"/>
                      <a:pt x="9" y="26"/>
                    </a:cubicBezTo>
                    <a:cubicBezTo>
                      <a:pt x="22" y="18"/>
                      <a:pt x="37" y="11"/>
                      <a:pt x="51" y="8"/>
                    </a:cubicBezTo>
                    <a:cubicBezTo>
                      <a:pt x="53" y="8"/>
                      <a:pt x="54" y="8"/>
                      <a:pt x="55" y="8"/>
                    </a:cubicBezTo>
                    <a:cubicBezTo>
                      <a:pt x="60" y="7"/>
                      <a:pt x="60" y="0"/>
                      <a:pt x="55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5" name="išḻiḋê" descr="6ac5351d-0c15-4d87-b6e0-b905500f1257">
                <a:extLst>
                  <a:ext uri="{FF2B5EF4-FFF2-40B4-BE49-F238E27FC236}">
                    <a16:creationId xmlns:a16="http://schemas.microsoft.com/office/drawing/2014/main" id="{FC04C5FA-73CB-4A41-8ADD-D55A84DF6C5E}"/>
                  </a:ext>
                </a:extLst>
              </p:cNvPr>
              <p:cNvSpPr/>
              <p:nvPr/>
            </p:nvSpPr>
            <p:spPr bwMode="auto">
              <a:xfrm>
                <a:off x="3683888" y="2039890"/>
                <a:ext cx="37678" cy="43219"/>
              </a:xfrm>
              <a:custGeom>
                <a:avLst/>
                <a:gdLst>
                  <a:gd name="T0" fmla="*/ 2 w 45"/>
                  <a:gd name="T1" fmla="*/ 47 h 51"/>
                  <a:gd name="T2" fmla="*/ 0 w 45"/>
                  <a:gd name="T3" fmla="*/ 51 h 51"/>
                  <a:gd name="T4" fmla="*/ 2 w 45"/>
                  <a:gd name="T5" fmla="*/ 47 h 51"/>
                  <a:gd name="T6" fmla="*/ 41 w 45"/>
                  <a:gd name="T7" fmla="*/ 0 h 51"/>
                  <a:gd name="T8" fmla="*/ 39 w 45"/>
                  <a:gd name="T9" fmla="*/ 1 h 51"/>
                  <a:gd name="T10" fmla="*/ 35 w 45"/>
                  <a:gd name="T11" fmla="*/ 4 h 51"/>
                  <a:gd name="T12" fmla="*/ 14 w 45"/>
                  <a:gd name="T13" fmla="*/ 25 h 51"/>
                  <a:gd name="T14" fmla="*/ 2 w 45"/>
                  <a:gd name="T15" fmla="*/ 47 h 51"/>
                  <a:gd name="T16" fmla="*/ 6 w 45"/>
                  <a:gd name="T17" fmla="*/ 41 h 51"/>
                  <a:gd name="T18" fmla="*/ 39 w 45"/>
                  <a:gd name="T19" fmla="*/ 9 h 51"/>
                  <a:gd name="T20" fmla="*/ 42 w 45"/>
                  <a:gd name="T21" fmla="*/ 7 h 51"/>
                  <a:gd name="T22" fmla="*/ 41 w 45"/>
                  <a:gd name="T2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5" h="51">
                    <a:moveTo>
                      <a:pt x="2" y="47"/>
                    </a:moveTo>
                    <a:cubicBezTo>
                      <a:pt x="1" y="48"/>
                      <a:pt x="0" y="50"/>
                      <a:pt x="0" y="51"/>
                    </a:cubicBezTo>
                    <a:cubicBezTo>
                      <a:pt x="1" y="50"/>
                      <a:pt x="1" y="48"/>
                      <a:pt x="2" y="47"/>
                    </a:cubicBezTo>
                    <a:moveTo>
                      <a:pt x="41" y="0"/>
                    </a:moveTo>
                    <a:cubicBezTo>
                      <a:pt x="40" y="0"/>
                      <a:pt x="39" y="0"/>
                      <a:pt x="39" y="1"/>
                    </a:cubicBezTo>
                    <a:cubicBezTo>
                      <a:pt x="37" y="1"/>
                      <a:pt x="36" y="3"/>
                      <a:pt x="35" y="4"/>
                    </a:cubicBezTo>
                    <a:cubicBezTo>
                      <a:pt x="27" y="10"/>
                      <a:pt x="21" y="18"/>
                      <a:pt x="14" y="25"/>
                    </a:cubicBezTo>
                    <a:cubicBezTo>
                      <a:pt x="9" y="32"/>
                      <a:pt x="5" y="39"/>
                      <a:pt x="2" y="47"/>
                    </a:cubicBezTo>
                    <a:cubicBezTo>
                      <a:pt x="3" y="45"/>
                      <a:pt x="4" y="43"/>
                      <a:pt x="6" y="41"/>
                    </a:cubicBezTo>
                    <a:cubicBezTo>
                      <a:pt x="15" y="29"/>
                      <a:pt x="26" y="17"/>
                      <a:pt x="39" y="9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5" y="5"/>
                      <a:pt x="44" y="0"/>
                      <a:pt x="41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6" name="ïSļiḍê" descr="50535055-ea50-45cc-a785-fd47e1217ea1">
                <a:extLst>
                  <a:ext uri="{FF2B5EF4-FFF2-40B4-BE49-F238E27FC236}">
                    <a16:creationId xmlns:a16="http://schemas.microsoft.com/office/drawing/2014/main" id="{C92EF495-DA49-4296-8276-918669766D68}"/>
                  </a:ext>
                </a:extLst>
              </p:cNvPr>
              <p:cNvSpPr/>
              <p:nvPr/>
            </p:nvSpPr>
            <p:spPr bwMode="auto">
              <a:xfrm>
                <a:off x="3701619" y="2216090"/>
                <a:ext cx="156254" cy="35462"/>
              </a:xfrm>
              <a:custGeom>
                <a:avLst/>
                <a:gdLst>
                  <a:gd name="T0" fmla="*/ 60 w 185"/>
                  <a:gd name="T1" fmla="*/ 8 h 43"/>
                  <a:gd name="T2" fmla="*/ 59 w 185"/>
                  <a:gd name="T3" fmla="*/ 9 h 43"/>
                  <a:gd name="T4" fmla="*/ 61 w 185"/>
                  <a:gd name="T5" fmla="*/ 10 h 43"/>
                  <a:gd name="T6" fmla="*/ 60 w 185"/>
                  <a:gd name="T7" fmla="*/ 8 h 43"/>
                  <a:gd name="T8" fmla="*/ 12 w 185"/>
                  <a:gd name="T9" fmla="*/ 4 h 43"/>
                  <a:gd name="T10" fmla="*/ 0 w 185"/>
                  <a:gd name="T11" fmla="*/ 7 h 43"/>
                  <a:gd name="T12" fmla="*/ 12 w 185"/>
                  <a:gd name="T13" fmla="*/ 4 h 43"/>
                  <a:gd name="T14" fmla="*/ 70 w 185"/>
                  <a:gd name="T15" fmla="*/ 1 h 43"/>
                  <a:gd name="T16" fmla="*/ 73 w 185"/>
                  <a:gd name="T17" fmla="*/ 3 h 43"/>
                  <a:gd name="T18" fmla="*/ 75 w 185"/>
                  <a:gd name="T19" fmla="*/ 6 h 43"/>
                  <a:gd name="T20" fmla="*/ 68 w 185"/>
                  <a:gd name="T21" fmla="*/ 6 h 43"/>
                  <a:gd name="T22" fmla="*/ 68 w 185"/>
                  <a:gd name="T23" fmla="*/ 6 h 43"/>
                  <a:gd name="T24" fmla="*/ 68 w 185"/>
                  <a:gd name="T25" fmla="*/ 6 h 43"/>
                  <a:gd name="T26" fmla="*/ 67 w 185"/>
                  <a:gd name="T27" fmla="*/ 7 h 43"/>
                  <a:gd name="T28" fmla="*/ 66 w 185"/>
                  <a:gd name="T29" fmla="*/ 11 h 43"/>
                  <a:gd name="T30" fmla="*/ 154 w 185"/>
                  <a:gd name="T31" fmla="*/ 38 h 43"/>
                  <a:gd name="T32" fmla="*/ 164 w 185"/>
                  <a:gd name="T33" fmla="*/ 42 h 43"/>
                  <a:gd name="T34" fmla="*/ 169 w 185"/>
                  <a:gd name="T35" fmla="*/ 43 h 43"/>
                  <a:gd name="T36" fmla="*/ 175 w 185"/>
                  <a:gd name="T37" fmla="*/ 24 h 43"/>
                  <a:gd name="T38" fmla="*/ 161 w 185"/>
                  <a:gd name="T39" fmla="*/ 19 h 43"/>
                  <a:gd name="T40" fmla="*/ 81 w 185"/>
                  <a:gd name="T41" fmla="*/ 2 h 43"/>
                  <a:gd name="T42" fmla="*/ 70 w 185"/>
                  <a:gd name="T43" fmla="*/ 1 h 43"/>
                  <a:gd name="T44" fmla="*/ 48 w 185"/>
                  <a:gd name="T45" fmla="*/ 0 h 43"/>
                  <a:gd name="T46" fmla="*/ 12 w 185"/>
                  <a:gd name="T47" fmla="*/ 4 h 43"/>
                  <a:gd name="T48" fmla="*/ 16 w 185"/>
                  <a:gd name="T49" fmla="*/ 4 h 43"/>
                  <a:gd name="T50" fmla="*/ 31 w 185"/>
                  <a:gd name="T51" fmla="*/ 6 h 43"/>
                  <a:gd name="T52" fmla="*/ 52 w 185"/>
                  <a:gd name="T53" fmla="*/ 8 h 43"/>
                  <a:gd name="T54" fmla="*/ 52 w 185"/>
                  <a:gd name="T55" fmla="*/ 4 h 43"/>
                  <a:gd name="T56" fmla="*/ 51 w 185"/>
                  <a:gd name="T57" fmla="*/ 4 h 43"/>
                  <a:gd name="T58" fmla="*/ 47 w 185"/>
                  <a:gd name="T59" fmla="*/ 4 h 43"/>
                  <a:gd name="T60" fmla="*/ 48 w 185"/>
                  <a:gd name="T6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5" h="43">
                    <a:moveTo>
                      <a:pt x="60" y="8"/>
                    </a:moveTo>
                    <a:cubicBezTo>
                      <a:pt x="59" y="8"/>
                      <a:pt x="59" y="9"/>
                      <a:pt x="59" y="9"/>
                    </a:cubicBezTo>
                    <a:cubicBezTo>
                      <a:pt x="59" y="10"/>
                      <a:pt x="60" y="10"/>
                      <a:pt x="61" y="10"/>
                    </a:cubicBezTo>
                    <a:cubicBezTo>
                      <a:pt x="60" y="8"/>
                      <a:pt x="60" y="8"/>
                      <a:pt x="60" y="8"/>
                    </a:cubicBezTo>
                    <a:moveTo>
                      <a:pt x="12" y="4"/>
                    </a:moveTo>
                    <a:cubicBezTo>
                      <a:pt x="7" y="5"/>
                      <a:pt x="3" y="6"/>
                      <a:pt x="0" y="7"/>
                    </a:cubicBezTo>
                    <a:cubicBezTo>
                      <a:pt x="4" y="6"/>
                      <a:pt x="8" y="5"/>
                      <a:pt x="12" y="4"/>
                    </a:cubicBezTo>
                    <a:moveTo>
                      <a:pt x="70" y="1"/>
                    </a:moveTo>
                    <a:cubicBezTo>
                      <a:pt x="71" y="2"/>
                      <a:pt x="72" y="2"/>
                      <a:pt x="73" y="3"/>
                    </a:cubicBezTo>
                    <a:cubicBezTo>
                      <a:pt x="74" y="3"/>
                      <a:pt x="75" y="4"/>
                      <a:pt x="75" y="6"/>
                    </a:cubicBezTo>
                    <a:cubicBezTo>
                      <a:pt x="73" y="6"/>
                      <a:pt x="70" y="6"/>
                      <a:pt x="68" y="6"/>
                    </a:cubicBezTo>
                    <a:cubicBezTo>
                      <a:pt x="68" y="6"/>
                      <a:pt x="68" y="6"/>
                      <a:pt x="68" y="6"/>
                    </a:cubicBezTo>
                    <a:cubicBezTo>
                      <a:pt x="68" y="6"/>
                      <a:pt x="68" y="6"/>
                      <a:pt x="68" y="6"/>
                    </a:cubicBezTo>
                    <a:cubicBezTo>
                      <a:pt x="67" y="6"/>
                      <a:pt x="67" y="6"/>
                      <a:pt x="67" y="7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97" y="16"/>
                      <a:pt x="127" y="23"/>
                      <a:pt x="154" y="38"/>
                    </a:cubicBezTo>
                    <a:cubicBezTo>
                      <a:pt x="157" y="39"/>
                      <a:pt x="161" y="41"/>
                      <a:pt x="164" y="42"/>
                    </a:cubicBezTo>
                    <a:cubicBezTo>
                      <a:pt x="166" y="43"/>
                      <a:pt x="167" y="43"/>
                      <a:pt x="169" y="43"/>
                    </a:cubicBezTo>
                    <a:cubicBezTo>
                      <a:pt x="179" y="43"/>
                      <a:pt x="185" y="30"/>
                      <a:pt x="175" y="24"/>
                    </a:cubicBezTo>
                    <a:cubicBezTo>
                      <a:pt x="170" y="22"/>
                      <a:pt x="166" y="21"/>
                      <a:pt x="161" y="19"/>
                    </a:cubicBezTo>
                    <a:cubicBezTo>
                      <a:pt x="135" y="12"/>
                      <a:pt x="108" y="6"/>
                      <a:pt x="81" y="2"/>
                    </a:cubicBezTo>
                    <a:cubicBezTo>
                      <a:pt x="78" y="2"/>
                      <a:pt x="74" y="1"/>
                      <a:pt x="70" y="1"/>
                    </a:cubicBezTo>
                    <a:moveTo>
                      <a:pt x="48" y="0"/>
                    </a:moveTo>
                    <a:cubicBezTo>
                      <a:pt x="36" y="1"/>
                      <a:pt x="23" y="2"/>
                      <a:pt x="12" y="4"/>
                    </a:cubicBezTo>
                    <a:cubicBezTo>
                      <a:pt x="13" y="4"/>
                      <a:pt x="14" y="4"/>
                      <a:pt x="16" y="4"/>
                    </a:cubicBezTo>
                    <a:cubicBezTo>
                      <a:pt x="21" y="4"/>
                      <a:pt x="26" y="5"/>
                      <a:pt x="31" y="6"/>
                    </a:cubicBezTo>
                    <a:cubicBezTo>
                      <a:pt x="38" y="6"/>
                      <a:pt x="45" y="7"/>
                      <a:pt x="52" y="8"/>
                    </a:cubicBezTo>
                    <a:cubicBezTo>
                      <a:pt x="52" y="7"/>
                      <a:pt x="52" y="6"/>
                      <a:pt x="52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50" y="4"/>
                      <a:pt x="48" y="4"/>
                      <a:pt x="47" y="4"/>
                    </a:cubicBezTo>
                    <a:cubicBezTo>
                      <a:pt x="47" y="3"/>
                      <a:pt x="47" y="1"/>
                      <a:pt x="48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7" name="îṩliďê" descr="aaa0a75f-dc48-47b9-b105-d18f27c954ce">
                <a:extLst>
                  <a:ext uri="{FF2B5EF4-FFF2-40B4-BE49-F238E27FC236}">
                    <a16:creationId xmlns:a16="http://schemas.microsoft.com/office/drawing/2014/main" id="{36F2248C-C127-4182-AF0E-E50CD58308C4}"/>
                  </a:ext>
                </a:extLst>
              </p:cNvPr>
              <p:cNvSpPr/>
              <p:nvPr/>
            </p:nvSpPr>
            <p:spPr bwMode="auto">
              <a:xfrm>
                <a:off x="3675023" y="2239363"/>
                <a:ext cx="150712" cy="65383"/>
              </a:xfrm>
              <a:custGeom>
                <a:avLst/>
                <a:gdLst>
                  <a:gd name="T0" fmla="*/ 52 w 178"/>
                  <a:gd name="T1" fmla="*/ 8 h 77"/>
                  <a:gd name="T2" fmla="*/ 53 w 178"/>
                  <a:gd name="T3" fmla="*/ 8 h 77"/>
                  <a:gd name="T4" fmla="*/ 151 w 178"/>
                  <a:gd name="T5" fmla="*/ 67 h 77"/>
                  <a:gd name="T6" fmla="*/ 158 w 178"/>
                  <a:gd name="T7" fmla="*/ 74 h 77"/>
                  <a:gd name="T8" fmla="*/ 165 w 178"/>
                  <a:gd name="T9" fmla="*/ 77 h 77"/>
                  <a:gd name="T10" fmla="*/ 172 w 178"/>
                  <a:gd name="T11" fmla="*/ 64 h 77"/>
                  <a:gd name="T12" fmla="*/ 162 w 178"/>
                  <a:gd name="T13" fmla="*/ 56 h 77"/>
                  <a:gd name="T14" fmla="*/ 98 w 178"/>
                  <a:gd name="T15" fmla="*/ 20 h 77"/>
                  <a:gd name="T16" fmla="*/ 52 w 178"/>
                  <a:gd name="T17" fmla="*/ 8 h 77"/>
                  <a:gd name="T18" fmla="*/ 0 w 178"/>
                  <a:gd name="T19" fmla="*/ 0 h 77"/>
                  <a:gd name="T20" fmla="*/ 52 w 178"/>
                  <a:gd name="T21" fmla="*/ 8 h 77"/>
                  <a:gd name="T22" fmla="*/ 0 w 178"/>
                  <a:gd name="T23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8" h="77">
                    <a:moveTo>
                      <a:pt x="52" y="8"/>
                    </a:moveTo>
                    <a:cubicBezTo>
                      <a:pt x="53" y="8"/>
                      <a:pt x="53" y="8"/>
                      <a:pt x="53" y="8"/>
                    </a:cubicBezTo>
                    <a:cubicBezTo>
                      <a:pt x="89" y="24"/>
                      <a:pt x="124" y="42"/>
                      <a:pt x="151" y="67"/>
                    </a:cubicBezTo>
                    <a:cubicBezTo>
                      <a:pt x="153" y="69"/>
                      <a:pt x="155" y="72"/>
                      <a:pt x="158" y="74"/>
                    </a:cubicBezTo>
                    <a:cubicBezTo>
                      <a:pt x="160" y="76"/>
                      <a:pt x="163" y="77"/>
                      <a:pt x="165" y="77"/>
                    </a:cubicBezTo>
                    <a:cubicBezTo>
                      <a:pt x="172" y="77"/>
                      <a:pt x="178" y="70"/>
                      <a:pt x="172" y="64"/>
                    </a:cubicBezTo>
                    <a:cubicBezTo>
                      <a:pt x="169" y="61"/>
                      <a:pt x="165" y="58"/>
                      <a:pt x="162" y="56"/>
                    </a:cubicBezTo>
                    <a:cubicBezTo>
                      <a:pt x="141" y="42"/>
                      <a:pt x="120" y="30"/>
                      <a:pt x="98" y="20"/>
                    </a:cubicBezTo>
                    <a:cubicBezTo>
                      <a:pt x="87" y="15"/>
                      <a:pt x="70" y="11"/>
                      <a:pt x="52" y="8"/>
                    </a:cubicBezTo>
                    <a:moveTo>
                      <a:pt x="0" y="0"/>
                    </a:moveTo>
                    <a:cubicBezTo>
                      <a:pt x="13" y="1"/>
                      <a:pt x="33" y="4"/>
                      <a:pt x="52" y="8"/>
                    </a:cubicBezTo>
                    <a:cubicBezTo>
                      <a:pt x="43" y="4"/>
                      <a:pt x="9" y="0"/>
                      <a:pt x="0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8" name="íŝḷïdè" descr="bfc1a9b6-35ba-4de2-9249-9942ce7edb44">
                <a:extLst>
                  <a:ext uri="{FF2B5EF4-FFF2-40B4-BE49-F238E27FC236}">
                    <a16:creationId xmlns:a16="http://schemas.microsoft.com/office/drawing/2014/main" id="{780F2CD9-DD0F-472C-AFA4-7B7F0B2A1704}"/>
                  </a:ext>
                </a:extLst>
              </p:cNvPr>
              <p:cNvSpPr/>
              <p:nvPr/>
            </p:nvSpPr>
            <p:spPr bwMode="auto">
              <a:xfrm>
                <a:off x="3660617" y="2258201"/>
                <a:ext cx="73140" cy="142956"/>
              </a:xfrm>
              <a:custGeom>
                <a:avLst/>
                <a:gdLst>
                  <a:gd name="T0" fmla="*/ 34 w 86"/>
                  <a:gd name="T1" fmla="*/ 41 h 170"/>
                  <a:gd name="T2" fmla="*/ 34 w 86"/>
                  <a:gd name="T3" fmla="*/ 42 h 170"/>
                  <a:gd name="T4" fmla="*/ 67 w 86"/>
                  <a:gd name="T5" fmla="*/ 151 h 170"/>
                  <a:gd name="T6" fmla="*/ 68 w 86"/>
                  <a:gd name="T7" fmla="*/ 160 h 170"/>
                  <a:gd name="T8" fmla="*/ 79 w 86"/>
                  <a:gd name="T9" fmla="*/ 170 h 170"/>
                  <a:gd name="T10" fmla="*/ 85 w 86"/>
                  <a:gd name="T11" fmla="*/ 162 h 170"/>
                  <a:gd name="T12" fmla="*/ 83 w 86"/>
                  <a:gd name="T13" fmla="*/ 150 h 170"/>
                  <a:gd name="T14" fmla="*/ 59 w 86"/>
                  <a:gd name="T15" fmla="*/ 80 h 170"/>
                  <a:gd name="T16" fmla="*/ 34 w 86"/>
                  <a:gd name="T17" fmla="*/ 41 h 170"/>
                  <a:gd name="T18" fmla="*/ 0 w 86"/>
                  <a:gd name="T19" fmla="*/ 0 h 170"/>
                  <a:gd name="T20" fmla="*/ 34 w 86"/>
                  <a:gd name="T21" fmla="*/ 41 h 170"/>
                  <a:gd name="T22" fmla="*/ 0 w 86"/>
                  <a:gd name="T23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6" h="170">
                    <a:moveTo>
                      <a:pt x="34" y="41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49" y="78"/>
                      <a:pt x="64" y="114"/>
                      <a:pt x="67" y="151"/>
                    </a:cubicBezTo>
                    <a:cubicBezTo>
                      <a:pt x="67" y="154"/>
                      <a:pt x="68" y="157"/>
                      <a:pt x="68" y="160"/>
                    </a:cubicBezTo>
                    <a:cubicBezTo>
                      <a:pt x="69" y="167"/>
                      <a:pt x="74" y="170"/>
                      <a:pt x="79" y="170"/>
                    </a:cubicBezTo>
                    <a:cubicBezTo>
                      <a:pt x="82" y="170"/>
                      <a:pt x="86" y="168"/>
                      <a:pt x="85" y="162"/>
                    </a:cubicBezTo>
                    <a:cubicBezTo>
                      <a:pt x="85" y="158"/>
                      <a:pt x="84" y="154"/>
                      <a:pt x="83" y="150"/>
                    </a:cubicBezTo>
                    <a:cubicBezTo>
                      <a:pt x="76" y="126"/>
                      <a:pt x="68" y="103"/>
                      <a:pt x="59" y="80"/>
                    </a:cubicBezTo>
                    <a:cubicBezTo>
                      <a:pt x="54" y="70"/>
                      <a:pt x="45" y="55"/>
                      <a:pt x="34" y="41"/>
                    </a:cubicBezTo>
                    <a:moveTo>
                      <a:pt x="0" y="0"/>
                    </a:moveTo>
                    <a:cubicBezTo>
                      <a:pt x="9" y="10"/>
                      <a:pt x="22" y="25"/>
                      <a:pt x="34" y="41"/>
                    </a:cubicBezTo>
                    <a:cubicBezTo>
                      <a:pt x="30" y="32"/>
                      <a:pt x="7" y="6"/>
                      <a:pt x="0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09" name="îṥḷíḍè" descr="7dd88212-16a5-443e-add2-353ea4b4fce0">
                <a:extLst>
                  <a:ext uri="{FF2B5EF4-FFF2-40B4-BE49-F238E27FC236}">
                    <a16:creationId xmlns:a16="http://schemas.microsoft.com/office/drawing/2014/main" id="{AEF9601A-D5CA-4FB9-9986-7E060C08989A}"/>
                  </a:ext>
                </a:extLst>
              </p:cNvPr>
              <p:cNvSpPr/>
              <p:nvPr/>
            </p:nvSpPr>
            <p:spPr bwMode="auto">
              <a:xfrm>
                <a:off x="3721566" y="2044323"/>
                <a:ext cx="32138" cy="33245"/>
              </a:xfrm>
              <a:custGeom>
                <a:avLst/>
                <a:gdLst>
                  <a:gd name="T0" fmla="*/ 18 w 38"/>
                  <a:gd name="T1" fmla="*/ 0 h 39"/>
                  <a:gd name="T2" fmla="*/ 12 w 38"/>
                  <a:gd name="T3" fmla="*/ 9 h 39"/>
                  <a:gd name="T4" fmla="*/ 3 w 38"/>
                  <a:gd name="T5" fmla="*/ 6 h 39"/>
                  <a:gd name="T6" fmla="*/ 5 w 38"/>
                  <a:gd name="T7" fmla="*/ 16 h 39"/>
                  <a:gd name="T8" fmla="*/ 1 w 38"/>
                  <a:gd name="T9" fmla="*/ 19 h 39"/>
                  <a:gd name="T10" fmla="*/ 0 w 38"/>
                  <a:gd name="T11" fmla="*/ 24 h 39"/>
                  <a:gd name="T12" fmla="*/ 5 w 38"/>
                  <a:gd name="T13" fmla="*/ 25 h 39"/>
                  <a:gd name="T14" fmla="*/ 6 w 38"/>
                  <a:gd name="T15" fmla="*/ 25 h 39"/>
                  <a:gd name="T16" fmla="*/ 7 w 38"/>
                  <a:gd name="T17" fmla="*/ 36 h 39"/>
                  <a:gd name="T18" fmla="*/ 8 w 38"/>
                  <a:gd name="T19" fmla="*/ 38 h 39"/>
                  <a:gd name="T20" fmla="*/ 8 w 38"/>
                  <a:gd name="T21" fmla="*/ 38 h 39"/>
                  <a:gd name="T22" fmla="*/ 10 w 38"/>
                  <a:gd name="T23" fmla="*/ 37 h 39"/>
                  <a:gd name="T24" fmla="*/ 17 w 38"/>
                  <a:gd name="T25" fmla="*/ 30 h 39"/>
                  <a:gd name="T26" fmla="*/ 20 w 38"/>
                  <a:gd name="T27" fmla="*/ 37 h 39"/>
                  <a:gd name="T28" fmla="*/ 22 w 38"/>
                  <a:gd name="T29" fmla="*/ 39 h 39"/>
                  <a:gd name="T30" fmla="*/ 23 w 38"/>
                  <a:gd name="T31" fmla="*/ 39 h 39"/>
                  <a:gd name="T32" fmla="*/ 25 w 38"/>
                  <a:gd name="T33" fmla="*/ 38 h 39"/>
                  <a:gd name="T34" fmla="*/ 25 w 38"/>
                  <a:gd name="T35" fmla="*/ 35 h 39"/>
                  <a:gd name="T36" fmla="*/ 27 w 38"/>
                  <a:gd name="T37" fmla="*/ 28 h 39"/>
                  <a:gd name="T38" fmla="*/ 27 w 38"/>
                  <a:gd name="T39" fmla="*/ 27 h 39"/>
                  <a:gd name="T40" fmla="*/ 28 w 38"/>
                  <a:gd name="T41" fmla="*/ 27 h 39"/>
                  <a:gd name="T42" fmla="*/ 28 w 38"/>
                  <a:gd name="T43" fmla="*/ 27 h 39"/>
                  <a:gd name="T44" fmla="*/ 38 w 38"/>
                  <a:gd name="T45" fmla="*/ 27 h 39"/>
                  <a:gd name="T46" fmla="*/ 35 w 38"/>
                  <a:gd name="T47" fmla="*/ 23 h 39"/>
                  <a:gd name="T48" fmla="*/ 31 w 38"/>
                  <a:gd name="T49" fmla="*/ 20 h 39"/>
                  <a:gd name="T50" fmla="*/ 32 w 38"/>
                  <a:gd name="T51" fmla="*/ 10 h 39"/>
                  <a:gd name="T52" fmla="*/ 29 w 38"/>
                  <a:gd name="T53" fmla="*/ 8 h 39"/>
                  <a:gd name="T54" fmla="*/ 23 w 38"/>
                  <a:gd name="T55" fmla="*/ 11 h 39"/>
                  <a:gd name="T56" fmla="*/ 22 w 38"/>
                  <a:gd name="T57" fmla="*/ 11 h 39"/>
                  <a:gd name="T58" fmla="*/ 22 w 38"/>
                  <a:gd name="T59" fmla="*/ 11 h 39"/>
                  <a:gd name="T60" fmla="*/ 21 w 38"/>
                  <a:gd name="T61" fmla="*/ 10 h 39"/>
                  <a:gd name="T62" fmla="*/ 18 w 38"/>
                  <a:gd name="T6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8" h="39">
                    <a:moveTo>
                      <a:pt x="18" y="0"/>
                    </a:moveTo>
                    <a:cubicBezTo>
                      <a:pt x="16" y="3"/>
                      <a:pt x="14" y="6"/>
                      <a:pt x="12" y="9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10"/>
                      <a:pt x="3" y="14"/>
                      <a:pt x="5" y="16"/>
                    </a:cubicBezTo>
                    <a:cubicBezTo>
                      <a:pt x="4" y="17"/>
                      <a:pt x="2" y="18"/>
                      <a:pt x="1" y="19"/>
                    </a:cubicBezTo>
                    <a:cubicBezTo>
                      <a:pt x="0" y="21"/>
                      <a:pt x="0" y="22"/>
                      <a:pt x="0" y="24"/>
                    </a:cubicBezTo>
                    <a:cubicBezTo>
                      <a:pt x="2" y="24"/>
                      <a:pt x="4" y="25"/>
                      <a:pt x="5" y="2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6" y="28"/>
                      <a:pt x="6" y="32"/>
                      <a:pt x="7" y="36"/>
                    </a:cubicBezTo>
                    <a:cubicBezTo>
                      <a:pt x="7" y="37"/>
                      <a:pt x="7" y="37"/>
                      <a:pt x="8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8"/>
                      <a:pt x="9" y="38"/>
                      <a:pt x="10" y="37"/>
                    </a:cubicBezTo>
                    <a:cubicBezTo>
                      <a:pt x="13" y="35"/>
                      <a:pt x="15" y="33"/>
                      <a:pt x="17" y="30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1" y="38"/>
                      <a:pt x="21" y="39"/>
                      <a:pt x="22" y="39"/>
                    </a:cubicBezTo>
                    <a:cubicBezTo>
                      <a:pt x="22" y="39"/>
                      <a:pt x="22" y="39"/>
                      <a:pt x="23" y="39"/>
                    </a:cubicBezTo>
                    <a:cubicBezTo>
                      <a:pt x="23" y="39"/>
                      <a:pt x="24" y="39"/>
                      <a:pt x="25" y="38"/>
                    </a:cubicBezTo>
                    <a:cubicBezTo>
                      <a:pt x="25" y="37"/>
                      <a:pt x="25" y="36"/>
                      <a:pt x="25" y="3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8"/>
                      <a:pt x="27" y="27"/>
                      <a:pt x="27" y="27"/>
                    </a:cubicBezTo>
                    <a:cubicBezTo>
                      <a:pt x="27" y="27"/>
                      <a:pt x="28" y="27"/>
                      <a:pt x="28" y="27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31" y="27"/>
                      <a:pt x="35" y="27"/>
                      <a:pt x="38" y="27"/>
                    </a:cubicBezTo>
                    <a:cubicBezTo>
                      <a:pt x="38" y="25"/>
                      <a:pt x="37" y="23"/>
                      <a:pt x="35" y="23"/>
                    </a:cubicBezTo>
                    <a:cubicBezTo>
                      <a:pt x="33" y="22"/>
                      <a:pt x="32" y="21"/>
                      <a:pt x="31" y="20"/>
                    </a:cubicBezTo>
                    <a:cubicBezTo>
                      <a:pt x="29" y="17"/>
                      <a:pt x="33" y="12"/>
                      <a:pt x="32" y="10"/>
                    </a:cubicBezTo>
                    <a:cubicBezTo>
                      <a:pt x="31" y="9"/>
                      <a:pt x="30" y="8"/>
                      <a:pt x="29" y="8"/>
                    </a:cubicBezTo>
                    <a:cubicBezTo>
                      <a:pt x="27" y="8"/>
                      <a:pt x="25" y="10"/>
                      <a:pt x="23" y="11"/>
                    </a:cubicBezTo>
                    <a:cubicBezTo>
                      <a:pt x="23" y="11"/>
                      <a:pt x="23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11"/>
                      <a:pt x="21" y="11"/>
                      <a:pt x="21" y="10"/>
                    </a:cubicBezTo>
                    <a:cubicBezTo>
                      <a:pt x="19" y="7"/>
                      <a:pt x="20" y="3"/>
                      <a:pt x="18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0" name="iSḷíḓé" descr="f302d201-c968-4dae-8769-4dce6aec3d9b">
                <a:extLst>
                  <a:ext uri="{FF2B5EF4-FFF2-40B4-BE49-F238E27FC236}">
                    <a16:creationId xmlns:a16="http://schemas.microsoft.com/office/drawing/2014/main" id="{214769A7-594C-4160-96C7-39CBEAF56197}"/>
                  </a:ext>
                </a:extLst>
              </p:cNvPr>
              <p:cNvSpPr/>
              <p:nvPr/>
            </p:nvSpPr>
            <p:spPr bwMode="auto">
              <a:xfrm>
                <a:off x="3743730" y="2349072"/>
                <a:ext cx="32138" cy="33245"/>
              </a:xfrm>
              <a:custGeom>
                <a:avLst/>
                <a:gdLst>
                  <a:gd name="T0" fmla="*/ 18 w 39"/>
                  <a:gd name="T1" fmla="*/ 0 h 40"/>
                  <a:gd name="T2" fmla="*/ 13 w 39"/>
                  <a:gd name="T3" fmla="*/ 9 h 40"/>
                  <a:gd name="T4" fmla="*/ 4 w 39"/>
                  <a:gd name="T5" fmla="*/ 7 h 40"/>
                  <a:gd name="T6" fmla="*/ 6 w 39"/>
                  <a:gd name="T7" fmla="*/ 17 h 40"/>
                  <a:gd name="T8" fmla="*/ 2 w 39"/>
                  <a:gd name="T9" fmla="*/ 20 h 40"/>
                  <a:gd name="T10" fmla="*/ 1 w 39"/>
                  <a:gd name="T11" fmla="*/ 24 h 40"/>
                  <a:gd name="T12" fmla="*/ 6 w 39"/>
                  <a:gd name="T13" fmla="*/ 25 h 40"/>
                  <a:gd name="T14" fmla="*/ 7 w 39"/>
                  <a:gd name="T15" fmla="*/ 25 h 40"/>
                  <a:gd name="T16" fmla="*/ 7 w 39"/>
                  <a:gd name="T17" fmla="*/ 36 h 40"/>
                  <a:gd name="T18" fmla="*/ 8 w 39"/>
                  <a:gd name="T19" fmla="*/ 38 h 40"/>
                  <a:gd name="T20" fmla="*/ 9 w 39"/>
                  <a:gd name="T21" fmla="*/ 38 h 40"/>
                  <a:gd name="T22" fmla="*/ 10 w 39"/>
                  <a:gd name="T23" fmla="*/ 38 h 40"/>
                  <a:gd name="T24" fmla="*/ 17 w 39"/>
                  <a:gd name="T25" fmla="*/ 30 h 40"/>
                  <a:gd name="T26" fmla="*/ 21 w 39"/>
                  <a:gd name="T27" fmla="*/ 38 h 40"/>
                  <a:gd name="T28" fmla="*/ 22 w 39"/>
                  <a:gd name="T29" fmla="*/ 40 h 40"/>
                  <a:gd name="T30" fmla="*/ 23 w 39"/>
                  <a:gd name="T31" fmla="*/ 40 h 40"/>
                  <a:gd name="T32" fmla="*/ 25 w 39"/>
                  <a:gd name="T33" fmla="*/ 39 h 40"/>
                  <a:gd name="T34" fmla="*/ 26 w 39"/>
                  <a:gd name="T35" fmla="*/ 36 h 40"/>
                  <a:gd name="T36" fmla="*/ 27 w 39"/>
                  <a:gd name="T37" fmla="*/ 28 h 40"/>
                  <a:gd name="T38" fmla="*/ 28 w 39"/>
                  <a:gd name="T39" fmla="*/ 27 h 40"/>
                  <a:gd name="T40" fmla="*/ 29 w 39"/>
                  <a:gd name="T41" fmla="*/ 27 h 40"/>
                  <a:gd name="T42" fmla="*/ 29 w 39"/>
                  <a:gd name="T43" fmla="*/ 27 h 40"/>
                  <a:gd name="T44" fmla="*/ 38 w 39"/>
                  <a:gd name="T45" fmla="*/ 27 h 40"/>
                  <a:gd name="T46" fmla="*/ 35 w 39"/>
                  <a:gd name="T47" fmla="*/ 23 h 40"/>
                  <a:gd name="T48" fmla="*/ 31 w 39"/>
                  <a:gd name="T49" fmla="*/ 20 h 40"/>
                  <a:gd name="T50" fmla="*/ 32 w 39"/>
                  <a:gd name="T51" fmla="*/ 10 h 40"/>
                  <a:gd name="T52" fmla="*/ 30 w 39"/>
                  <a:gd name="T53" fmla="*/ 9 h 40"/>
                  <a:gd name="T54" fmla="*/ 24 w 39"/>
                  <a:gd name="T55" fmla="*/ 11 h 40"/>
                  <a:gd name="T56" fmla="*/ 23 w 39"/>
                  <a:gd name="T57" fmla="*/ 12 h 40"/>
                  <a:gd name="T58" fmla="*/ 21 w 39"/>
                  <a:gd name="T59" fmla="*/ 10 h 40"/>
                  <a:gd name="T60" fmla="*/ 18 w 39"/>
                  <a:gd name="T6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9" h="40">
                    <a:moveTo>
                      <a:pt x="18" y="0"/>
                    </a:moveTo>
                    <a:cubicBezTo>
                      <a:pt x="16" y="3"/>
                      <a:pt x="14" y="6"/>
                      <a:pt x="13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3" y="10"/>
                      <a:pt x="4" y="14"/>
                      <a:pt x="6" y="17"/>
                    </a:cubicBezTo>
                    <a:cubicBezTo>
                      <a:pt x="4" y="17"/>
                      <a:pt x="3" y="18"/>
                      <a:pt x="2" y="20"/>
                    </a:cubicBezTo>
                    <a:cubicBezTo>
                      <a:pt x="0" y="21"/>
                      <a:pt x="0" y="23"/>
                      <a:pt x="1" y="24"/>
                    </a:cubicBezTo>
                    <a:cubicBezTo>
                      <a:pt x="2" y="25"/>
                      <a:pt x="4" y="25"/>
                      <a:pt x="6" y="25"/>
                    </a:cubicBezTo>
                    <a:cubicBezTo>
                      <a:pt x="6" y="25"/>
                      <a:pt x="6" y="25"/>
                      <a:pt x="7" y="25"/>
                    </a:cubicBezTo>
                    <a:cubicBezTo>
                      <a:pt x="6" y="29"/>
                      <a:pt x="7" y="33"/>
                      <a:pt x="7" y="36"/>
                    </a:cubicBezTo>
                    <a:cubicBezTo>
                      <a:pt x="7" y="37"/>
                      <a:pt x="8" y="38"/>
                      <a:pt x="8" y="38"/>
                    </a:cubicBezTo>
                    <a:cubicBezTo>
                      <a:pt x="8" y="38"/>
                      <a:pt x="9" y="38"/>
                      <a:pt x="9" y="38"/>
                    </a:cubicBezTo>
                    <a:cubicBezTo>
                      <a:pt x="9" y="38"/>
                      <a:pt x="10" y="38"/>
                      <a:pt x="10" y="38"/>
                    </a:cubicBezTo>
                    <a:cubicBezTo>
                      <a:pt x="13" y="36"/>
                      <a:pt x="16" y="33"/>
                      <a:pt x="17" y="30"/>
                    </a:cubicBezTo>
                    <a:cubicBezTo>
                      <a:pt x="21" y="38"/>
                      <a:pt x="21" y="38"/>
                      <a:pt x="21" y="38"/>
                    </a:cubicBezTo>
                    <a:cubicBezTo>
                      <a:pt x="21" y="38"/>
                      <a:pt x="21" y="39"/>
                      <a:pt x="22" y="40"/>
                    </a:cubicBezTo>
                    <a:cubicBezTo>
                      <a:pt x="22" y="40"/>
                      <a:pt x="23" y="40"/>
                      <a:pt x="23" y="40"/>
                    </a:cubicBezTo>
                    <a:cubicBezTo>
                      <a:pt x="24" y="40"/>
                      <a:pt x="24" y="39"/>
                      <a:pt x="25" y="39"/>
                    </a:cubicBezTo>
                    <a:cubicBezTo>
                      <a:pt x="25" y="38"/>
                      <a:pt x="26" y="37"/>
                      <a:pt x="26" y="36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8"/>
                      <a:pt x="27" y="28"/>
                      <a:pt x="28" y="27"/>
                    </a:cubicBezTo>
                    <a:cubicBezTo>
                      <a:pt x="28" y="27"/>
                      <a:pt x="28" y="27"/>
                      <a:pt x="29" y="27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32" y="27"/>
                      <a:pt x="35" y="27"/>
                      <a:pt x="38" y="27"/>
                    </a:cubicBezTo>
                    <a:cubicBezTo>
                      <a:pt x="39" y="25"/>
                      <a:pt x="37" y="24"/>
                      <a:pt x="35" y="23"/>
                    </a:cubicBezTo>
                    <a:cubicBezTo>
                      <a:pt x="34" y="22"/>
                      <a:pt x="32" y="22"/>
                      <a:pt x="31" y="20"/>
                    </a:cubicBezTo>
                    <a:cubicBezTo>
                      <a:pt x="30" y="17"/>
                      <a:pt x="34" y="13"/>
                      <a:pt x="32" y="10"/>
                    </a:cubicBezTo>
                    <a:cubicBezTo>
                      <a:pt x="31" y="9"/>
                      <a:pt x="31" y="9"/>
                      <a:pt x="30" y="9"/>
                    </a:cubicBezTo>
                    <a:cubicBezTo>
                      <a:pt x="28" y="9"/>
                      <a:pt x="26" y="10"/>
                      <a:pt x="24" y="11"/>
                    </a:cubicBezTo>
                    <a:cubicBezTo>
                      <a:pt x="23" y="11"/>
                      <a:pt x="23" y="12"/>
                      <a:pt x="23" y="12"/>
                    </a:cubicBezTo>
                    <a:cubicBezTo>
                      <a:pt x="22" y="12"/>
                      <a:pt x="22" y="11"/>
                      <a:pt x="21" y="10"/>
                    </a:cubicBezTo>
                    <a:cubicBezTo>
                      <a:pt x="20" y="7"/>
                      <a:pt x="21" y="3"/>
                      <a:pt x="18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1" name="iSļïḋe" descr="1d220a71-be16-4965-8992-a95efd79f853">
                <a:extLst>
                  <a:ext uri="{FF2B5EF4-FFF2-40B4-BE49-F238E27FC236}">
                    <a16:creationId xmlns:a16="http://schemas.microsoft.com/office/drawing/2014/main" id="{ABF156CA-5356-4962-8D0B-935F3F68DC6C}"/>
                  </a:ext>
                </a:extLst>
              </p:cNvPr>
              <p:cNvSpPr/>
              <p:nvPr/>
            </p:nvSpPr>
            <p:spPr bwMode="auto">
              <a:xfrm>
                <a:off x="3805788" y="2145167"/>
                <a:ext cx="33245" cy="33245"/>
              </a:xfrm>
              <a:custGeom>
                <a:avLst/>
                <a:gdLst>
                  <a:gd name="T0" fmla="*/ 19 w 39"/>
                  <a:gd name="T1" fmla="*/ 0 h 40"/>
                  <a:gd name="T2" fmla="*/ 13 w 39"/>
                  <a:gd name="T3" fmla="*/ 9 h 40"/>
                  <a:gd name="T4" fmla="*/ 4 w 39"/>
                  <a:gd name="T5" fmla="*/ 7 h 40"/>
                  <a:gd name="T6" fmla="*/ 6 w 39"/>
                  <a:gd name="T7" fmla="*/ 17 h 40"/>
                  <a:gd name="T8" fmla="*/ 2 w 39"/>
                  <a:gd name="T9" fmla="*/ 19 h 40"/>
                  <a:gd name="T10" fmla="*/ 1 w 39"/>
                  <a:gd name="T11" fmla="*/ 24 h 40"/>
                  <a:gd name="T12" fmla="*/ 6 w 39"/>
                  <a:gd name="T13" fmla="*/ 25 h 40"/>
                  <a:gd name="T14" fmla="*/ 7 w 39"/>
                  <a:gd name="T15" fmla="*/ 25 h 40"/>
                  <a:gd name="T16" fmla="*/ 8 w 39"/>
                  <a:gd name="T17" fmla="*/ 36 h 40"/>
                  <a:gd name="T18" fmla="*/ 8 w 39"/>
                  <a:gd name="T19" fmla="*/ 38 h 40"/>
                  <a:gd name="T20" fmla="*/ 9 w 39"/>
                  <a:gd name="T21" fmla="*/ 38 h 40"/>
                  <a:gd name="T22" fmla="*/ 11 w 39"/>
                  <a:gd name="T23" fmla="*/ 37 h 40"/>
                  <a:gd name="T24" fmla="*/ 18 w 39"/>
                  <a:gd name="T25" fmla="*/ 30 h 40"/>
                  <a:gd name="T26" fmla="*/ 21 w 39"/>
                  <a:gd name="T27" fmla="*/ 37 h 40"/>
                  <a:gd name="T28" fmla="*/ 23 w 39"/>
                  <a:gd name="T29" fmla="*/ 39 h 40"/>
                  <a:gd name="T30" fmla="*/ 23 w 39"/>
                  <a:gd name="T31" fmla="*/ 40 h 40"/>
                  <a:gd name="T32" fmla="*/ 25 w 39"/>
                  <a:gd name="T33" fmla="*/ 38 h 40"/>
                  <a:gd name="T34" fmla="*/ 26 w 39"/>
                  <a:gd name="T35" fmla="*/ 36 h 40"/>
                  <a:gd name="T36" fmla="*/ 27 w 39"/>
                  <a:gd name="T37" fmla="*/ 28 h 40"/>
                  <a:gd name="T38" fmla="*/ 28 w 39"/>
                  <a:gd name="T39" fmla="*/ 27 h 40"/>
                  <a:gd name="T40" fmla="*/ 29 w 39"/>
                  <a:gd name="T41" fmla="*/ 27 h 40"/>
                  <a:gd name="T42" fmla="*/ 29 w 39"/>
                  <a:gd name="T43" fmla="*/ 27 h 40"/>
                  <a:gd name="T44" fmla="*/ 38 w 39"/>
                  <a:gd name="T45" fmla="*/ 27 h 40"/>
                  <a:gd name="T46" fmla="*/ 36 w 39"/>
                  <a:gd name="T47" fmla="*/ 23 h 40"/>
                  <a:gd name="T48" fmla="*/ 31 w 39"/>
                  <a:gd name="T49" fmla="*/ 20 h 40"/>
                  <a:gd name="T50" fmla="*/ 32 w 39"/>
                  <a:gd name="T51" fmla="*/ 10 h 40"/>
                  <a:gd name="T52" fmla="*/ 30 w 39"/>
                  <a:gd name="T53" fmla="*/ 9 h 40"/>
                  <a:gd name="T54" fmla="*/ 24 w 39"/>
                  <a:gd name="T55" fmla="*/ 11 h 40"/>
                  <a:gd name="T56" fmla="*/ 23 w 39"/>
                  <a:gd name="T57" fmla="*/ 11 h 40"/>
                  <a:gd name="T58" fmla="*/ 22 w 39"/>
                  <a:gd name="T59" fmla="*/ 10 h 40"/>
                  <a:gd name="T60" fmla="*/ 19 w 39"/>
                  <a:gd name="T6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9" h="40">
                    <a:moveTo>
                      <a:pt x="19" y="0"/>
                    </a:moveTo>
                    <a:cubicBezTo>
                      <a:pt x="16" y="3"/>
                      <a:pt x="14" y="6"/>
                      <a:pt x="13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3" y="10"/>
                      <a:pt x="4" y="14"/>
                      <a:pt x="6" y="17"/>
                    </a:cubicBezTo>
                    <a:cubicBezTo>
                      <a:pt x="4" y="17"/>
                      <a:pt x="3" y="18"/>
                      <a:pt x="2" y="19"/>
                    </a:cubicBezTo>
                    <a:cubicBezTo>
                      <a:pt x="1" y="21"/>
                      <a:pt x="0" y="22"/>
                      <a:pt x="1" y="24"/>
                    </a:cubicBezTo>
                    <a:cubicBezTo>
                      <a:pt x="3" y="24"/>
                      <a:pt x="4" y="25"/>
                      <a:pt x="6" y="25"/>
                    </a:cubicBezTo>
                    <a:cubicBezTo>
                      <a:pt x="6" y="25"/>
                      <a:pt x="7" y="25"/>
                      <a:pt x="7" y="25"/>
                    </a:cubicBezTo>
                    <a:cubicBezTo>
                      <a:pt x="7" y="29"/>
                      <a:pt x="7" y="32"/>
                      <a:pt x="8" y="36"/>
                    </a:cubicBezTo>
                    <a:cubicBezTo>
                      <a:pt x="8" y="37"/>
                      <a:pt x="8" y="37"/>
                      <a:pt x="8" y="38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0" y="38"/>
                      <a:pt x="10" y="38"/>
                      <a:pt x="11" y="37"/>
                    </a:cubicBezTo>
                    <a:cubicBezTo>
                      <a:pt x="14" y="35"/>
                      <a:pt x="16" y="33"/>
                      <a:pt x="18" y="30"/>
                    </a:cubicBezTo>
                    <a:cubicBezTo>
                      <a:pt x="21" y="37"/>
                      <a:pt x="21" y="37"/>
                      <a:pt x="21" y="37"/>
                    </a:cubicBezTo>
                    <a:cubicBezTo>
                      <a:pt x="21" y="38"/>
                      <a:pt x="22" y="39"/>
                      <a:pt x="23" y="39"/>
                    </a:cubicBezTo>
                    <a:cubicBezTo>
                      <a:pt x="23" y="39"/>
                      <a:pt x="23" y="40"/>
                      <a:pt x="23" y="40"/>
                    </a:cubicBezTo>
                    <a:cubicBezTo>
                      <a:pt x="24" y="40"/>
                      <a:pt x="25" y="39"/>
                      <a:pt x="25" y="38"/>
                    </a:cubicBezTo>
                    <a:cubicBezTo>
                      <a:pt x="26" y="38"/>
                      <a:pt x="26" y="37"/>
                      <a:pt x="26" y="36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8"/>
                      <a:pt x="28" y="27"/>
                      <a:pt x="28" y="27"/>
                    </a:cubicBezTo>
                    <a:cubicBezTo>
                      <a:pt x="28" y="27"/>
                      <a:pt x="29" y="27"/>
                      <a:pt x="29" y="27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32" y="27"/>
                      <a:pt x="35" y="27"/>
                      <a:pt x="38" y="27"/>
                    </a:cubicBezTo>
                    <a:cubicBezTo>
                      <a:pt x="39" y="25"/>
                      <a:pt x="37" y="24"/>
                      <a:pt x="36" y="23"/>
                    </a:cubicBezTo>
                    <a:cubicBezTo>
                      <a:pt x="34" y="22"/>
                      <a:pt x="32" y="21"/>
                      <a:pt x="31" y="20"/>
                    </a:cubicBezTo>
                    <a:cubicBezTo>
                      <a:pt x="30" y="17"/>
                      <a:pt x="34" y="12"/>
                      <a:pt x="32" y="10"/>
                    </a:cubicBezTo>
                    <a:cubicBezTo>
                      <a:pt x="32" y="9"/>
                      <a:pt x="31" y="9"/>
                      <a:pt x="30" y="9"/>
                    </a:cubicBezTo>
                    <a:cubicBezTo>
                      <a:pt x="28" y="9"/>
                      <a:pt x="26" y="10"/>
                      <a:pt x="24" y="11"/>
                    </a:cubicBezTo>
                    <a:cubicBezTo>
                      <a:pt x="24" y="11"/>
                      <a:pt x="23" y="11"/>
                      <a:pt x="23" y="11"/>
                    </a:cubicBezTo>
                    <a:cubicBezTo>
                      <a:pt x="22" y="11"/>
                      <a:pt x="22" y="11"/>
                      <a:pt x="22" y="10"/>
                    </a:cubicBezTo>
                    <a:cubicBezTo>
                      <a:pt x="20" y="7"/>
                      <a:pt x="21" y="3"/>
                      <a:pt x="19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2" name="îšľíḓè" descr="71cd88ee-f69b-4e0c-93e8-d2b4af76f888">
                <a:extLst>
                  <a:ext uri="{FF2B5EF4-FFF2-40B4-BE49-F238E27FC236}">
                    <a16:creationId xmlns:a16="http://schemas.microsoft.com/office/drawing/2014/main" id="{FCFC0C58-1F61-4976-A642-197649B9B494}"/>
                  </a:ext>
                </a:extLst>
              </p:cNvPr>
              <p:cNvSpPr/>
              <p:nvPr/>
            </p:nvSpPr>
            <p:spPr bwMode="auto">
              <a:xfrm>
                <a:off x="3547582" y="2375668"/>
                <a:ext cx="45436" cy="46544"/>
              </a:xfrm>
              <a:custGeom>
                <a:avLst/>
                <a:gdLst>
                  <a:gd name="T0" fmla="*/ 25 w 54"/>
                  <a:gd name="T1" fmla="*/ 0 h 55"/>
                  <a:gd name="T2" fmla="*/ 18 w 54"/>
                  <a:gd name="T3" fmla="*/ 13 h 55"/>
                  <a:gd name="T4" fmla="*/ 5 w 54"/>
                  <a:gd name="T5" fmla="*/ 9 h 55"/>
                  <a:gd name="T6" fmla="*/ 8 w 54"/>
                  <a:gd name="T7" fmla="*/ 23 h 55"/>
                  <a:gd name="T8" fmla="*/ 2 w 54"/>
                  <a:gd name="T9" fmla="*/ 27 h 55"/>
                  <a:gd name="T10" fmla="*/ 0 w 54"/>
                  <a:gd name="T11" fmla="*/ 34 h 55"/>
                  <a:gd name="T12" fmla="*/ 8 w 54"/>
                  <a:gd name="T13" fmla="*/ 35 h 55"/>
                  <a:gd name="T14" fmla="*/ 9 w 54"/>
                  <a:gd name="T15" fmla="*/ 35 h 55"/>
                  <a:gd name="T16" fmla="*/ 10 w 54"/>
                  <a:gd name="T17" fmla="*/ 51 h 55"/>
                  <a:gd name="T18" fmla="*/ 11 w 54"/>
                  <a:gd name="T19" fmla="*/ 53 h 55"/>
                  <a:gd name="T20" fmla="*/ 12 w 54"/>
                  <a:gd name="T21" fmla="*/ 53 h 55"/>
                  <a:gd name="T22" fmla="*/ 14 w 54"/>
                  <a:gd name="T23" fmla="*/ 52 h 55"/>
                  <a:gd name="T24" fmla="*/ 24 w 54"/>
                  <a:gd name="T25" fmla="*/ 41 h 55"/>
                  <a:gd name="T26" fmla="*/ 29 w 54"/>
                  <a:gd name="T27" fmla="*/ 52 h 55"/>
                  <a:gd name="T28" fmla="*/ 31 w 54"/>
                  <a:gd name="T29" fmla="*/ 55 h 55"/>
                  <a:gd name="T30" fmla="*/ 32 w 54"/>
                  <a:gd name="T31" fmla="*/ 55 h 55"/>
                  <a:gd name="T32" fmla="*/ 35 w 54"/>
                  <a:gd name="T33" fmla="*/ 54 h 55"/>
                  <a:gd name="T34" fmla="*/ 36 w 54"/>
                  <a:gd name="T35" fmla="*/ 50 h 55"/>
                  <a:gd name="T36" fmla="*/ 38 w 54"/>
                  <a:gd name="T37" fmla="*/ 39 h 55"/>
                  <a:gd name="T38" fmla="*/ 40 w 54"/>
                  <a:gd name="T39" fmla="*/ 37 h 55"/>
                  <a:gd name="T40" fmla="*/ 40 w 54"/>
                  <a:gd name="T41" fmla="*/ 37 h 55"/>
                  <a:gd name="T42" fmla="*/ 53 w 54"/>
                  <a:gd name="T43" fmla="*/ 37 h 55"/>
                  <a:gd name="T44" fmla="*/ 49 w 54"/>
                  <a:gd name="T45" fmla="*/ 32 h 55"/>
                  <a:gd name="T46" fmla="*/ 43 w 54"/>
                  <a:gd name="T47" fmla="*/ 28 h 55"/>
                  <a:gd name="T48" fmla="*/ 44 w 54"/>
                  <a:gd name="T49" fmla="*/ 14 h 55"/>
                  <a:gd name="T50" fmla="*/ 41 w 54"/>
                  <a:gd name="T51" fmla="*/ 12 h 55"/>
                  <a:gd name="T52" fmla="*/ 33 w 54"/>
                  <a:gd name="T53" fmla="*/ 16 h 55"/>
                  <a:gd name="T54" fmla="*/ 31 w 54"/>
                  <a:gd name="T55" fmla="*/ 16 h 55"/>
                  <a:gd name="T56" fmla="*/ 29 w 54"/>
                  <a:gd name="T57" fmla="*/ 14 h 55"/>
                  <a:gd name="T58" fmla="*/ 25 w 54"/>
                  <a:gd name="T5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4" h="55">
                    <a:moveTo>
                      <a:pt x="25" y="0"/>
                    </a:moveTo>
                    <a:cubicBezTo>
                      <a:pt x="22" y="4"/>
                      <a:pt x="19" y="8"/>
                      <a:pt x="18" y="13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4" y="14"/>
                      <a:pt x="5" y="19"/>
                      <a:pt x="8" y="23"/>
                    </a:cubicBezTo>
                    <a:cubicBezTo>
                      <a:pt x="6" y="24"/>
                      <a:pt x="4" y="26"/>
                      <a:pt x="2" y="27"/>
                    </a:cubicBezTo>
                    <a:cubicBezTo>
                      <a:pt x="0" y="29"/>
                      <a:pt x="0" y="31"/>
                      <a:pt x="0" y="34"/>
                    </a:cubicBezTo>
                    <a:cubicBezTo>
                      <a:pt x="3" y="34"/>
                      <a:pt x="5" y="35"/>
                      <a:pt x="8" y="35"/>
                    </a:cubicBezTo>
                    <a:cubicBezTo>
                      <a:pt x="8" y="35"/>
                      <a:pt x="9" y="35"/>
                      <a:pt x="9" y="35"/>
                    </a:cubicBezTo>
                    <a:cubicBezTo>
                      <a:pt x="9" y="40"/>
                      <a:pt x="9" y="45"/>
                      <a:pt x="10" y="51"/>
                    </a:cubicBezTo>
                    <a:cubicBezTo>
                      <a:pt x="10" y="51"/>
                      <a:pt x="10" y="52"/>
                      <a:pt x="11" y="53"/>
                    </a:cubicBezTo>
                    <a:cubicBezTo>
                      <a:pt x="11" y="53"/>
                      <a:pt x="12" y="53"/>
                      <a:pt x="12" y="53"/>
                    </a:cubicBezTo>
                    <a:cubicBezTo>
                      <a:pt x="13" y="53"/>
                      <a:pt x="13" y="52"/>
                      <a:pt x="14" y="52"/>
                    </a:cubicBezTo>
                    <a:cubicBezTo>
                      <a:pt x="18" y="49"/>
                      <a:pt x="22" y="46"/>
                      <a:pt x="24" y="4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3"/>
                      <a:pt x="30" y="54"/>
                      <a:pt x="31" y="55"/>
                    </a:cubicBezTo>
                    <a:cubicBezTo>
                      <a:pt x="31" y="55"/>
                      <a:pt x="31" y="55"/>
                      <a:pt x="32" y="55"/>
                    </a:cubicBezTo>
                    <a:cubicBezTo>
                      <a:pt x="33" y="55"/>
                      <a:pt x="34" y="55"/>
                      <a:pt x="35" y="54"/>
                    </a:cubicBezTo>
                    <a:cubicBezTo>
                      <a:pt x="35" y="53"/>
                      <a:pt x="36" y="51"/>
                      <a:pt x="36" y="50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8"/>
                      <a:pt x="39" y="37"/>
                      <a:pt x="40" y="37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4" y="37"/>
                      <a:pt x="49" y="37"/>
                      <a:pt x="53" y="37"/>
                    </a:cubicBezTo>
                    <a:cubicBezTo>
                      <a:pt x="54" y="35"/>
                      <a:pt x="51" y="33"/>
                      <a:pt x="49" y="32"/>
                    </a:cubicBezTo>
                    <a:cubicBezTo>
                      <a:pt x="47" y="31"/>
                      <a:pt x="44" y="30"/>
                      <a:pt x="43" y="28"/>
                    </a:cubicBezTo>
                    <a:cubicBezTo>
                      <a:pt x="41" y="24"/>
                      <a:pt x="47" y="18"/>
                      <a:pt x="44" y="14"/>
                    </a:cubicBezTo>
                    <a:cubicBezTo>
                      <a:pt x="43" y="12"/>
                      <a:pt x="42" y="12"/>
                      <a:pt x="41" y="12"/>
                    </a:cubicBezTo>
                    <a:cubicBezTo>
                      <a:pt x="38" y="12"/>
                      <a:pt x="35" y="14"/>
                      <a:pt x="33" y="16"/>
                    </a:cubicBezTo>
                    <a:cubicBezTo>
                      <a:pt x="32" y="16"/>
                      <a:pt x="32" y="16"/>
                      <a:pt x="31" y="16"/>
                    </a:cubicBezTo>
                    <a:cubicBezTo>
                      <a:pt x="30" y="16"/>
                      <a:pt x="30" y="15"/>
                      <a:pt x="29" y="14"/>
                    </a:cubicBezTo>
                    <a:cubicBezTo>
                      <a:pt x="27" y="10"/>
                      <a:pt x="28" y="4"/>
                      <a:pt x="25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3" name="îŝḻiďe" descr="831a2e1a-c775-4252-ab9b-003cbc553fdd">
                <a:extLst>
                  <a:ext uri="{FF2B5EF4-FFF2-40B4-BE49-F238E27FC236}">
                    <a16:creationId xmlns:a16="http://schemas.microsoft.com/office/drawing/2014/main" id="{7155F7F1-F850-499B-96F5-3CEABAFF5846}"/>
                  </a:ext>
                </a:extLst>
              </p:cNvPr>
              <p:cNvSpPr/>
              <p:nvPr/>
            </p:nvSpPr>
            <p:spPr bwMode="auto">
              <a:xfrm>
                <a:off x="3442305" y="2147383"/>
                <a:ext cx="45436" cy="46544"/>
              </a:xfrm>
              <a:custGeom>
                <a:avLst/>
                <a:gdLst>
                  <a:gd name="T0" fmla="*/ 26 w 54"/>
                  <a:gd name="T1" fmla="*/ 0 h 55"/>
                  <a:gd name="T2" fmla="*/ 18 w 54"/>
                  <a:gd name="T3" fmla="*/ 13 h 55"/>
                  <a:gd name="T4" fmla="*/ 6 w 54"/>
                  <a:gd name="T5" fmla="*/ 9 h 55"/>
                  <a:gd name="T6" fmla="*/ 8 w 54"/>
                  <a:gd name="T7" fmla="*/ 23 h 55"/>
                  <a:gd name="T8" fmla="*/ 2 w 54"/>
                  <a:gd name="T9" fmla="*/ 27 h 55"/>
                  <a:gd name="T10" fmla="*/ 1 w 54"/>
                  <a:gd name="T11" fmla="*/ 33 h 55"/>
                  <a:gd name="T12" fmla="*/ 8 w 54"/>
                  <a:gd name="T13" fmla="*/ 34 h 55"/>
                  <a:gd name="T14" fmla="*/ 9 w 54"/>
                  <a:gd name="T15" fmla="*/ 34 h 55"/>
                  <a:gd name="T16" fmla="*/ 10 w 54"/>
                  <a:gd name="T17" fmla="*/ 50 h 55"/>
                  <a:gd name="T18" fmla="*/ 11 w 54"/>
                  <a:gd name="T19" fmla="*/ 52 h 55"/>
                  <a:gd name="T20" fmla="*/ 12 w 54"/>
                  <a:gd name="T21" fmla="*/ 53 h 55"/>
                  <a:gd name="T22" fmla="*/ 14 w 54"/>
                  <a:gd name="T23" fmla="*/ 52 h 55"/>
                  <a:gd name="T24" fmla="*/ 24 w 54"/>
                  <a:gd name="T25" fmla="*/ 41 h 55"/>
                  <a:gd name="T26" fmla="*/ 29 w 54"/>
                  <a:gd name="T27" fmla="*/ 52 h 55"/>
                  <a:gd name="T28" fmla="*/ 31 w 54"/>
                  <a:gd name="T29" fmla="*/ 55 h 55"/>
                  <a:gd name="T30" fmla="*/ 32 w 54"/>
                  <a:gd name="T31" fmla="*/ 55 h 55"/>
                  <a:gd name="T32" fmla="*/ 35 w 54"/>
                  <a:gd name="T33" fmla="*/ 54 h 55"/>
                  <a:gd name="T34" fmla="*/ 36 w 54"/>
                  <a:gd name="T35" fmla="*/ 50 h 55"/>
                  <a:gd name="T36" fmla="*/ 38 w 54"/>
                  <a:gd name="T37" fmla="*/ 39 h 55"/>
                  <a:gd name="T38" fmla="*/ 38 w 54"/>
                  <a:gd name="T39" fmla="*/ 38 h 55"/>
                  <a:gd name="T40" fmla="*/ 40 w 54"/>
                  <a:gd name="T41" fmla="*/ 37 h 55"/>
                  <a:gd name="T42" fmla="*/ 40 w 54"/>
                  <a:gd name="T43" fmla="*/ 37 h 55"/>
                  <a:gd name="T44" fmla="*/ 53 w 54"/>
                  <a:gd name="T45" fmla="*/ 37 h 55"/>
                  <a:gd name="T46" fmla="*/ 49 w 54"/>
                  <a:gd name="T47" fmla="*/ 32 h 55"/>
                  <a:gd name="T48" fmla="*/ 43 w 54"/>
                  <a:gd name="T49" fmla="*/ 28 h 55"/>
                  <a:gd name="T50" fmla="*/ 45 w 54"/>
                  <a:gd name="T51" fmla="*/ 14 h 55"/>
                  <a:gd name="T52" fmla="*/ 41 w 54"/>
                  <a:gd name="T53" fmla="*/ 12 h 55"/>
                  <a:gd name="T54" fmla="*/ 33 w 54"/>
                  <a:gd name="T55" fmla="*/ 15 h 55"/>
                  <a:gd name="T56" fmla="*/ 32 w 54"/>
                  <a:gd name="T57" fmla="*/ 16 h 55"/>
                  <a:gd name="T58" fmla="*/ 30 w 54"/>
                  <a:gd name="T59" fmla="*/ 14 h 55"/>
                  <a:gd name="T60" fmla="*/ 26 w 54"/>
                  <a:gd name="T6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4" h="55">
                    <a:moveTo>
                      <a:pt x="26" y="0"/>
                    </a:moveTo>
                    <a:cubicBezTo>
                      <a:pt x="22" y="4"/>
                      <a:pt x="20" y="8"/>
                      <a:pt x="18" y="13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4"/>
                      <a:pt x="5" y="19"/>
                      <a:pt x="8" y="23"/>
                    </a:cubicBezTo>
                    <a:cubicBezTo>
                      <a:pt x="6" y="24"/>
                      <a:pt x="4" y="25"/>
                      <a:pt x="2" y="27"/>
                    </a:cubicBezTo>
                    <a:cubicBezTo>
                      <a:pt x="1" y="29"/>
                      <a:pt x="0" y="31"/>
                      <a:pt x="1" y="33"/>
                    </a:cubicBezTo>
                    <a:cubicBezTo>
                      <a:pt x="3" y="34"/>
                      <a:pt x="6" y="34"/>
                      <a:pt x="8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40"/>
                      <a:pt x="9" y="45"/>
                      <a:pt x="10" y="50"/>
                    </a:cubicBezTo>
                    <a:cubicBezTo>
                      <a:pt x="10" y="51"/>
                      <a:pt x="11" y="52"/>
                      <a:pt x="11" y="52"/>
                    </a:cubicBezTo>
                    <a:cubicBezTo>
                      <a:pt x="12" y="53"/>
                      <a:pt x="12" y="53"/>
                      <a:pt x="12" y="53"/>
                    </a:cubicBezTo>
                    <a:cubicBezTo>
                      <a:pt x="13" y="53"/>
                      <a:pt x="14" y="52"/>
                      <a:pt x="14" y="52"/>
                    </a:cubicBezTo>
                    <a:cubicBezTo>
                      <a:pt x="19" y="49"/>
                      <a:pt x="22" y="46"/>
                      <a:pt x="24" y="4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3"/>
                      <a:pt x="30" y="54"/>
                      <a:pt x="31" y="55"/>
                    </a:cubicBezTo>
                    <a:cubicBezTo>
                      <a:pt x="31" y="55"/>
                      <a:pt x="32" y="55"/>
                      <a:pt x="32" y="55"/>
                    </a:cubicBezTo>
                    <a:cubicBezTo>
                      <a:pt x="33" y="55"/>
                      <a:pt x="34" y="54"/>
                      <a:pt x="35" y="54"/>
                    </a:cubicBezTo>
                    <a:cubicBezTo>
                      <a:pt x="36" y="52"/>
                      <a:pt x="36" y="51"/>
                      <a:pt x="36" y="50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8"/>
                      <a:pt x="38" y="38"/>
                    </a:cubicBezTo>
                    <a:cubicBezTo>
                      <a:pt x="39" y="37"/>
                      <a:pt x="39" y="37"/>
                      <a:pt x="40" y="37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5" y="37"/>
                      <a:pt x="49" y="37"/>
                      <a:pt x="53" y="37"/>
                    </a:cubicBezTo>
                    <a:cubicBezTo>
                      <a:pt x="54" y="35"/>
                      <a:pt x="52" y="33"/>
                      <a:pt x="49" y="32"/>
                    </a:cubicBezTo>
                    <a:cubicBezTo>
                      <a:pt x="47" y="31"/>
                      <a:pt x="45" y="30"/>
                      <a:pt x="43" y="28"/>
                    </a:cubicBezTo>
                    <a:cubicBezTo>
                      <a:pt x="41" y="23"/>
                      <a:pt x="47" y="17"/>
                      <a:pt x="45" y="14"/>
                    </a:cubicBezTo>
                    <a:cubicBezTo>
                      <a:pt x="44" y="12"/>
                      <a:pt x="42" y="12"/>
                      <a:pt x="41" y="12"/>
                    </a:cubicBezTo>
                    <a:cubicBezTo>
                      <a:pt x="39" y="12"/>
                      <a:pt x="36" y="14"/>
                      <a:pt x="33" y="15"/>
                    </a:cubicBezTo>
                    <a:cubicBezTo>
                      <a:pt x="33" y="16"/>
                      <a:pt x="32" y="16"/>
                      <a:pt x="32" y="16"/>
                    </a:cubicBezTo>
                    <a:cubicBezTo>
                      <a:pt x="31" y="16"/>
                      <a:pt x="30" y="15"/>
                      <a:pt x="30" y="14"/>
                    </a:cubicBezTo>
                    <a:cubicBezTo>
                      <a:pt x="28" y="9"/>
                      <a:pt x="29" y="4"/>
                      <a:pt x="26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4" name="ïṧ1îḑé" descr="997b1c47-4fff-4c35-8203-d19de01f8e39">
                <a:extLst>
                  <a:ext uri="{FF2B5EF4-FFF2-40B4-BE49-F238E27FC236}">
                    <a16:creationId xmlns:a16="http://schemas.microsoft.com/office/drawing/2014/main" id="{FBB8504F-DC4C-47F3-B74D-005A0D71C495}"/>
                  </a:ext>
                </a:extLst>
              </p:cNvPr>
              <p:cNvSpPr/>
              <p:nvPr/>
            </p:nvSpPr>
            <p:spPr bwMode="auto">
              <a:xfrm>
                <a:off x="3772543" y="2294772"/>
                <a:ext cx="24380" cy="24380"/>
              </a:xfrm>
              <a:custGeom>
                <a:avLst/>
                <a:gdLst>
                  <a:gd name="T0" fmla="*/ 13 w 28"/>
                  <a:gd name="T1" fmla="*/ 0 h 29"/>
                  <a:gd name="T2" fmla="*/ 9 w 28"/>
                  <a:gd name="T3" fmla="*/ 7 h 29"/>
                  <a:gd name="T4" fmla="*/ 3 w 28"/>
                  <a:gd name="T5" fmla="*/ 5 h 29"/>
                  <a:gd name="T6" fmla="*/ 4 w 28"/>
                  <a:gd name="T7" fmla="*/ 12 h 29"/>
                  <a:gd name="T8" fmla="*/ 1 w 28"/>
                  <a:gd name="T9" fmla="*/ 14 h 29"/>
                  <a:gd name="T10" fmla="*/ 0 w 28"/>
                  <a:gd name="T11" fmla="*/ 18 h 29"/>
                  <a:gd name="T12" fmla="*/ 4 w 28"/>
                  <a:gd name="T13" fmla="*/ 18 h 29"/>
                  <a:gd name="T14" fmla="*/ 5 w 28"/>
                  <a:gd name="T15" fmla="*/ 18 h 29"/>
                  <a:gd name="T16" fmla="*/ 5 w 28"/>
                  <a:gd name="T17" fmla="*/ 27 h 29"/>
                  <a:gd name="T18" fmla="*/ 6 w 28"/>
                  <a:gd name="T19" fmla="*/ 28 h 29"/>
                  <a:gd name="T20" fmla="*/ 6 w 28"/>
                  <a:gd name="T21" fmla="*/ 28 h 29"/>
                  <a:gd name="T22" fmla="*/ 7 w 28"/>
                  <a:gd name="T23" fmla="*/ 28 h 29"/>
                  <a:gd name="T24" fmla="*/ 13 w 28"/>
                  <a:gd name="T25" fmla="*/ 22 h 29"/>
                  <a:gd name="T26" fmla="*/ 15 w 28"/>
                  <a:gd name="T27" fmla="*/ 28 h 29"/>
                  <a:gd name="T28" fmla="*/ 16 w 28"/>
                  <a:gd name="T29" fmla="*/ 29 h 29"/>
                  <a:gd name="T30" fmla="*/ 17 w 28"/>
                  <a:gd name="T31" fmla="*/ 29 h 29"/>
                  <a:gd name="T32" fmla="*/ 18 w 28"/>
                  <a:gd name="T33" fmla="*/ 29 h 29"/>
                  <a:gd name="T34" fmla="*/ 19 w 28"/>
                  <a:gd name="T35" fmla="*/ 26 h 29"/>
                  <a:gd name="T36" fmla="*/ 20 w 28"/>
                  <a:gd name="T37" fmla="*/ 21 h 29"/>
                  <a:gd name="T38" fmla="*/ 21 w 28"/>
                  <a:gd name="T39" fmla="*/ 20 h 29"/>
                  <a:gd name="T40" fmla="*/ 21 w 28"/>
                  <a:gd name="T41" fmla="*/ 20 h 29"/>
                  <a:gd name="T42" fmla="*/ 21 w 28"/>
                  <a:gd name="T43" fmla="*/ 20 h 29"/>
                  <a:gd name="T44" fmla="*/ 28 w 28"/>
                  <a:gd name="T45" fmla="*/ 20 h 29"/>
                  <a:gd name="T46" fmla="*/ 26 w 28"/>
                  <a:gd name="T47" fmla="*/ 17 h 29"/>
                  <a:gd name="T48" fmla="*/ 23 w 28"/>
                  <a:gd name="T49" fmla="*/ 15 h 29"/>
                  <a:gd name="T50" fmla="*/ 23 w 28"/>
                  <a:gd name="T51" fmla="*/ 7 h 29"/>
                  <a:gd name="T52" fmla="*/ 22 w 28"/>
                  <a:gd name="T53" fmla="*/ 6 h 29"/>
                  <a:gd name="T54" fmla="*/ 17 w 28"/>
                  <a:gd name="T55" fmla="*/ 8 h 29"/>
                  <a:gd name="T56" fmla="*/ 17 w 28"/>
                  <a:gd name="T57" fmla="*/ 8 h 29"/>
                  <a:gd name="T58" fmla="*/ 16 w 28"/>
                  <a:gd name="T59" fmla="*/ 8 h 29"/>
                  <a:gd name="T60" fmla="*/ 13 w 28"/>
                  <a:gd name="T6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8" h="29">
                    <a:moveTo>
                      <a:pt x="13" y="0"/>
                    </a:moveTo>
                    <a:cubicBezTo>
                      <a:pt x="12" y="2"/>
                      <a:pt x="10" y="4"/>
                      <a:pt x="9" y="7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7"/>
                      <a:pt x="3" y="10"/>
                      <a:pt x="4" y="12"/>
                    </a:cubicBezTo>
                    <a:cubicBezTo>
                      <a:pt x="3" y="13"/>
                      <a:pt x="2" y="14"/>
                      <a:pt x="1" y="14"/>
                    </a:cubicBezTo>
                    <a:cubicBezTo>
                      <a:pt x="0" y="15"/>
                      <a:pt x="0" y="17"/>
                      <a:pt x="0" y="18"/>
                    </a:cubicBezTo>
                    <a:cubicBezTo>
                      <a:pt x="2" y="18"/>
                      <a:pt x="3" y="18"/>
                      <a:pt x="4" y="18"/>
                    </a:cubicBezTo>
                    <a:cubicBezTo>
                      <a:pt x="4" y="18"/>
                      <a:pt x="5" y="18"/>
                      <a:pt x="5" y="18"/>
                    </a:cubicBezTo>
                    <a:cubicBezTo>
                      <a:pt x="5" y="21"/>
                      <a:pt x="5" y="24"/>
                      <a:pt x="5" y="27"/>
                    </a:cubicBezTo>
                    <a:cubicBezTo>
                      <a:pt x="5" y="27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10" y="26"/>
                      <a:pt x="12" y="24"/>
                      <a:pt x="13" y="22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8" y="29"/>
                      <a:pt x="18" y="29"/>
                    </a:cubicBezTo>
                    <a:cubicBezTo>
                      <a:pt x="19" y="28"/>
                      <a:pt x="19" y="27"/>
                      <a:pt x="19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0"/>
                      <a:pt x="20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3" y="20"/>
                      <a:pt x="26" y="20"/>
                      <a:pt x="28" y="20"/>
                    </a:cubicBezTo>
                    <a:cubicBezTo>
                      <a:pt x="28" y="18"/>
                      <a:pt x="27" y="17"/>
                      <a:pt x="26" y="17"/>
                    </a:cubicBezTo>
                    <a:cubicBezTo>
                      <a:pt x="25" y="16"/>
                      <a:pt x="23" y="16"/>
                      <a:pt x="23" y="15"/>
                    </a:cubicBezTo>
                    <a:cubicBezTo>
                      <a:pt x="22" y="12"/>
                      <a:pt x="25" y="9"/>
                      <a:pt x="23" y="7"/>
                    </a:cubicBezTo>
                    <a:cubicBezTo>
                      <a:pt x="23" y="7"/>
                      <a:pt x="22" y="6"/>
                      <a:pt x="22" y="6"/>
                    </a:cubicBezTo>
                    <a:cubicBezTo>
                      <a:pt x="21" y="6"/>
                      <a:pt x="19" y="8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4" y="5"/>
                      <a:pt x="15" y="2"/>
                      <a:pt x="13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5" name="iṧlîḋé" descr="e1f2c3c6-b319-4d0a-8ad3-22d1c6bf85f3">
                <a:extLst>
                  <a:ext uri="{FF2B5EF4-FFF2-40B4-BE49-F238E27FC236}">
                    <a16:creationId xmlns:a16="http://schemas.microsoft.com/office/drawing/2014/main" id="{384A5C6F-882D-460D-A66D-3B575A5FC3F4}"/>
                  </a:ext>
                </a:extLst>
              </p:cNvPr>
              <p:cNvSpPr/>
              <p:nvPr/>
            </p:nvSpPr>
            <p:spPr bwMode="auto">
              <a:xfrm>
                <a:off x="3630696" y="2376777"/>
                <a:ext cx="24380" cy="24380"/>
              </a:xfrm>
              <a:custGeom>
                <a:avLst/>
                <a:gdLst>
                  <a:gd name="T0" fmla="*/ 13 w 28"/>
                  <a:gd name="T1" fmla="*/ 0 h 29"/>
                  <a:gd name="T2" fmla="*/ 9 w 28"/>
                  <a:gd name="T3" fmla="*/ 7 h 29"/>
                  <a:gd name="T4" fmla="*/ 3 w 28"/>
                  <a:gd name="T5" fmla="*/ 5 h 29"/>
                  <a:gd name="T6" fmla="*/ 4 w 28"/>
                  <a:gd name="T7" fmla="*/ 12 h 29"/>
                  <a:gd name="T8" fmla="*/ 1 w 28"/>
                  <a:gd name="T9" fmla="*/ 14 h 29"/>
                  <a:gd name="T10" fmla="*/ 0 w 28"/>
                  <a:gd name="T11" fmla="*/ 18 h 29"/>
                  <a:gd name="T12" fmla="*/ 4 w 28"/>
                  <a:gd name="T13" fmla="*/ 18 h 29"/>
                  <a:gd name="T14" fmla="*/ 5 w 28"/>
                  <a:gd name="T15" fmla="*/ 18 h 29"/>
                  <a:gd name="T16" fmla="*/ 5 w 28"/>
                  <a:gd name="T17" fmla="*/ 27 h 29"/>
                  <a:gd name="T18" fmla="*/ 6 w 28"/>
                  <a:gd name="T19" fmla="*/ 28 h 29"/>
                  <a:gd name="T20" fmla="*/ 6 w 28"/>
                  <a:gd name="T21" fmla="*/ 28 h 29"/>
                  <a:gd name="T22" fmla="*/ 7 w 28"/>
                  <a:gd name="T23" fmla="*/ 28 h 29"/>
                  <a:gd name="T24" fmla="*/ 13 w 28"/>
                  <a:gd name="T25" fmla="*/ 22 h 29"/>
                  <a:gd name="T26" fmla="*/ 15 w 28"/>
                  <a:gd name="T27" fmla="*/ 28 h 29"/>
                  <a:gd name="T28" fmla="*/ 16 w 28"/>
                  <a:gd name="T29" fmla="*/ 29 h 29"/>
                  <a:gd name="T30" fmla="*/ 17 w 28"/>
                  <a:gd name="T31" fmla="*/ 29 h 29"/>
                  <a:gd name="T32" fmla="*/ 18 w 28"/>
                  <a:gd name="T33" fmla="*/ 29 h 29"/>
                  <a:gd name="T34" fmla="*/ 19 w 28"/>
                  <a:gd name="T35" fmla="*/ 26 h 29"/>
                  <a:gd name="T36" fmla="*/ 20 w 28"/>
                  <a:gd name="T37" fmla="*/ 21 h 29"/>
                  <a:gd name="T38" fmla="*/ 21 w 28"/>
                  <a:gd name="T39" fmla="*/ 20 h 29"/>
                  <a:gd name="T40" fmla="*/ 21 w 28"/>
                  <a:gd name="T41" fmla="*/ 20 h 29"/>
                  <a:gd name="T42" fmla="*/ 21 w 28"/>
                  <a:gd name="T43" fmla="*/ 20 h 29"/>
                  <a:gd name="T44" fmla="*/ 28 w 28"/>
                  <a:gd name="T45" fmla="*/ 20 h 29"/>
                  <a:gd name="T46" fmla="*/ 26 w 28"/>
                  <a:gd name="T47" fmla="*/ 17 h 29"/>
                  <a:gd name="T48" fmla="*/ 23 w 28"/>
                  <a:gd name="T49" fmla="*/ 15 h 29"/>
                  <a:gd name="T50" fmla="*/ 24 w 28"/>
                  <a:gd name="T51" fmla="*/ 7 h 29"/>
                  <a:gd name="T52" fmla="*/ 22 w 28"/>
                  <a:gd name="T53" fmla="*/ 6 h 29"/>
                  <a:gd name="T54" fmla="*/ 17 w 28"/>
                  <a:gd name="T55" fmla="*/ 8 h 29"/>
                  <a:gd name="T56" fmla="*/ 17 w 28"/>
                  <a:gd name="T57" fmla="*/ 8 h 29"/>
                  <a:gd name="T58" fmla="*/ 16 w 28"/>
                  <a:gd name="T59" fmla="*/ 8 h 29"/>
                  <a:gd name="T60" fmla="*/ 13 w 28"/>
                  <a:gd name="T6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8" h="29">
                    <a:moveTo>
                      <a:pt x="13" y="0"/>
                    </a:moveTo>
                    <a:cubicBezTo>
                      <a:pt x="12" y="2"/>
                      <a:pt x="10" y="4"/>
                      <a:pt x="9" y="7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7"/>
                      <a:pt x="3" y="10"/>
                      <a:pt x="4" y="12"/>
                    </a:cubicBezTo>
                    <a:cubicBezTo>
                      <a:pt x="3" y="13"/>
                      <a:pt x="2" y="14"/>
                      <a:pt x="1" y="14"/>
                    </a:cubicBezTo>
                    <a:cubicBezTo>
                      <a:pt x="0" y="15"/>
                      <a:pt x="0" y="17"/>
                      <a:pt x="0" y="18"/>
                    </a:cubicBezTo>
                    <a:cubicBezTo>
                      <a:pt x="2" y="18"/>
                      <a:pt x="3" y="18"/>
                      <a:pt x="4" y="18"/>
                    </a:cubicBezTo>
                    <a:cubicBezTo>
                      <a:pt x="4" y="18"/>
                      <a:pt x="5" y="18"/>
                      <a:pt x="5" y="18"/>
                    </a:cubicBezTo>
                    <a:cubicBezTo>
                      <a:pt x="5" y="21"/>
                      <a:pt x="5" y="24"/>
                      <a:pt x="5" y="27"/>
                    </a:cubicBezTo>
                    <a:cubicBezTo>
                      <a:pt x="5" y="27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10" y="26"/>
                      <a:pt x="12" y="24"/>
                      <a:pt x="13" y="22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6" y="29"/>
                      <a:pt x="16" y="29"/>
                    </a:cubicBezTo>
                    <a:cubicBezTo>
                      <a:pt x="16" y="29"/>
                      <a:pt x="17" y="29"/>
                      <a:pt x="17" y="29"/>
                    </a:cubicBezTo>
                    <a:cubicBezTo>
                      <a:pt x="17" y="29"/>
                      <a:pt x="18" y="29"/>
                      <a:pt x="18" y="29"/>
                    </a:cubicBezTo>
                    <a:cubicBezTo>
                      <a:pt x="19" y="28"/>
                      <a:pt x="19" y="27"/>
                      <a:pt x="19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0"/>
                      <a:pt x="20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4" y="20"/>
                      <a:pt x="26" y="20"/>
                      <a:pt x="28" y="20"/>
                    </a:cubicBezTo>
                    <a:cubicBezTo>
                      <a:pt x="28" y="19"/>
                      <a:pt x="27" y="17"/>
                      <a:pt x="26" y="17"/>
                    </a:cubicBezTo>
                    <a:cubicBezTo>
                      <a:pt x="25" y="16"/>
                      <a:pt x="24" y="16"/>
                      <a:pt x="23" y="15"/>
                    </a:cubicBezTo>
                    <a:cubicBezTo>
                      <a:pt x="22" y="13"/>
                      <a:pt x="25" y="9"/>
                      <a:pt x="24" y="7"/>
                    </a:cubicBezTo>
                    <a:cubicBezTo>
                      <a:pt x="23" y="7"/>
                      <a:pt x="23" y="6"/>
                      <a:pt x="22" y="6"/>
                    </a:cubicBezTo>
                    <a:cubicBezTo>
                      <a:pt x="20" y="6"/>
                      <a:pt x="19" y="8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4" y="5"/>
                      <a:pt x="15" y="2"/>
                      <a:pt x="13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6" name="ïşḷîďe" descr="6dca649c-dabe-4990-a7ea-336322d603c4">
                <a:extLst>
                  <a:ext uri="{FF2B5EF4-FFF2-40B4-BE49-F238E27FC236}">
                    <a16:creationId xmlns:a16="http://schemas.microsoft.com/office/drawing/2014/main" id="{81D04E99-09AA-40CD-BEAD-F64F16005DB9}"/>
                  </a:ext>
                </a:extLst>
              </p:cNvPr>
              <p:cNvSpPr/>
              <p:nvPr/>
            </p:nvSpPr>
            <p:spPr bwMode="auto">
              <a:xfrm>
                <a:off x="3493281" y="2090866"/>
                <a:ext cx="24380" cy="24380"/>
              </a:xfrm>
              <a:custGeom>
                <a:avLst/>
                <a:gdLst>
                  <a:gd name="T0" fmla="*/ 14 w 29"/>
                  <a:gd name="T1" fmla="*/ 0 h 29"/>
                  <a:gd name="T2" fmla="*/ 10 w 29"/>
                  <a:gd name="T3" fmla="*/ 6 h 29"/>
                  <a:gd name="T4" fmla="*/ 3 w 29"/>
                  <a:gd name="T5" fmla="*/ 4 h 29"/>
                  <a:gd name="T6" fmla="*/ 4 w 29"/>
                  <a:gd name="T7" fmla="*/ 12 h 29"/>
                  <a:gd name="T8" fmla="*/ 1 w 29"/>
                  <a:gd name="T9" fmla="*/ 14 h 29"/>
                  <a:gd name="T10" fmla="*/ 1 w 29"/>
                  <a:gd name="T11" fmla="*/ 17 h 29"/>
                  <a:gd name="T12" fmla="*/ 5 w 29"/>
                  <a:gd name="T13" fmla="*/ 18 h 29"/>
                  <a:gd name="T14" fmla="*/ 5 w 29"/>
                  <a:gd name="T15" fmla="*/ 18 h 29"/>
                  <a:gd name="T16" fmla="*/ 6 w 29"/>
                  <a:gd name="T17" fmla="*/ 26 h 29"/>
                  <a:gd name="T18" fmla="*/ 6 w 29"/>
                  <a:gd name="T19" fmla="*/ 27 h 29"/>
                  <a:gd name="T20" fmla="*/ 7 w 29"/>
                  <a:gd name="T21" fmla="*/ 27 h 29"/>
                  <a:gd name="T22" fmla="*/ 8 w 29"/>
                  <a:gd name="T23" fmla="*/ 27 h 29"/>
                  <a:gd name="T24" fmla="*/ 13 w 29"/>
                  <a:gd name="T25" fmla="*/ 21 h 29"/>
                  <a:gd name="T26" fmla="*/ 16 w 29"/>
                  <a:gd name="T27" fmla="*/ 27 h 29"/>
                  <a:gd name="T28" fmla="*/ 17 w 29"/>
                  <a:gd name="T29" fmla="*/ 29 h 29"/>
                  <a:gd name="T30" fmla="*/ 17 w 29"/>
                  <a:gd name="T31" fmla="*/ 29 h 29"/>
                  <a:gd name="T32" fmla="*/ 19 w 29"/>
                  <a:gd name="T33" fmla="*/ 28 h 29"/>
                  <a:gd name="T34" fmla="*/ 19 w 29"/>
                  <a:gd name="T35" fmla="*/ 26 h 29"/>
                  <a:gd name="T36" fmla="*/ 20 w 29"/>
                  <a:gd name="T37" fmla="*/ 20 h 29"/>
                  <a:gd name="T38" fmla="*/ 21 w 29"/>
                  <a:gd name="T39" fmla="*/ 19 h 29"/>
                  <a:gd name="T40" fmla="*/ 22 w 29"/>
                  <a:gd name="T41" fmla="*/ 19 h 29"/>
                  <a:gd name="T42" fmla="*/ 28 w 29"/>
                  <a:gd name="T43" fmla="*/ 19 h 29"/>
                  <a:gd name="T44" fmla="*/ 26 w 29"/>
                  <a:gd name="T45" fmla="*/ 16 h 29"/>
                  <a:gd name="T46" fmla="*/ 23 w 29"/>
                  <a:gd name="T47" fmla="*/ 14 h 29"/>
                  <a:gd name="T48" fmla="*/ 24 w 29"/>
                  <a:gd name="T49" fmla="*/ 7 h 29"/>
                  <a:gd name="T50" fmla="*/ 22 w 29"/>
                  <a:gd name="T51" fmla="*/ 6 h 29"/>
                  <a:gd name="T52" fmla="*/ 18 w 29"/>
                  <a:gd name="T53" fmla="*/ 8 h 29"/>
                  <a:gd name="T54" fmla="*/ 17 w 29"/>
                  <a:gd name="T55" fmla="*/ 8 h 29"/>
                  <a:gd name="T56" fmla="*/ 16 w 29"/>
                  <a:gd name="T57" fmla="*/ 7 h 29"/>
                  <a:gd name="T58" fmla="*/ 14 w 29"/>
                  <a:gd name="T5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9" h="29">
                    <a:moveTo>
                      <a:pt x="14" y="0"/>
                    </a:moveTo>
                    <a:cubicBezTo>
                      <a:pt x="12" y="2"/>
                      <a:pt x="11" y="4"/>
                      <a:pt x="10" y="6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7"/>
                      <a:pt x="3" y="9"/>
                      <a:pt x="4" y="12"/>
                    </a:cubicBezTo>
                    <a:cubicBezTo>
                      <a:pt x="3" y="12"/>
                      <a:pt x="2" y="13"/>
                      <a:pt x="1" y="14"/>
                    </a:cubicBezTo>
                    <a:cubicBezTo>
                      <a:pt x="0" y="15"/>
                      <a:pt x="0" y="16"/>
                      <a:pt x="1" y="17"/>
                    </a:cubicBezTo>
                    <a:cubicBezTo>
                      <a:pt x="2" y="18"/>
                      <a:pt x="3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21"/>
                      <a:pt x="5" y="23"/>
                      <a:pt x="6" y="26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6" y="27"/>
                      <a:pt x="6" y="27"/>
                      <a:pt x="7" y="27"/>
                    </a:cubicBezTo>
                    <a:cubicBezTo>
                      <a:pt x="7" y="27"/>
                      <a:pt x="7" y="27"/>
                      <a:pt x="8" y="27"/>
                    </a:cubicBezTo>
                    <a:cubicBezTo>
                      <a:pt x="10" y="26"/>
                      <a:pt x="12" y="24"/>
                      <a:pt x="13" y="21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28"/>
                      <a:pt x="16" y="28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9"/>
                      <a:pt x="18" y="28"/>
                      <a:pt x="19" y="28"/>
                    </a:cubicBezTo>
                    <a:cubicBezTo>
                      <a:pt x="19" y="27"/>
                      <a:pt x="19" y="26"/>
                      <a:pt x="19" y="26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4" y="19"/>
                      <a:pt x="26" y="19"/>
                      <a:pt x="28" y="19"/>
                    </a:cubicBezTo>
                    <a:cubicBezTo>
                      <a:pt x="29" y="18"/>
                      <a:pt x="28" y="17"/>
                      <a:pt x="26" y="16"/>
                    </a:cubicBezTo>
                    <a:cubicBezTo>
                      <a:pt x="25" y="16"/>
                      <a:pt x="24" y="15"/>
                      <a:pt x="23" y="14"/>
                    </a:cubicBezTo>
                    <a:cubicBezTo>
                      <a:pt x="22" y="12"/>
                      <a:pt x="25" y="9"/>
                      <a:pt x="24" y="7"/>
                    </a:cubicBezTo>
                    <a:cubicBezTo>
                      <a:pt x="23" y="6"/>
                      <a:pt x="23" y="6"/>
                      <a:pt x="22" y="6"/>
                    </a:cubicBezTo>
                    <a:cubicBezTo>
                      <a:pt x="21" y="6"/>
                      <a:pt x="19" y="7"/>
                      <a:pt x="18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7" y="8"/>
                      <a:pt x="16" y="7"/>
                      <a:pt x="16" y="7"/>
                    </a:cubicBezTo>
                    <a:cubicBezTo>
                      <a:pt x="15" y="5"/>
                      <a:pt x="16" y="2"/>
                      <a:pt x="14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7" name="ïṧľíde" descr="4087d73e-e92b-4051-90ff-585d7670d1f8">
                <a:extLst>
                  <a:ext uri="{FF2B5EF4-FFF2-40B4-BE49-F238E27FC236}">
                    <a16:creationId xmlns:a16="http://schemas.microsoft.com/office/drawing/2014/main" id="{9DE2DE7A-BC2A-4DFD-973E-A5881BBE3293}"/>
                  </a:ext>
                </a:extLst>
              </p:cNvPr>
              <p:cNvSpPr/>
              <p:nvPr/>
            </p:nvSpPr>
            <p:spPr bwMode="auto">
              <a:xfrm>
                <a:off x="3566421" y="2251552"/>
                <a:ext cx="24380" cy="24380"/>
              </a:xfrm>
              <a:custGeom>
                <a:avLst/>
                <a:gdLst>
                  <a:gd name="T0" fmla="*/ 13 w 28"/>
                  <a:gd name="T1" fmla="*/ 0 h 29"/>
                  <a:gd name="T2" fmla="*/ 9 w 28"/>
                  <a:gd name="T3" fmla="*/ 7 h 29"/>
                  <a:gd name="T4" fmla="*/ 3 w 28"/>
                  <a:gd name="T5" fmla="*/ 5 h 29"/>
                  <a:gd name="T6" fmla="*/ 4 w 28"/>
                  <a:gd name="T7" fmla="*/ 12 h 29"/>
                  <a:gd name="T8" fmla="*/ 1 w 28"/>
                  <a:gd name="T9" fmla="*/ 14 h 29"/>
                  <a:gd name="T10" fmla="*/ 0 w 28"/>
                  <a:gd name="T11" fmla="*/ 17 h 29"/>
                  <a:gd name="T12" fmla="*/ 4 w 28"/>
                  <a:gd name="T13" fmla="*/ 18 h 29"/>
                  <a:gd name="T14" fmla="*/ 5 w 28"/>
                  <a:gd name="T15" fmla="*/ 18 h 29"/>
                  <a:gd name="T16" fmla="*/ 5 w 28"/>
                  <a:gd name="T17" fmla="*/ 26 h 29"/>
                  <a:gd name="T18" fmla="*/ 6 w 28"/>
                  <a:gd name="T19" fmla="*/ 28 h 29"/>
                  <a:gd name="T20" fmla="*/ 6 w 28"/>
                  <a:gd name="T21" fmla="*/ 28 h 29"/>
                  <a:gd name="T22" fmla="*/ 7 w 28"/>
                  <a:gd name="T23" fmla="*/ 27 h 29"/>
                  <a:gd name="T24" fmla="*/ 13 w 28"/>
                  <a:gd name="T25" fmla="*/ 22 h 29"/>
                  <a:gd name="T26" fmla="*/ 15 w 28"/>
                  <a:gd name="T27" fmla="*/ 27 h 29"/>
                  <a:gd name="T28" fmla="*/ 16 w 28"/>
                  <a:gd name="T29" fmla="*/ 29 h 29"/>
                  <a:gd name="T30" fmla="*/ 17 w 28"/>
                  <a:gd name="T31" fmla="*/ 29 h 29"/>
                  <a:gd name="T32" fmla="*/ 18 w 28"/>
                  <a:gd name="T33" fmla="*/ 28 h 29"/>
                  <a:gd name="T34" fmla="*/ 19 w 28"/>
                  <a:gd name="T35" fmla="*/ 26 h 29"/>
                  <a:gd name="T36" fmla="*/ 20 w 28"/>
                  <a:gd name="T37" fmla="*/ 20 h 29"/>
                  <a:gd name="T38" fmla="*/ 20 w 28"/>
                  <a:gd name="T39" fmla="*/ 20 h 29"/>
                  <a:gd name="T40" fmla="*/ 21 w 28"/>
                  <a:gd name="T41" fmla="*/ 19 h 29"/>
                  <a:gd name="T42" fmla="*/ 28 w 28"/>
                  <a:gd name="T43" fmla="*/ 19 h 29"/>
                  <a:gd name="T44" fmla="*/ 26 w 28"/>
                  <a:gd name="T45" fmla="*/ 17 h 29"/>
                  <a:gd name="T46" fmla="*/ 23 w 28"/>
                  <a:gd name="T47" fmla="*/ 14 h 29"/>
                  <a:gd name="T48" fmla="*/ 24 w 28"/>
                  <a:gd name="T49" fmla="*/ 7 h 29"/>
                  <a:gd name="T50" fmla="*/ 22 w 28"/>
                  <a:gd name="T51" fmla="*/ 6 h 29"/>
                  <a:gd name="T52" fmla="*/ 17 w 28"/>
                  <a:gd name="T53" fmla="*/ 8 h 29"/>
                  <a:gd name="T54" fmla="*/ 17 w 28"/>
                  <a:gd name="T55" fmla="*/ 8 h 29"/>
                  <a:gd name="T56" fmla="*/ 16 w 28"/>
                  <a:gd name="T57" fmla="*/ 7 h 29"/>
                  <a:gd name="T58" fmla="*/ 13 w 28"/>
                  <a:gd name="T5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" h="29">
                    <a:moveTo>
                      <a:pt x="13" y="0"/>
                    </a:moveTo>
                    <a:cubicBezTo>
                      <a:pt x="12" y="2"/>
                      <a:pt x="10" y="4"/>
                      <a:pt x="9" y="7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7"/>
                      <a:pt x="3" y="10"/>
                      <a:pt x="4" y="12"/>
                    </a:cubicBezTo>
                    <a:cubicBezTo>
                      <a:pt x="3" y="12"/>
                      <a:pt x="2" y="13"/>
                      <a:pt x="1" y="14"/>
                    </a:cubicBezTo>
                    <a:cubicBezTo>
                      <a:pt x="0" y="15"/>
                      <a:pt x="0" y="16"/>
                      <a:pt x="0" y="17"/>
                    </a:cubicBezTo>
                    <a:cubicBezTo>
                      <a:pt x="2" y="18"/>
                      <a:pt x="3" y="18"/>
                      <a:pt x="4" y="18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21"/>
                      <a:pt x="5" y="24"/>
                      <a:pt x="5" y="26"/>
                    </a:cubicBezTo>
                    <a:cubicBezTo>
                      <a:pt x="5" y="27"/>
                      <a:pt x="6" y="27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8"/>
                      <a:pt x="7" y="27"/>
                      <a:pt x="7" y="27"/>
                    </a:cubicBezTo>
                    <a:cubicBezTo>
                      <a:pt x="10" y="26"/>
                      <a:pt x="12" y="24"/>
                      <a:pt x="13" y="22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28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8" y="29"/>
                      <a:pt x="18" y="28"/>
                    </a:cubicBezTo>
                    <a:cubicBezTo>
                      <a:pt x="19" y="27"/>
                      <a:pt x="19" y="27"/>
                      <a:pt x="19" y="26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19"/>
                      <a:pt x="26" y="19"/>
                      <a:pt x="28" y="19"/>
                    </a:cubicBezTo>
                    <a:cubicBezTo>
                      <a:pt x="28" y="18"/>
                      <a:pt x="27" y="17"/>
                      <a:pt x="26" y="17"/>
                    </a:cubicBezTo>
                    <a:cubicBezTo>
                      <a:pt x="25" y="16"/>
                      <a:pt x="24" y="16"/>
                      <a:pt x="23" y="14"/>
                    </a:cubicBezTo>
                    <a:cubicBezTo>
                      <a:pt x="22" y="12"/>
                      <a:pt x="25" y="9"/>
                      <a:pt x="24" y="7"/>
                    </a:cubicBezTo>
                    <a:cubicBezTo>
                      <a:pt x="23" y="6"/>
                      <a:pt x="23" y="6"/>
                      <a:pt x="22" y="6"/>
                    </a:cubicBezTo>
                    <a:cubicBezTo>
                      <a:pt x="21" y="6"/>
                      <a:pt x="19" y="7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6" y="8"/>
                      <a:pt x="16" y="8"/>
                      <a:pt x="16" y="7"/>
                    </a:cubicBezTo>
                    <a:cubicBezTo>
                      <a:pt x="14" y="5"/>
                      <a:pt x="15" y="2"/>
                      <a:pt x="13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8" name="íšļîḑé" descr="72c2b049-ec8a-4cb1-a560-dc3b5140c144">
                <a:extLst>
                  <a:ext uri="{FF2B5EF4-FFF2-40B4-BE49-F238E27FC236}">
                    <a16:creationId xmlns:a16="http://schemas.microsoft.com/office/drawing/2014/main" id="{35060404-AA21-495D-98C6-06FA07A84663}"/>
                  </a:ext>
                </a:extLst>
              </p:cNvPr>
              <p:cNvSpPr/>
              <p:nvPr/>
            </p:nvSpPr>
            <p:spPr bwMode="auto">
              <a:xfrm>
                <a:off x="3513229" y="2188386"/>
                <a:ext cx="24380" cy="25489"/>
              </a:xfrm>
              <a:custGeom>
                <a:avLst/>
                <a:gdLst>
                  <a:gd name="T0" fmla="*/ 14 w 29"/>
                  <a:gd name="T1" fmla="*/ 0 h 30"/>
                  <a:gd name="T2" fmla="*/ 10 w 29"/>
                  <a:gd name="T3" fmla="*/ 7 h 30"/>
                  <a:gd name="T4" fmla="*/ 3 w 29"/>
                  <a:gd name="T5" fmla="*/ 5 h 30"/>
                  <a:gd name="T6" fmla="*/ 4 w 29"/>
                  <a:gd name="T7" fmla="*/ 13 h 30"/>
                  <a:gd name="T8" fmla="*/ 1 w 29"/>
                  <a:gd name="T9" fmla="*/ 15 h 30"/>
                  <a:gd name="T10" fmla="*/ 0 w 29"/>
                  <a:gd name="T11" fmla="*/ 18 h 30"/>
                  <a:gd name="T12" fmla="*/ 4 w 29"/>
                  <a:gd name="T13" fmla="*/ 19 h 30"/>
                  <a:gd name="T14" fmla="*/ 5 w 29"/>
                  <a:gd name="T15" fmla="*/ 19 h 30"/>
                  <a:gd name="T16" fmla="*/ 6 w 29"/>
                  <a:gd name="T17" fmla="*/ 27 h 30"/>
                  <a:gd name="T18" fmla="*/ 6 w 29"/>
                  <a:gd name="T19" fmla="*/ 28 h 30"/>
                  <a:gd name="T20" fmla="*/ 7 w 29"/>
                  <a:gd name="T21" fmla="*/ 28 h 30"/>
                  <a:gd name="T22" fmla="*/ 8 w 29"/>
                  <a:gd name="T23" fmla="*/ 28 h 30"/>
                  <a:gd name="T24" fmla="*/ 13 w 29"/>
                  <a:gd name="T25" fmla="*/ 22 h 30"/>
                  <a:gd name="T26" fmla="*/ 15 w 29"/>
                  <a:gd name="T27" fmla="*/ 28 h 30"/>
                  <a:gd name="T28" fmla="*/ 17 w 29"/>
                  <a:gd name="T29" fmla="*/ 29 h 30"/>
                  <a:gd name="T30" fmla="*/ 17 w 29"/>
                  <a:gd name="T31" fmla="*/ 30 h 30"/>
                  <a:gd name="T32" fmla="*/ 19 w 29"/>
                  <a:gd name="T33" fmla="*/ 29 h 30"/>
                  <a:gd name="T34" fmla="*/ 19 w 29"/>
                  <a:gd name="T35" fmla="*/ 27 h 30"/>
                  <a:gd name="T36" fmla="*/ 20 w 29"/>
                  <a:gd name="T37" fmla="*/ 21 h 30"/>
                  <a:gd name="T38" fmla="*/ 20 w 29"/>
                  <a:gd name="T39" fmla="*/ 20 h 30"/>
                  <a:gd name="T40" fmla="*/ 21 w 29"/>
                  <a:gd name="T41" fmla="*/ 20 h 30"/>
                  <a:gd name="T42" fmla="*/ 28 w 29"/>
                  <a:gd name="T43" fmla="*/ 20 h 30"/>
                  <a:gd name="T44" fmla="*/ 26 w 29"/>
                  <a:gd name="T45" fmla="*/ 17 h 30"/>
                  <a:gd name="T46" fmla="*/ 23 w 29"/>
                  <a:gd name="T47" fmla="*/ 15 h 30"/>
                  <a:gd name="T48" fmla="*/ 24 w 29"/>
                  <a:gd name="T49" fmla="*/ 8 h 30"/>
                  <a:gd name="T50" fmla="*/ 22 w 29"/>
                  <a:gd name="T51" fmla="*/ 7 h 30"/>
                  <a:gd name="T52" fmla="*/ 18 w 29"/>
                  <a:gd name="T53" fmla="*/ 8 h 30"/>
                  <a:gd name="T54" fmla="*/ 17 w 29"/>
                  <a:gd name="T55" fmla="*/ 9 h 30"/>
                  <a:gd name="T56" fmla="*/ 16 w 29"/>
                  <a:gd name="T57" fmla="*/ 8 h 30"/>
                  <a:gd name="T58" fmla="*/ 14 w 29"/>
                  <a:gd name="T5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9" h="30">
                    <a:moveTo>
                      <a:pt x="14" y="0"/>
                    </a:moveTo>
                    <a:cubicBezTo>
                      <a:pt x="12" y="2"/>
                      <a:pt x="11" y="5"/>
                      <a:pt x="10" y="7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8"/>
                      <a:pt x="3" y="10"/>
                      <a:pt x="4" y="13"/>
                    </a:cubicBezTo>
                    <a:cubicBezTo>
                      <a:pt x="3" y="13"/>
                      <a:pt x="2" y="14"/>
                      <a:pt x="1" y="15"/>
                    </a:cubicBezTo>
                    <a:cubicBezTo>
                      <a:pt x="0" y="16"/>
                      <a:pt x="0" y="17"/>
                      <a:pt x="0" y="18"/>
                    </a:cubicBezTo>
                    <a:cubicBezTo>
                      <a:pt x="2" y="18"/>
                      <a:pt x="3" y="19"/>
                      <a:pt x="4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21"/>
                      <a:pt x="5" y="24"/>
                      <a:pt x="6" y="27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  <a:cubicBezTo>
                      <a:pt x="10" y="27"/>
                      <a:pt x="12" y="25"/>
                      <a:pt x="13" y="22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6" y="29"/>
                      <a:pt x="16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29"/>
                      <a:pt x="19" y="29"/>
                    </a:cubicBezTo>
                    <a:cubicBezTo>
                      <a:pt x="19" y="28"/>
                      <a:pt x="19" y="27"/>
                      <a:pt x="19" y="27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4" y="20"/>
                      <a:pt x="26" y="20"/>
                      <a:pt x="28" y="20"/>
                    </a:cubicBezTo>
                    <a:cubicBezTo>
                      <a:pt x="29" y="19"/>
                      <a:pt x="27" y="18"/>
                      <a:pt x="26" y="17"/>
                    </a:cubicBezTo>
                    <a:cubicBezTo>
                      <a:pt x="25" y="17"/>
                      <a:pt x="24" y="16"/>
                      <a:pt x="23" y="15"/>
                    </a:cubicBezTo>
                    <a:cubicBezTo>
                      <a:pt x="22" y="13"/>
                      <a:pt x="25" y="10"/>
                      <a:pt x="24" y="8"/>
                    </a:cubicBezTo>
                    <a:cubicBezTo>
                      <a:pt x="23" y="7"/>
                      <a:pt x="23" y="7"/>
                      <a:pt x="22" y="7"/>
                    </a:cubicBezTo>
                    <a:cubicBezTo>
                      <a:pt x="21" y="7"/>
                      <a:pt x="19" y="8"/>
                      <a:pt x="18" y="8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6" y="9"/>
                      <a:pt x="16" y="8"/>
                      <a:pt x="16" y="8"/>
                    </a:cubicBezTo>
                    <a:cubicBezTo>
                      <a:pt x="15" y="5"/>
                      <a:pt x="15" y="2"/>
                      <a:pt x="14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19" name="ïşḻîďê" descr="5f8781f0-9241-4c62-8613-433d75acaf09">
                <a:extLst>
                  <a:ext uri="{FF2B5EF4-FFF2-40B4-BE49-F238E27FC236}">
                    <a16:creationId xmlns:a16="http://schemas.microsoft.com/office/drawing/2014/main" id="{3833A2FB-0884-4BA4-BBE3-A14A082D5EBE}"/>
                  </a:ext>
                </a:extLst>
              </p:cNvPr>
              <p:cNvSpPr/>
              <p:nvPr/>
            </p:nvSpPr>
            <p:spPr bwMode="auto">
              <a:xfrm>
                <a:off x="3742622" y="2203901"/>
                <a:ext cx="19947" cy="24380"/>
              </a:xfrm>
              <a:custGeom>
                <a:avLst/>
                <a:gdLst>
                  <a:gd name="T0" fmla="*/ 13 w 24"/>
                  <a:gd name="T1" fmla="*/ 24 h 29"/>
                  <a:gd name="T2" fmla="*/ 14 w 24"/>
                  <a:gd name="T3" fmla="*/ 28 h 29"/>
                  <a:gd name="T4" fmla="*/ 15 w 24"/>
                  <a:gd name="T5" fmla="*/ 29 h 29"/>
                  <a:gd name="T6" fmla="*/ 16 w 24"/>
                  <a:gd name="T7" fmla="*/ 29 h 29"/>
                  <a:gd name="T8" fmla="*/ 17 w 24"/>
                  <a:gd name="T9" fmla="*/ 28 h 29"/>
                  <a:gd name="T10" fmla="*/ 18 w 24"/>
                  <a:gd name="T11" fmla="*/ 26 h 29"/>
                  <a:gd name="T12" fmla="*/ 18 w 24"/>
                  <a:gd name="T13" fmla="*/ 25 h 29"/>
                  <a:gd name="T14" fmla="*/ 13 w 24"/>
                  <a:gd name="T15" fmla="*/ 24 h 29"/>
                  <a:gd name="T16" fmla="*/ 4 w 24"/>
                  <a:gd name="T17" fmla="*/ 22 h 29"/>
                  <a:gd name="T18" fmla="*/ 4 w 24"/>
                  <a:gd name="T19" fmla="*/ 27 h 29"/>
                  <a:gd name="T20" fmla="*/ 5 w 24"/>
                  <a:gd name="T21" fmla="*/ 28 h 29"/>
                  <a:gd name="T22" fmla="*/ 5 w 24"/>
                  <a:gd name="T23" fmla="*/ 28 h 29"/>
                  <a:gd name="T24" fmla="*/ 6 w 24"/>
                  <a:gd name="T25" fmla="*/ 27 h 29"/>
                  <a:gd name="T26" fmla="*/ 11 w 24"/>
                  <a:gd name="T27" fmla="*/ 23 h 29"/>
                  <a:gd name="T28" fmla="*/ 4 w 24"/>
                  <a:gd name="T29" fmla="*/ 22 h 29"/>
                  <a:gd name="T30" fmla="*/ 12 w 24"/>
                  <a:gd name="T31" fmla="*/ 0 h 29"/>
                  <a:gd name="T32" fmla="*/ 8 w 24"/>
                  <a:gd name="T33" fmla="*/ 7 h 29"/>
                  <a:gd name="T34" fmla="*/ 2 w 24"/>
                  <a:gd name="T35" fmla="*/ 5 h 29"/>
                  <a:gd name="T36" fmla="*/ 3 w 24"/>
                  <a:gd name="T37" fmla="*/ 12 h 29"/>
                  <a:gd name="T38" fmla="*/ 0 w 24"/>
                  <a:gd name="T39" fmla="*/ 14 h 29"/>
                  <a:gd name="T40" fmla="*/ 0 w 24"/>
                  <a:gd name="T41" fmla="*/ 14 h 29"/>
                  <a:gd name="T42" fmla="*/ 5 w 24"/>
                  <a:gd name="T43" fmla="*/ 14 h 29"/>
                  <a:gd name="T44" fmla="*/ 22 w 24"/>
                  <a:gd name="T45" fmla="*/ 15 h 29"/>
                  <a:gd name="T46" fmla="*/ 22 w 24"/>
                  <a:gd name="T47" fmla="*/ 15 h 29"/>
                  <a:gd name="T48" fmla="*/ 22 w 24"/>
                  <a:gd name="T49" fmla="*/ 7 h 29"/>
                  <a:gd name="T50" fmla="*/ 21 w 24"/>
                  <a:gd name="T51" fmla="*/ 6 h 29"/>
                  <a:gd name="T52" fmla="*/ 16 w 24"/>
                  <a:gd name="T53" fmla="*/ 8 h 29"/>
                  <a:gd name="T54" fmla="*/ 16 w 24"/>
                  <a:gd name="T55" fmla="*/ 8 h 29"/>
                  <a:gd name="T56" fmla="*/ 14 w 24"/>
                  <a:gd name="T57" fmla="*/ 7 h 29"/>
                  <a:gd name="T58" fmla="*/ 12 w 24"/>
                  <a:gd name="T5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" h="29">
                    <a:moveTo>
                      <a:pt x="13" y="24"/>
                    </a:move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5" y="29"/>
                      <a:pt x="15" y="29"/>
                    </a:cubicBezTo>
                    <a:cubicBezTo>
                      <a:pt x="15" y="29"/>
                      <a:pt x="16" y="29"/>
                      <a:pt x="16" y="29"/>
                    </a:cubicBezTo>
                    <a:cubicBezTo>
                      <a:pt x="16" y="29"/>
                      <a:pt x="17" y="29"/>
                      <a:pt x="17" y="28"/>
                    </a:cubicBezTo>
                    <a:cubicBezTo>
                      <a:pt x="18" y="28"/>
                      <a:pt x="18" y="27"/>
                      <a:pt x="18" y="26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6" y="24"/>
                      <a:pt x="14" y="24"/>
                      <a:pt x="13" y="24"/>
                    </a:cubicBezTo>
                    <a:moveTo>
                      <a:pt x="4" y="22"/>
                    </a:moveTo>
                    <a:cubicBezTo>
                      <a:pt x="4" y="24"/>
                      <a:pt x="4" y="25"/>
                      <a:pt x="4" y="27"/>
                    </a:cubicBezTo>
                    <a:cubicBezTo>
                      <a:pt x="4" y="27"/>
                      <a:pt x="4" y="27"/>
                      <a:pt x="5" y="28"/>
                    </a:cubicBezTo>
                    <a:cubicBezTo>
                      <a:pt x="5" y="28"/>
                      <a:pt x="5" y="28"/>
                      <a:pt x="5" y="28"/>
                    </a:cubicBezTo>
                    <a:cubicBezTo>
                      <a:pt x="6" y="28"/>
                      <a:pt x="6" y="28"/>
                      <a:pt x="6" y="27"/>
                    </a:cubicBezTo>
                    <a:cubicBezTo>
                      <a:pt x="8" y="26"/>
                      <a:pt x="10" y="25"/>
                      <a:pt x="11" y="23"/>
                    </a:cubicBezTo>
                    <a:cubicBezTo>
                      <a:pt x="8" y="23"/>
                      <a:pt x="6" y="23"/>
                      <a:pt x="4" y="22"/>
                    </a:cubicBezTo>
                    <a:moveTo>
                      <a:pt x="12" y="0"/>
                    </a:moveTo>
                    <a:cubicBezTo>
                      <a:pt x="11" y="2"/>
                      <a:pt x="9" y="4"/>
                      <a:pt x="8" y="7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7"/>
                      <a:pt x="2" y="10"/>
                      <a:pt x="3" y="12"/>
                    </a:cubicBezTo>
                    <a:cubicBezTo>
                      <a:pt x="2" y="13"/>
                      <a:pt x="1" y="13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4"/>
                      <a:pt x="3" y="14"/>
                      <a:pt x="5" y="14"/>
                    </a:cubicBezTo>
                    <a:cubicBezTo>
                      <a:pt x="11" y="14"/>
                      <a:pt x="16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2"/>
                      <a:pt x="24" y="9"/>
                      <a:pt x="22" y="7"/>
                    </a:cubicBezTo>
                    <a:cubicBezTo>
                      <a:pt x="22" y="7"/>
                      <a:pt x="21" y="6"/>
                      <a:pt x="21" y="6"/>
                    </a:cubicBezTo>
                    <a:cubicBezTo>
                      <a:pt x="19" y="6"/>
                      <a:pt x="18" y="7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5" y="8"/>
                      <a:pt x="15" y="8"/>
                      <a:pt x="14" y="7"/>
                    </a:cubicBezTo>
                    <a:cubicBezTo>
                      <a:pt x="13" y="5"/>
                      <a:pt x="14" y="2"/>
                      <a:pt x="12" y="0"/>
                    </a:cubicBezTo>
                  </a:path>
                </a:pathLst>
              </a:custGeom>
              <a:solidFill>
                <a:srgbClr val="C6DA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0" name="ïṥľïdè" descr="afaa6230-92e3-4f79-adce-56029cb1f7dd">
                <a:extLst>
                  <a:ext uri="{FF2B5EF4-FFF2-40B4-BE49-F238E27FC236}">
                    <a16:creationId xmlns:a16="http://schemas.microsoft.com/office/drawing/2014/main" id="{C5EACC46-F768-4D4C-92E4-169611BEFE3C}"/>
                  </a:ext>
                </a:extLst>
              </p:cNvPr>
              <p:cNvSpPr/>
              <p:nvPr/>
            </p:nvSpPr>
            <p:spPr bwMode="auto">
              <a:xfrm>
                <a:off x="3741514" y="2216090"/>
                <a:ext cx="23272" cy="8865"/>
              </a:xfrm>
              <a:custGeom>
                <a:avLst/>
                <a:gdLst>
                  <a:gd name="T0" fmla="*/ 6 w 28"/>
                  <a:gd name="T1" fmla="*/ 0 h 11"/>
                  <a:gd name="T2" fmla="*/ 1 w 28"/>
                  <a:gd name="T3" fmla="*/ 0 h 11"/>
                  <a:gd name="T4" fmla="*/ 0 w 28"/>
                  <a:gd name="T5" fmla="*/ 4 h 11"/>
                  <a:gd name="T6" fmla="*/ 4 w 28"/>
                  <a:gd name="T7" fmla="*/ 4 h 11"/>
                  <a:gd name="T8" fmla="*/ 5 w 28"/>
                  <a:gd name="T9" fmla="*/ 4 h 11"/>
                  <a:gd name="T10" fmla="*/ 5 w 28"/>
                  <a:gd name="T11" fmla="*/ 8 h 11"/>
                  <a:gd name="T12" fmla="*/ 12 w 28"/>
                  <a:gd name="T13" fmla="*/ 9 h 11"/>
                  <a:gd name="T14" fmla="*/ 13 w 28"/>
                  <a:gd name="T15" fmla="*/ 8 h 11"/>
                  <a:gd name="T16" fmla="*/ 14 w 28"/>
                  <a:gd name="T17" fmla="*/ 10 h 11"/>
                  <a:gd name="T18" fmla="*/ 19 w 28"/>
                  <a:gd name="T19" fmla="*/ 11 h 11"/>
                  <a:gd name="T20" fmla="*/ 20 w 28"/>
                  <a:gd name="T21" fmla="*/ 7 h 11"/>
                  <a:gd name="T22" fmla="*/ 21 w 28"/>
                  <a:gd name="T23" fmla="*/ 6 h 11"/>
                  <a:gd name="T24" fmla="*/ 21 w 28"/>
                  <a:gd name="T25" fmla="*/ 6 h 11"/>
                  <a:gd name="T26" fmla="*/ 21 w 28"/>
                  <a:gd name="T27" fmla="*/ 6 h 11"/>
                  <a:gd name="T28" fmla="*/ 28 w 28"/>
                  <a:gd name="T29" fmla="*/ 6 h 11"/>
                  <a:gd name="T30" fmla="*/ 26 w 28"/>
                  <a:gd name="T31" fmla="*/ 3 h 11"/>
                  <a:gd name="T32" fmla="*/ 23 w 28"/>
                  <a:gd name="T33" fmla="*/ 1 h 11"/>
                  <a:gd name="T34" fmla="*/ 6 w 28"/>
                  <a:gd name="T3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" h="11">
                    <a:moveTo>
                      <a:pt x="6" y="0"/>
                    </a:moveTo>
                    <a:cubicBezTo>
                      <a:pt x="4" y="0"/>
                      <a:pt x="2" y="0"/>
                      <a:pt x="1" y="0"/>
                    </a:cubicBezTo>
                    <a:cubicBezTo>
                      <a:pt x="0" y="1"/>
                      <a:pt x="0" y="3"/>
                      <a:pt x="0" y="4"/>
                    </a:cubicBezTo>
                    <a:cubicBezTo>
                      <a:pt x="1" y="4"/>
                      <a:pt x="3" y="4"/>
                      <a:pt x="4" y="4"/>
                    </a:cubicBezTo>
                    <a:cubicBezTo>
                      <a:pt x="4" y="4"/>
                      <a:pt x="4" y="4"/>
                      <a:pt x="5" y="4"/>
                    </a:cubicBezTo>
                    <a:cubicBezTo>
                      <a:pt x="5" y="6"/>
                      <a:pt x="5" y="7"/>
                      <a:pt x="5" y="8"/>
                    </a:cubicBezTo>
                    <a:cubicBezTo>
                      <a:pt x="7" y="9"/>
                      <a:pt x="9" y="9"/>
                      <a:pt x="12" y="9"/>
                    </a:cubicBezTo>
                    <a:cubicBezTo>
                      <a:pt x="12" y="9"/>
                      <a:pt x="12" y="8"/>
                      <a:pt x="13" y="8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5" y="10"/>
                      <a:pt x="17" y="10"/>
                      <a:pt x="19" y="11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6"/>
                      <a:pt x="20" y="6"/>
                      <a:pt x="21" y="6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3" y="6"/>
                      <a:pt x="26" y="6"/>
                      <a:pt x="28" y="6"/>
                    </a:cubicBezTo>
                    <a:cubicBezTo>
                      <a:pt x="28" y="4"/>
                      <a:pt x="27" y="3"/>
                      <a:pt x="26" y="3"/>
                    </a:cubicBezTo>
                    <a:cubicBezTo>
                      <a:pt x="25" y="2"/>
                      <a:pt x="24" y="2"/>
                      <a:pt x="23" y="1"/>
                    </a:cubicBezTo>
                    <a:cubicBezTo>
                      <a:pt x="17" y="1"/>
                      <a:pt x="12" y="0"/>
                      <a:pt x="6" y="0"/>
                    </a:cubicBezTo>
                  </a:path>
                </a:pathLst>
              </a:custGeom>
              <a:solidFill>
                <a:srgbClr val="8EB6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1" name="išḻîḍe" descr="ccf2bd92-ccf3-4360-a068-020d7d2c79dc">
                <a:extLst>
                  <a:ext uri="{FF2B5EF4-FFF2-40B4-BE49-F238E27FC236}">
                    <a16:creationId xmlns:a16="http://schemas.microsoft.com/office/drawing/2014/main" id="{B6B3F92C-C69D-4604-85CB-B6F977A8CDDC}"/>
                  </a:ext>
                </a:extLst>
              </p:cNvPr>
              <p:cNvSpPr/>
              <p:nvPr/>
            </p:nvSpPr>
            <p:spPr bwMode="auto">
              <a:xfrm>
                <a:off x="3630696" y="2190603"/>
                <a:ext cx="24380" cy="25489"/>
              </a:xfrm>
              <a:custGeom>
                <a:avLst/>
                <a:gdLst>
                  <a:gd name="T0" fmla="*/ 13 w 28"/>
                  <a:gd name="T1" fmla="*/ 0 h 29"/>
                  <a:gd name="T2" fmla="*/ 9 w 28"/>
                  <a:gd name="T3" fmla="*/ 7 h 29"/>
                  <a:gd name="T4" fmla="*/ 3 w 28"/>
                  <a:gd name="T5" fmla="*/ 5 h 29"/>
                  <a:gd name="T6" fmla="*/ 4 w 28"/>
                  <a:gd name="T7" fmla="*/ 12 h 29"/>
                  <a:gd name="T8" fmla="*/ 1 w 28"/>
                  <a:gd name="T9" fmla="*/ 15 h 29"/>
                  <a:gd name="T10" fmla="*/ 0 w 28"/>
                  <a:gd name="T11" fmla="*/ 18 h 29"/>
                  <a:gd name="T12" fmla="*/ 4 w 28"/>
                  <a:gd name="T13" fmla="*/ 18 h 29"/>
                  <a:gd name="T14" fmla="*/ 5 w 28"/>
                  <a:gd name="T15" fmla="*/ 18 h 29"/>
                  <a:gd name="T16" fmla="*/ 5 w 28"/>
                  <a:gd name="T17" fmla="*/ 27 h 29"/>
                  <a:gd name="T18" fmla="*/ 6 w 28"/>
                  <a:gd name="T19" fmla="*/ 28 h 29"/>
                  <a:gd name="T20" fmla="*/ 6 w 28"/>
                  <a:gd name="T21" fmla="*/ 28 h 29"/>
                  <a:gd name="T22" fmla="*/ 7 w 28"/>
                  <a:gd name="T23" fmla="*/ 28 h 29"/>
                  <a:gd name="T24" fmla="*/ 13 w 28"/>
                  <a:gd name="T25" fmla="*/ 22 h 29"/>
                  <a:gd name="T26" fmla="*/ 15 w 28"/>
                  <a:gd name="T27" fmla="*/ 28 h 29"/>
                  <a:gd name="T28" fmla="*/ 16 w 28"/>
                  <a:gd name="T29" fmla="*/ 29 h 29"/>
                  <a:gd name="T30" fmla="*/ 17 w 28"/>
                  <a:gd name="T31" fmla="*/ 29 h 29"/>
                  <a:gd name="T32" fmla="*/ 18 w 28"/>
                  <a:gd name="T33" fmla="*/ 29 h 29"/>
                  <a:gd name="T34" fmla="*/ 19 w 28"/>
                  <a:gd name="T35" fmla="*/ 26 h 29"/>
                  <a:gd name="T36" fmla="*/ 20 w 28"/>
                  <a:gd name="T37" fmla="*/ 21 h 29"/>
                  <a:gd name="T38" fmla="*/ 21 w 28"/>
                  <a:gd name="T39" fmla="*/ 20 h 29"/>
                  <a:gd name="T40" fmla="*/ 21 w 28"/>
                  <a:gd name="T41" fmla="*/ 20 h 29"/>
                  <a:gd name="T42" fmla="*/ 21 w 28"/>
                  <a:gd name="T43" fmla="*/ 20 h 29"/>
                  <a:gd name="T44" fmla="*/ 28 w 28"/>
                  <a:gd name="T45" fmla="*/ 20 h 29"/>
                  <a:gd name="T46" fmla="*/ 26 w 28"/>
                  <a:gd name="T47" fmla="*/ 17 h 29"/>
                  <a:gd name="T48" fmla="*/ 23 w 28"/>
                  <a:gd name="T49" fmla="*/ 15 h 29"/>
                  <a:gd name="T50" fmla="*/ 24 w 28"/>
                  <a:gd name="T51" fmla="*/ 7 h 29"/>
                  <a:gd name="T52" fmla="*/ 22 w 28"/>
                  <a:gd name="T53" fmla="*/ 7 h 29"/>
                  <a:gd name="T54" fmla="*/ 17 w 28"/>
                  <a:gd name="T55" fmla="*/ 8 h 29"/>
                  <a:gd name="T56" fmla="*/ 17 w 28"/>
                  <a:gd name="T57" fmla="*/ 9 h 29"/>
                  <a:gd name="T58" fmla="*/ 16 w 28"/>
                  <a:gd name="T59" fmla="*/ 8 h 29"/>
                  <a:gd name="T60" fmla="*/ 13 w 28"/>
                  <a:gd name="T6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8" h="29">
                    <a:moveTo>
                      <a:pt x="13" y="0"/>
                    </a:moveTo>
                    <a:cubicBezTo>
                      <a:pt x="12" y="2"/>
                      <a:pt x="10" y="5"/>
                      <a:pt x="9" y="7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8"/>
                      <a:pt x="3" y="10"/>
                      <a:pt x="4" y="12"/>
                    </a:cubicBezTo>
                    <a:cubicBezTo>
                      <a:pt x="3" y="13"/>
                      <a:pt x="2" y="14"/>
                      <a:pt x="1" y="15"/>
                    </a:cubicBezTo>
                    <a:cubicBezTo>
                      <a:pt x="0" y="15"/>
                      <a:pt x="0" y="17"/>
                      <a:pt x="0" y="18"/>
                    </a:cubicBezTo>
                    <a:cubicBezTo>
                      <a:pt x="2" y="18"/>
                      <a:pt x="3" y="18"/>
                      <a:pt x="4" y="18"/>
                    </a:cubicBezTo>
                    <a:cubicBezTo>
                      <a:pt x="4" y="18"/>
                      <a:pt x="5" y="18"/>
                      <a:pt x="5" y="18"/>
                    </a:cubicBezTo>
                    <a:cubicBezTo>
                      <a:pt x="5" y="21"/>
                      <a:pt x="5" y="24"/>
                      <a:pt x="5" y="27"/>
                    </a:cubicBezTo>
                    <a:cubicBezTo>
                      <a:pt x="5" y="27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10" y="26"/>
                      <a:pt x="12" y="24"/>
                      <a:pt x="13" y="22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9"/>
                      <a:pt x="16" y="29"/>
                      <a:pt x="16" y="29"/>
                    </a:cubicBezTo>
                    <a:cubicBezTo>
                      <a:pt x="16" y="29"/>
                      <a:pt x="17" y="29"/>
                      <a:pt x="17" y="29"/>
                    </a:cubicBezTo>
                    <a:cubicBezTo>
                      <a:pt x="17" y="29"/>
                      <a:pt x="18" y="29"/>
                      <a:pt x="18" y="29"/>
                    </a:cubicBezTo>
                    <a:cubicBezTo>
                      <a:pt x="19" y="28"/>
                      <a:pt x="19" y="27"/>
                      <a:pt x="19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0"/>
                      <a:pt x="20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4" y="20"/>
                      <a:pt x="26" y="20"/>
                      <a:pt x="28" y="20"/>
                    </a:cubicBezTo>
                    <a:cubicBezTo>
                      <a:pt x="28" y="19"/>
                      <a:pt x="27" y="18"/>
                      <a:pt x="26" y="17"/>
                    </a:cubicBezTo>
                    <a:cubicBezTo>
                      <a:pt x="25" y="17"/>
                      <a:pt x="24" y="16"/>
                      <a:pt x="23" y="15"/>
                    </a:cubicBezTo>
                    <a:cubicBezTo>
                      <a:pt x="22" y="13"/>
                      <a:pt x="25" y="9"/>
                      <a:pt x="24" y="7"/>
                    </a:cubicBezTo>
                    <a:cubicBezTo>
                      <a:pt x="23" y="7"/>
                      <a:pt x="23" y="7"/>
                      <a:pt x="22" y="7"/>
                    </a:cubicBezTo>
                    <a:cubicBezTo>
                      <a:pt x="20" y="7"/>
                      <a:pt x="19" y="8"/>
                      <a:pt x="17" y="8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4" y="5"/>
                      <a:pt x="15" y="2"/>
                      <a:pt x="13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2" name="ïṣḷîďe" descr="3ab2b29f-d87c-4915-af33-6d1e3b6d0189">
                <a:extLst>
                  <a:ext uri="{FF2B5EF4-FFF2-40B4-BE49-F238E27FC236}">
                    <a16:creationId xmlns:a16="http://schemas.microsoft.com/office/drawing/2014/main" id="{9643C9F1-232A-4553-BAA2-A4B698D5B2F5}"/>
                  </a:ext>
                </a:extLst>
              </p:cNvPr>
              <p:cNvSpPr/>
              <p:nvPr/>
            </p:nvSpPr>
            <p:spPr bwMode="auto">
              <a:xfrm>
                <a:off x="3596342" y="2206117"/>
                <a:ext cx="23272" cy="24380"/>
              </a:xfrm>
              <a:custGeom>
                <a:avLst/>
                <a:gdLst>
                  <a:gd name="T0" fmla="*/ 13 w 28"/>
                  <a:gd name="T1" fmla="*/ 0 h 29"/>
                  <a:gd name="T2" fmla="*/ 9 w 28"/>
                  <a:gd name="T3" fmla="*/ 7 h 29"/>
                  <a:gd name="T4" fmla="*/ 3 w 28"/>
                  <a:gd name="T5" fmla="*/ 5 h 29"/>
                  <a:gd name="T6" fmla="*/ 4 w 28"/>
                  <a:gd name="T7" fmla="*/ 12 h 29"/>
                  <a:gd name="T8" fmla="*/ 1 w 28"/>
                  <a:gd name="T9" fmla="*/ 14 h 29"/>
                  <a:gd name="T10" fmla="*/ 0 w 28"/>
                  <a:gd name="T11" fmla="*/ 18 h 29"/>
                  <a:gd name="T12" fmla="*/ 4 w 28"/>
                  <a:gd name="T13" fmla="*/ 18 h 29"/>
                  <a:gd name="T14" fmla="*/ 5 w 28"/>
                  <a:gd name="T15" fmla="*/ 18 h 29"/>
                  <a:gd name="T16" fmla="*/ 5 w 28"/>
                  <a:gd name="T17" fmla="*/ 27 h 29"/>
                  <a:gd name="T18" fmla="*/ 6 w 28"/>
                  <a:gd name="T19" fmla="*/ 28 h 29"/>
                  <a:gd name="T20" fmla="*/ 6 w 28"/>
                  <a:gd name="T21" fmla="*/ 28 h 29"/>
                  <a:gd name="T22" fmla="*/ 7 w 28"/>
                  <a:gd name="T23" fmla="*/ 28 h 29"/>
                  <a:gd name="T24" fmla="*/ 13 w 28"/>
                  <a:gd name="T25" fmla="*/ 22 h 29"/>
                  <a:gd name="T26" fmla="*/ 15 w 28"/>
                  <a:gd name="T27" fmla="*/ 28 h 29"/>
                  <a:gd name="T28" fmla="*/ 16 w 28"/>
                  <a:gd name="T29" fmla="*/ 29 h 29"/>
                  <a:gd name="T30" fmla="*/ 17 w 28"/>
                  <a:gd name="T31" fmla="*/ 29 h 29"/>
                  <a:gd name="T32" fmla="*/ 18 w 28"/>
                  <a:gd name="T33" fmla="*/ 29 h 29"/>
                  <a:gd name="T34" fmla="*/ 19 w 28"/>
                  <a:gd name="T35" fmla="*/ 26 h 29"/>
                  <a:gd name="T36" fmla="*/ 20 w 28"/>
                  <a:gd name="T37" fmla="*/ 21 h 29"/>
                  <a:gd name="T38" fmla="*/ 21 w 28"/>
                  <a:gd name="T39" fmla="*/ 20 h 29"/>
                  <a:gd name="T40" fmla="*/ 21 w 28"/>
                  <a:gd name="T41" fmla="*/ 20 h 29"/>
                  <a:gd name="T42" fmla="*/ 21 w 28"/>
                  <a:gd name="T43" fmla="*/ 20 h 29"/>
                  <a:gd name="T44" fmla="*/ 28 w 28"/>
                  <a:gd name="T45" fmla="*/ 20 h 29"/>
                  <a:gd name="T46" fmla="*/ 26 w 28"/>
                  <a:gd name="T47" fmla="*/ 17 h 29"/>
                  <a:gd name="T48" fmla="*/ 23 w 28"/>
                  <a:gd name="T49" fmla="*/ 15 h 29"/>
                  <a:gd name="T50" fmla="*/ 23 w 28"/>
                  <a:gd name="T51" fmla="*/ 7 h 29"/>
                  <a:gd name="T52" fmla="*/ 22 w 28"/>
                  <a:gd name="T53" fmla="*/ 6 h 29"/>
                  <a:gd name="T54" fmla="*/ 17 w 28"/>
                  <a:gd name="T55" fmla="*/ 8 h 29"/>
                  <a:gd name="T56" fmla="*/ 17 w 28"/>
                  <a:gd name="T57" fmla="*/ 8 h 29"/>
                  <a:gd name="T58" fmla="*/ 15 w 28"/>
                  <a:gd name="T59" fmla="*/ 8 h 29"/>
                  <a:gd name="T60" fmla="*/ 13 w 28"/>
                  <a:gd name="T6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8" h="29">
                    <a:moveTo>
                      <a:pt x="13" y="0"/>
                    </a:moveTo>
                    <a:cubicBezTo>
                      <a:pt x="12" y="2"/>
                      <a:pt x="10" y="4"/>
                      <a:pt x="9" y="7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7"/>
                      <a:pt x="3" y="10"/>
                      <a:pt x="4" y="12"/>
                    </a:cubicBezTo>
                    <a:cubicBezTo>
                      <a:pt x="3" y="13"/>
                      <a:pt x="2" y="14"/>
                      <a:pt x="1" y="14"/>
                    </a:cubicBezTo>
                    <a:cubicBezTo>
                      <a:pt x="0" y="15"/>
                      <a:pt x="0" y="17"/>
                      <a:pt x="0" y="18"/>
                    </a:cubicBezTo>
                    <a:cubicBezTo>
                      <a:pt x="1" y="18"/>
                      <a:pt x="3" y="18"/>
                      <a:pt x="4" y="18"/>
                    </a:cubicBezTo>
                    <a:cubicBezTo>
                      <a:pt x="4" y="18"/>
                      <a:pt x="5" y="18"/>
                      <a:pt x="5" y="18"/>
                    </a:cubicBezTo>
                    <a:cubicBezTo>
                      <a:pt x="5" y="21"/>
                      <a:pt x="5" y="24"/>
                      <a:pt x="5" y="27"/>
                    </a:cubicBezTo>
                    <a:cubicBezTo>
                      <a:pt x="5" y="27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10" y="26"/>
                      <a:pt x="11" y="24"/>
                      <a:pt x="13" y="22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6" y="29"/>
                      <a:pt x="16" y="29"/>
                    </a:cubicBezTo>
                    <a:cubicBezTo>
                      <a:pt x="16" y="29"/>
                      <a:pt x="17" y="29"/>
                      <a:pt x="17" y="29"/>
                    </a:cubicBezTo>
                    <a:cubicBezTo>
                      <a:pt x="17" y="29"/>
                      <a:pt x="18" y="29"/>
                      <a:pt x="18" y="29"/>
                    </a:cubicBezTo>
                    <a:cubicBezTo>
                      <a:pt x="19" y="28"/>
                      <a:pt x="19" y="27"/>
                      <a:pt x="19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0"/>
                      <a:pt x="20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3" y="20"/>
                      <a:pt x="26" y="20"/>
                      <a:pt x="28" y="20"/>
                    </a:cubicBezTo>
                    <a:cubicBezTo>
                      <a:pt x="28" y="19"/>
                      <a:pt x="27" y="17"/>
                      <a:pt x="26" y="17"/>
                    </a:cubicBezTo>
                    <a:cubicBezTo>
                      <a:pt x="25" y="16"/>
                      <a:pt x="23" y="16"/>
                      <a:pt x="23" y="15"/>
                    </a:cubicBezTo>
                    <a:cubicBezTo>
                      <a:pt x="22" y="13"/>
                      <a:pt x="25" y="9"/>
                      <a:pt x="23" y="7"/>
                    </a:cubicBezTo>
                    <a:cubicBezTo>
                      <a:pt x="23" y="7"/>
                      <a:pt x="22" y="6"/>
                      <a:pt x="22" y="6"/>
                    </a:cubicBezTo>
                    <a:cubicBezTo>
                      <a:pt x="20" y="6"/>
                      <a:pt x="19" y="8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6" y="8"/>
                      <a:pt x="16" y="8"/>
                      <a:pt x="15" y="8"/>
                    </a:cubicBezTo>
                    <a:cubicBezTo>
                      <a:pt x="14" y="5"/>
                      <a:pt x="15" y="2"/>
                      <a:pt x="13" y="0"/>
                    </a:cubicBezTo>
                  </a:path>
                </a:pathLst>
              </a:custGeom>
              <a:solidFill>
                <a:srgbClr val="DDE9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3" name="i$lïḓe" descr="2f03a6dc-63a8-4270-ba81-ac0b05dca051">
                <a:extLst>
                  <a:ext uri="{FF2B5EF4-FFF2-40B4-BE49-F238E27FC236}">
                    <a16:creationId xmlns:a16="http://schemas.microsoft.com/office/drawing/2014/main" id="{51C6C79D-063B-4EDC-8553-1F85AC6D9D12}"/>
                  </a:ext>
                </a:extLst>
              </p:cNvPr>
              <p:cNvSpPr/>
              <p:nvPr/>
            </p:nvSpPr>
            <p:spPr bwMode="auto">
              <a:xfrm>
                <a:off x="3564205" y="2115246"/>
                <a:ext cx="23272" cy="24380"/>
              </a:xfrm>
              <a:custGeom>
                <a:avLst/>
                <a:gdLst>
                  <a:gd name="T0" fmla="*/ 13 w 28"/>
                  <a:gd name="T1" fmla="*/ 0 h 29"/>
                  <a:gd name="T2" fmla="*/ 9 w 28"/>
                  <a:gd name="T3" fmla="*/ 7 h 29"/>
                  <a:gd name="T4" fmla="*/ 3 w 28"/>
                  <a:gd name="T5" fmla="*/ 5 h 29"/>
                  <a:gd name="T6" fmla="*/ 4 w 28"/>
                  <a:gd name="T7" fmla="*/ 12 h 29"/>
                  <a:gd name="T8" fmla="*/ 1 w 28"/>
                  <a:gd name="T9" fmla="*/ 14 h 29"/>
                  <a:gd name="T10" fmla="*/ 0 w 28"/>
                  <a:gd name="T11" fmla="*/ 18 h 29"/>
                  <a:gd name="T12" fmla="*/ 4 w 28"/>
                  <a:gd name="T13" fmla="*/ 18 h 29"/>
                  <a:gd name="T14" fmla="*/ 4 w 28"/>
                  <a:gd name="T15" fmla="*/ 18 h 29"/>
                  <a:gd name="T16" fmla="*/ 5 w 28"/>
                  <a:gd name="T17" fmla="*/ 27 h 29"/>
                  <a:gd name="T18" fmla="*/ 6 w 28"/>
                  <a:gd name="T19" fmla="*/ 28 h 29"/>
                  <a:gd name="T20" fmla="*/ 6 w 28"/>
                  <a:gd name="T21" fmla="*/ 28 h 29"/>
                  <a:gd name="T22" fmla="*/ 7 w 28"/>
                  <a:gd name="T23" fmla="*/ 28 h 29"/>
                  <a:gd name="T24" fmla="*/ 12 w 28"/>
                  <a:gd name="T25" fmla="*/ 22 h 29"/>
                  <a:gd name="T26" fmla="*/ 15 w 28"/>
                  <a:gd name="T27" fmla="*/ 28 h 29"/>
                  <a:gd name="T28" fmla="*/ 16 w 28"/>
                  <a:gd name="T29" fmla="*/ 29 h 29"/>
                  <a:gd name="T30" fmla="*/ 17 w 28"/>
                  <a:gd name="T31" fmla="*/ 29 h 29"/>
                  <a:gd name="T32" fmla="*/ 18 w 28"/>
                  <a:gd name="T33" fmla="*/ 28 h 29"/>
                  <a:gd name="T34" fmla="*/ 19 w 28"/>
                  <a:gd name="T35" fmla="*/ 26 h 29"/>
                  <a:gd name="T36" fmla="*/ 20 w 28"/>
                  <a:gd name="T37" fmla="*/ 21 h 29"/>
                  <a:gd name="T38" fmla="*/ 20 w 28"/>
                  <a:gd name="T39" fmla="*/ 20 h 29"/>
                  <a:gd name="T40" fmla="*/ 21 w 28"/>
                  <a:gd name="T41" fmla="*/ 20 h 29"/>
                  <a:gd name="T42" fmla="*/ 28 w 28"/>
                  <a:gd name="T43" fmla="*/ 20 h 29"/>
                  <a:gd name="T44" fmla="*/ 26 w 28"/>
                  <a:gd name="T45" fmla="*/ 17 h 29"/>
                  <a:gd name="T46" fmla="*/ 23 w 28"/>
                  <a:gd name="T47" fmla="*/ 15 h 29"/>
                  <a:gd name="T48" fmla="*/ 23 w 28"/>
                  <a:gd name="T49" fmla="*/ 7 h 29"/>
                  <a:gd name="T50" fmla="*/ 22 w 28"/>
                  <a:gd name="T51" fmla="*/ 6 h 29"/>
                  <a:gd name="T52" fmla="*/ 17 w 28"/>
                  <a:gd name="T53" fmla="*/ 8 h 29"/>
                  <a:gd name="T54" fmla="*/ 16 w 28"/>
                  <a:gd name="T55" fmla="*/ 8 h 29"/>
                  <a:gd name="T56" fmla="*/ 15 w 28"/>
                  <a:gd name="T57" fmla="*/ 7 h 29"/>
                  <a:gd name="T58" fmla="*/ 13 w 28"/>
                  <a:gd name="T5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" h="29">
                    <a:moveTo>
                      <a:pt x="13" y="0"/>
                    </a:moveTo>
                    <a:cubicBezTo>
                      <a:pt x="11" y="2"/>
                      <a:pt x="10" y="4"/>
                      <a:pt x="9" y="7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7"/>
                      <a:pt x="2" y="10"/>
                      <a:pt x="4" y="12"/>
                    </a:cubicBezTo>
                    <a:cubicBezTo>
                      <a:pt x="3" y="13"/>
                      <a:pt x="2" y="13"/>
                      <a:pt x="1" y="14"/>
                    </a:cubicBezTo>
                    <a:cubicBezTo>
                      <a:pt x="0" y="15"/>
                      <a:pt x="0" y="17"/>
                      <a:pt x="0" y="18"/>
                    </a:cubicBezTo>
                    <a:cubicBezTo>
                      <a:pt x="1" y="18"/>
                      <a:pt x="3" y="18"/>
                      <a:pt x="4" y="18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4" y="21"/>
                      <a:pt x="4" y="24"/>
                      <a:pt x="5" y="27"/>
                    </a:cubicBezTo>
                    <a:cubicBezTo>
                      <a:pt x="5" y="27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7" y="28"/>
                      <a:pt x="7" y="28"/>
                    </a:cubicBezTo>
                    <a:cubicBezTo>
                      <a:pt x="9" y="26"/>
                      <a:pt x="11" y="24"/>
                      <a:pt x="12" y="22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9"/>
                      <a:pt x="16" y="29"/>
                    </a:cubicBezTo>
                    <a:cubicBezTo>
                      <a:pt x="16" y="29"/>
                      <a:pt x="16" y="29"/>
                      <a:pt x="17" y="29"/>
                    </a:cubicBezTo>
                    <a:cubicBezTo>
                      <a:pt x="17" y="29"/>
                      <a:pt x="18" y="29"/>
                      <a:pt x="18" y="28"/>
                    </a:cubicBezTo>
                    <a:cubicBezTo>
                      <a:pt x="18" y="28"/>
                      <a:pt x="19" y="27"/>
                      <a:pt x="19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3" y="20"/>
                      <a:pt x="25" y="20"/>
                      <a:pt x="28" y="20"/>
                    </a:cubicBezTo>
                    <a:cubicBezTo>
                      <a:pt x="28" y="18"/>
                      <a:pt x="27" y="17"/>
                      <a:pt x="26" y="17"/>
                    </a:cubicBezTo>
                    <a:cubicBezTo>
                      <a:pt x="25" y="16"/>
                      <a:pt x="23" y="16"/>
                      <a:pt x="23" y="15"/>
                    </a:cubicBezTo>
                    <a:cubicBezTo>
                      <a:pt x="21" y="12"/>
                      <a:pt x="24" y="9"/>
                      <a:pt x="23" y="7"/>
                    </a:cubicBezTo>
                    <a:cubicBezTo>
                      <a:pt x="23" y="7"/>
                      <a:pt x="22" y="6"/>
                      <a:pt x="22" y="6"/>
                    </a:cubicBezTo>
                    <a:cubicBezTo>
                      <a:pt x="20" y="6"/>
                      <a:pt x="18" y="8"/>
                      <a:pt x="17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5" y="8"/>
                      <a:pt x="15" y="7"/>
                    </a:cubicBezTo>
                    <a:cubicBezTo>
                      <a:pt x="14" y="5"/>
                      <a:pt x="15" y="2"/>
                      <a:pt x="13" y="0"/>
                    </a:cubicBezTo>
                  </a:path>
                </a:pathLst>
              </a:custGeom>
              <a:solidFill>
                <a:srgbClr val="E8F0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4" name="ïṩḻiḑe" descr="bebb738e-42e2-4aaf-b0dd-2a6cceb13c91">
                <a:extLst>
                  <a:ext uri="{FF2B5EF4-FFF2-40B4-BE49-F238E27FC236}">
                    <a16:creationId xmlns:a16="http://schemas.microsoft.com/office/drawing/2014/main" id="{116921E4-7FDD-4E50-9702-0208EC12B379}"/>
                  </a:ext>
                </a:extLst>
              </p:cNvPr>
              <p:cNvSpPr/>
              <p:nvPr/>
            </p:nvSpPr>
            <p:spPr bwMode="auto">
              <a:xfrm>
                <a:off x="3627371" y="2233821"/>
                <a:ext cx="24380" cy="24380"/>
              </a:xfrm>
              <a:custGeom>
                <a:avLst/>
                <a:gdLst>
                  <a:gd name="T0" fmla="*/ 13 w 28"/>
                  <a:gd name="T1" fmla="*/ 0 h 29"/>
                  <a:gd name="T2" fmla="*/ 9 w 28"/>
                  <a:gd name="T3" fmla="*/ 7 h 29"/>
                  <a:gd name="T4" fmla="*/ 3 w 28"/>
                  <a:gd name="T5" fmla="*/ 5 h 29"/>
                  <a:gd name="T6" fmla="*/ 4 w 28"/>
                  <a:gd name="T7" fmla="*/ 12 h 29"/>
                  <a:gd name="T8" fmla="*/ 1 w 28"/>
                  <a:gd name="T9" fmla="*/ 14 h 29"/>
                  <a:gd name="T10" fmla="*/ 0 w 28"/>
                  <a:gd name="T11" fmla="*/ 18 h 29"/>
                  <a:gd name="T12" fmla="*/ 4 w 28"/>
                  <a:gd name="T13" fmla="*/ 18 h 29"/>
                  <a:gd name="T14" fmla="*/ 5 w 28"/>
                  <a:gd name="T15" fmla="*/ 18 h 29"/>
                  <a:gd name="T16" fmla="*/ 5 w 28"/>
                  <a:gd name="T17" fmla="*/ 27 h 29"/>
                  <a:gd name="T18" fmla="*/ 6 w 28"/>
                  <a:gd name="T19" fmla="*/ 28 h 29"/>
                  <a:gd name="T20" fmla="*/ 7 w 28"/>
                  <a:gd name="T21" fmla="*/ 28 h 29"/>
                  <a:gd name="T22" fmla="*/ 8 w 28"/>
                  <a:gd name="T23" fmla="*/ 28 h 29"/>
                  <a:gd name="T24" fmla="*/ 13 w 28"/>
                  <a:gd name="T25" fmla="*/ 22 h 29"/>
                  <a:gd name="T26" fmla="*/ 15 w 28"/>
                  <a:gd name="T27" fmla="*/ 28 h 29"/>
                  <a:gd name="T28" fmla="*/ 16 w 28"/>
                  <a:gd name="T29" fmla="*/ 29 h 29"/>
                  <a:gd name="T30" fmla="*/ 17 w 28"/>
                  <a:gd name="T31" fmla="*/ 29 h 29"/>
                  <a:gd name="T32" fmla="*/ 18 w 28"/>
                  <a:gd name="T33" fmla="*/ 28 h 29"/>
                  <a:gd name="T34" fmla="*/ 19 w 28"/>
                  <a:gd name="T35" fmla="*/ 26 h 29"/>
                  <a:gd name="T36" fmla="*/ 20 w 28"/>
                  <a:gd name="T37" fmla="*/ 21 h 29"/>
                  <a:gd name="T38" fmla="*/ 20 w 28"/>
                  <a:gd name="T39" fmla="*/ 20 h 29"/>
                  <a:gd name="T40" fmla="*/ 21 w 28"/>
                  <a:gd name="T41" fmla="*/ 20 h 29"/>
                  <a:gd name="T42" fmla="*/ 28 w 28"/>
                  <a:gd name="T43" fmla="*/ 20 h 29"/>
                  <a:gd name="T44" fmla="*/ 26 w 28"/>
                  <a:gd name="T45" fmla="*/ 17 h 29"/>
                  <a:gd name="T46" fmla="*/ 23 w 28"/>
                  <a:gd name="T47" fmla="*/ 15 h 29"/>
                  <a:gd name="T48" fmla="*/ 23 w 28"/>
                  <a:gd name="T49" fmla="*/ 7 h 29"/>
                  <a:gd name="T50" fmla="*/ 22 w 28"/>
                  <a:gd name="T51" fmla="*/ 6 h 29"/>
                  <a:gd name="T52" fmla="*/ 17 w 28"/>
                  <a:gd name="T53" fmla="*/ 8 h 29"/>
                  <a:gd name="T54" fmla="*/ 17 w 28"/>
                  <a:gd name="T55" fmla="*/ 8 h 29"/>
                  <a:gd name="T56" fmla="*/ 16 w 28"/>
                  <a:gd name="T57" fmla="*/ 8 h 29"/>
                  <a:gd name="T58" fmla="*/ 16 w 28"/>
                  <a:gd name="T59" fmla="*/ 8 h 29"/>
                  <a:gd name="T60" fmla="*/ 13 w 28"/>
                  <a:gd name="T6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8" h="29">
                    <a:moveTo>
                      <a:pt x="13" y="0"/>
                    </a:moveTo>
                    <a:cubicBezTo>
                      <a:pt x="12" y="2"/>
                      <a:pt x="10" y="4"/>
                      <a:pt x="9" y="7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7"/>
                      <a:pt x="3" y="10"/>
                      <a:pt x="4" y="12"/>
                    </a:cubicBezTo>
                    <a:cubicBezTo>
                      <a:pt x="3" y="13"/>
                      <a:pt x="2" y="14"/>
                      <a:pt x="1" y="14"/>
                    </a:cubicBezTo>
                    <a:cubicBezTo>
                      <a:pt x="0" y="15"/>
                      <a:pt x="0" y="17"/>
                      <a:pt x="0" y="18"/>
                    </a:cubicBezTo>
                    <a:cubicBezTo>
                      <a:pt x="2" y="18"/>
                      <a:pt x="3" y="18"/>
                      <a:pt x="4" y="18"/>
                    </a:cubicBezTo>
                    <a:cubicBezTo>
                      <a:pt x="4" y="18"/>
                      <a:pt x="5" y="18"/>
                      <a:pt x="5" y="18"/>
                    </a:cubicBezTo>
                    <a:cubicBezTo>
                      <a:pt x="5" y="21"/>
                      <a:pt x="5" y="24"/>
                      <a:pt x="5" y="27"/>
                    </a:cubicBezTo>
                    <a:cubicBezTo>
                      <a:pt x="5" y="27"/>
                      <a:pt x="6" y="28"/>
                      <a:pt x="6" y="28"/>
                    </a:cubicBezTo>
                    <a:cubicBezTo>
                      <a:pt x="6" y="28"/>
                      <a:pt x="6" y="28"/>
                      <a:pt x="7" y="28"/>
                    </a:cubicBezTo>
                    <a:cubicBezTo>
                      <a:pt x="7" y="28"/>
                      <a:pt x="7" y="28"/>
                      <a:pt x="8" y="28"/>
                    </a:cubicBezTo>
                    <a:cubicBezTo>
                      <a:pt x="10" y="26"/>
                      <a:pt x="12" y="24"/>
                      <a:pt x="13" y="22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9"/>
                      <a:pt x="18" y="29"/>
                      <a:pt x="18" y="28"/>
                    </a:cubicBezTo>
                    <a:cubicBezTo>
                      <a:pt x="19" y="28"/>
                      <a:pt x="19" y="27"/>
                      <a:pt x="19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3" y="20"/>
                      <a:pt x="26" y="20"/>
                      <a:pt x="28" y="20"/>
                    </a:cubicBezTo>
                    <a:cubicBezTo>
                      <a:pt x="28" y="18"/>
                      <a:pt x="27" y="17"/>
                      <a:pt x="26" y="17"/>
                    </a:cubicBezTo>
                    <a:cubicBezTo>
                      <a:pt x="25" y="16"/>
                      <a:pt x="23" y="16"/>
                      <a:pt x="23" y="15"/>
                    </a:cubicBezTo>
                    <a:cubicBezTo>
                      <a:pt x="22" y="12"/>
                      <a:pt x="25" y="9"/>
                      <a:pt x="23" y="7"/>
                    </a:cubicBezTo>
                    <a:cubicBezTo>
                      <a:pt x="23" y="7"/>
                      <a:pt x="23" y="6"/>
                      <a:pt x="22" y="6"/>
                    </a:cubicBezTo>
                    <a:cubicBezTo>
                      <a:pt x="21" y="6"/>
                      <a:pt x="19" y="8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5" y="5"/>
                      <a:pt x="15" y="2"/>
                      <a:pt x="13" y="0"/>
                    </a:cubicBezTo>
                  </a:path>
                </a:pathLst>
              </a:custGeom>
              <a:solidFill>
                <a:srgbClr val="DDE9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5" name="išlïďè" descr="11c94a2f-8f7c-4490-88b7-ad6815162189">
                <a:extLst>
                  <a:ext uri="{FF2B5EF4-FFF2-40B4-BE49-F238E27FC236}">
                    <a16:creationId xmlns:a16="http://schemas.microsoft.com/office/drawing/2014/main" id="{0D0D1DAB-5CE8-44E1-931B-2BC87DDF7EF1}"/>
                  </a:ext>
                </a:extLst>
              </p:cNvPr>
              <p:cNvSpPr/>
              <p:nvPr/>
            </p:nvSpPr>
            <p:spPr bwMode="auto">
              <a:xfrm>
                <a:off x="4470696" y="1741789"/>
                <a:ext cx="67599" cy="172876"/>
              </a:xfrm>
              <a:custGeom>
                <a:avLst/>
                <a:gdLst>
                  <a:gd name="T0" fmla="*/ 77 w 80"/>
                  <a:gd name="T1" fmla="*/ 192 h 204"/>
                  <a:gd name="T2" fmla="*/ 76 w 80"/>
                  <a:gd name="T3" fmla="*/ 204 h 204"/>
                  <a:gd name="T4" fmla="*/ 77 w 80"/>
                  <a:gd name="T5" fmla="*/ 192 h 204"/>
                  <a:gd name="T6" fmla="*/ 18 w 80"/>
                  <a:gd name="T7" fmla="*/ 0 h 204"/>
                  <a:gd name="T8" fmla="*/ 7 w 80"/>
                  <a:gd name="T9" fmla="*/ 20 h 204"/>
                  <a:gd name="T10" fmla="*/ 14 w 80"/>
                  <a:gd name="T11" fmla="*/ 30 h 204"/>
                  <a:gd name="T12" fmla="*/ 73 w 80"/>
                  <a:gd name="T13" fmla="*/ 168 h 204"/>
                  <a:gd name="T14" fmla="*/ 77 w 80"/>
                  <a:gd name="T15" fmla="*/ 192 h 204"/>
                  <a:gd name="T16" fmla="*/ 69 w 80"/>
                  <a:gd name="T17" fmla="*/ 110 h 204"/>
                  <a:gd name="T18" fmla="*/ 36 w 80"/>
                  <a:gd name="T19" fmla="*/ 20 h 204"/>
                  <a:gd name="T20" fmla="*/ 27 w 80"/>
                  <a:gd name="T21" fmla="*/ 5 h 204"/>
                  <a:gd name="T22" fmla="*/ 18 w 80"/>
                  <a:gd name="T23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4">
                    <a:moveTo>
                      <a:pt x="77" y="192"/>
                    </a:moveTo>
                    <a:cubicBezTo>
                      <a:pt x="77" y="196"/>
                      <a:pt x="76" y="200"/>
                      <a:pt x="76" y="204"/>
                    </a:cubicBezTo>
                    <a:cubicBezTo>
                      <a:pt x="77" y="200"/>
                      <a:pt x="77" y="196"/>
                      <a:pt x="77" y="192"/>
                    </a:cubicBezTo>
                    <a:moveTo>
                      <a:pt x="18" y="0"/>
                    </a:moveTo>
                    <a:cubicBezTo>
                      <a:pt x="9" y="0"/>
                      <a:pt x="0" y="10"/>
                      <a:pt x="7" y="20"/>
                    </a:cubicBezTo>
                    <a:cubicBezTo>
                      <a:pt x="9" y="24"/>
                      <a:pt x="12" y="27"/>
                      <a:pt x="14" y="30"/>
                    </a:cubicBezTo>
                    <a:cubicBezTo>
                      <a:pt x="44" y="71"/>
                      <a:pt x="60" y="120"/>
                      <a:pt x="73" y="168"/>
                    </a:cubicBezTo>
                    <a:cubicBezTo>
                      <a:pt x="75" y="176"/>
                      <a:pt x="77" y="184"/>
                      <a:pt x="77" y="192"/>
                    </a:cubicBezTo>
                    <a:cubicBezTo>
                      <a:pt x="80" y="164"/>
                      <a:pt x="76" y="136"/>
                      <a:pt x="69" y="110"/>
                    </a:cubicBezTo>
                    <a:cubicBezTo>
                      <a:pt x="61" y="79"/>
                      <a:pt x="49" y="49"/>
                      <a:pt x="36" y="20"/>
                    </a:cubicBezTo>
                    <a:cubicBezTo>
                      <a:pt x="34" y="15"/>
                      <a:pt x="31" y="10"/>
                      <a:pt x="27" y="5"/>
                    </a:cubicBezTo>
                    <a:cubicBezTo>
                      <a:pt x="25" y="2"/>
                      <a:pt x="21" y="0"/>
                      <a:pt x="18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6" name="íṣlíde" descr="624700d6-250b-4c9f-925f-1300f593731d">
                <a:extLst>
                  <a:ext uri="{FF2B5EF4-FFF2-40B4-BE49-F238E27FC236}">
                    <a16:creationId xmlns:a16="http://schemas.microsoft.com/office/drawing/2014/main" id="{2E81A7F0-BC67-445A-AD39-F98E18D9F4FD}"/>
                  </a:ext>
                </a:extLst>
              </p:cNvPr>
              <p:cNvSpPr/>
              <p:nvPr/>
            </p:nvSpPr>
            <p:spPr bwMode="auto">
              <a:xfrm>
                <a:off x="4311118" y="1818254"/>
                <a:ext cx="209446" cy="88654"/>
              </a:xfrm>
              <a:custGeom>
                <a:avLst/>
                <a:gdLst>
                  <a:gd name="T0" fmla="*/ 238 w 248"/>
                  <a:gd name="T1" fmla="*/ 95 h 105"/>
                  <a:gd name="T2" fmla="*/ 248 w 248"/>
                  <a:gd name="T3" fmla="*/ 105 h 105"/>
                  <a:gd name="T4" fmla="*/ 238 w 248"/>
                  <a:gd name="T5" fmla="*/ 95 h 105"/>
                  <a:gd name="T6" fmla="*/ 22 w 248"/>
                  <a:gd name="T7" fmla="*/ 0 h 105"/>
                  <a:gd name="T8" fmla="*/ 20 w 248"/>
                  <a:gd name="T9" fmla="*/ 32 h 105"/>
                  <a:gd name="T10" fmla="*/ 36 w 248"/>
                  <a:gd name="T11" fmla="*/ 32 h 105"/>
                  <a:gd name="T12" fmla="*/ 212 w 248"/>
                  <a:gd name="T13" fmla="*/ 80 h 105"/>
                  <a:gd name="T14" fmla="*/ 238 w 248"/>
                  <a:gd name="T15" fmla="*/ 95 h 105"/>
                  <a:gd name="T16" fmla="*/ 154 w 248"/>
                  <a:gd name="T17" fmla="*/ 39 h 105"/>
                  <a:gd name="T18" fmla="*/ 43 w 248"/>
                  <a:gd name="T19" fmla="*/ 3 h 105"/>
                  <a:gd name="T20" fmla="*/ 23 w 248"/>
                  <a:gd name="T21" fmla="*/ 0 h 105"/>
                  <a:gd name="T22" fmla="*/ 22 w 248"/>
                  <a:gd name="T23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8" h="105">
                    <a:moveTo>
                      <a:pt x="238" y="95"/>
                    </a:moveTo>
                    <a:cubicBezTo>
                      <a:pt x="241" y="98"/>
                      <a:pt x="245" y="102"/>
                      <a:pt x="248" y="105"/>
                    </a:cubicBezTo>
                    <a:cubicBezTo>
                      <a:pt x="245" y="101"/>
                      <a:pt x="242" y="98"/>
                      <a:pt x="238" y="95"/>
                    </a:cubicBezTo>
                    <a:moveTo>
                      <a:pt x="22" y="0"/>
                    </a:moveTo>
                    <a:cubicBezTo>
                      <a:pt x="3" y="0"/>
                      <a:pt x="0" y="30"/>
                      <a:pt x="20" y="32"/>
                    </a:cubicBezTo>
                    <a:cubicBezTo>
                      <a:pt x="25" y="32"/>
                      <a:pt x="30" y="32"/>
                      <a:pt x="36" y="32"/>
                    </a:cubicBezTo>
                    <a:cubicBezTo>
                      <a:pt x="97" y="34"/>
                      <a:pt x="156" y="56"/>
                      <a:pt x="212" y="80"/>
                    </a:cubicBezTo>
                    <a:cubicBezTo>
                      <a:pt x="221" y="84"/>
                      <a:pt x="230" y="88"/>
                      <a:pt x="238" y="95"/>
                    </a:cubicBezTo>
                    <a:cubicBezTo>
                      <a:pt x="214" y="71"/>
                      <a:pt x="185" y="53"/>
                      <a:pt x="154" y="39"/>
                    </a:cubicBezTo>
                    <a:cubicBezTo>
                      <a:pt x="119" y="23"/>
                      <a:pt x="81" y="13"/>
                      <a:pt x="43" y="3"/>
                    </a:cubicBezTo>
                    <a:cubicBezTo>
                      <a:pt x="36" y="1"/>
                      <a:pt x="30" y="0"/>
                      <a:pt x="23" y="0"/>
                    </a:cubicBezTo>
                    <a:cubicBezTo>
                      <a:pt x="22" y="0"/>
                      <a:pt x="22" y="0"/>
                      <a:pt x="22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7" name="ïŝ1iḍê" descr="d1cdf53a-b63f-4415-b5ed-718956fda7f5">
                <a:extLst>
                  <a:ext uri="{FF2B5EF4-FFF2-40B4-BE49-F238E27FC236}">
                    <a16:creationId xmlns:a16="http://schemas.microsoft.com/office/drawing/2014/main" id="{AFDAEFE3-D609-4FF3-B159-BCE1418D3270}"/>
                  </a:ext>
                </a:extLst>
              </p:cNvPr>
              <p:cNvSpPr/>
              <p:nvPr/>
            </p:nvSpPr>
            <p:spPr bwMode="auto">
              <a:xfrm>
                <a:off x="4323308" y="1881420"/>
                <a:ext cx="144063" cy="44327"/>
              </a:xfrm>
              <a:custGeom>
                <a:avLst/>
                <a:gdLst>
                  <a:gd name="T0" fmla="*/ 161 w 170"/>
                  <a:gd name="T1" fmla="*/ 46 h 53"/>
                  <a:gd name="T2" fmla="*/ 170 w 170"/>
                  <a:gd name="T3" fmla="*/ 53 h 53"/>
                  <a:gd name="T4" fmla="*/ 161 w 170"/>
                  <a:gd name="T5" fmla="*/ 46 h 53"/>
                  <a:gd name="T6" fmla="*/ 15 w 170"/>
                  <a:gd name="T7" fmla="*/ 0 h 53"/>
                  <a:gd name="T8" fmla="*/ 13 w 170"/>
                  <a:gd name="T9" fmla="*/ 0 h 53"/>
                  <a:gd name="T10" fmla="*/ 16 w 170"/>
                  <a:gd name="T11" fmla="*/ 19 h 53"/>
                  <a:gd name="T12" fmla="*/ 26 w 170"/>
                  <a:gd name="T13" fmla="*/ 19 h 53"/>
                  <a:gd name="T14" fmla="*/ 34 w 170"/>
                  <a:gd name="T15" fmla="*/ 18 h 53"/>
                  <a:gd name="T16" fmla="*/ 143 w 170"/>
                  <a:gd name="T17" fmla="*/ 40 h 53"/>
                  <a:gd name="T18" fmla="*/ 161 w 170"/>
                  <a:gd name="T19" fmla="*/ 46 h 53"/>
                  <a:gd name="T20" fmla="*/ 101 w 170"/>
                  <a:gd name="T21" fmla="*/ 18 h 53"/>
                  <a:gd name="T22" fmla="*/ 27 w 170"/>
                  <a:gd name="T23" fmla="*/ 1 h 53"/>
                  <a:gd name="T24" fmla="*/ 15 w 170"/>
                  <a:gd name="T25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53">
                    <a:moveTo>
                      <a:pt x="161" y="46"/>
                    </a:moveTo>
                    <a:cubicBezTo>
                      <a:pt x="164" y="48"/>
                      <a:pt x="167" y="51"/>
                      <a:pt x="170" y="53"/>
                    </a:cubicBezTo>
                    <a:cubicBezTo>
                      <a:pt x="167" y="50"/>
                      <a:pt x="164" y="48"/>
                      <a:pt x="161" y="46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3" y="0"/>
                    </a:cubicBezTo>
                    <a:cubicBezTo>
                      <a:pt x="0" y="1"/>
                      <a:pt x="3" y="19"/>
                      <a:pt x="16" y="19"/>
                    </a:cubicBezTo>
                    <a:cubicBezTo>
                      <a:pt x="19" y="19"/>
                      <a:pt x="23" y="19"/>
                      <a:pt x="26" y="19"/>
                    </a:cubicBezTo>
                    <a:cubicBezTo>
                      <a:pt x="29" y="19"/>
                      <a:pt x="31" y="18"/>
                      <a:pt x="34" y="18"/>
                    </a:cubicBezTo>
                    <a:cubicBezTo>
                      <a:pt x="70" y="18"/>
                      <a:pt x="107" y="29"/>
                      <a:pt x="143" y="40"/>
                    </a:cubicBezTo>
                    <a:cubicBezTo>
                      <a:pt x="149" y="41"/>
                      <a:pt x="155" y="43"/>
                      <a:pt x="161" y="46"/>
                    </a:cubicBezTo>
                    <a:cubicBezTo>
                      <a:pt x="142" y="34"/>
                      <a:pt x="122" y="24"/>
                      <a:pt x="101" y="18"/>
                    </a:cubicBezTo>
                    <a:cubicBezTo>
                      <a:pt x="77" y="10"/>
                      <a:pt x="52" y="5"/>
                      <a:pt x="27" y="1"/>
                    </a:cubicBezTo>
                    <a:cubicBezTo>
                      <a:pt x="23" y="1"/>
                      <a:pt x="19" y="0"/>
                      <a:pt x="15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8" name="íṡḻïďe" descr="38b2885b-738b-4298-baac-6729a95a7baa">
                <a:extLst>
                  <a:ext uri="{FF2B5EF4-FFF2-40B4-BE49-F238E27FC236}">
                    <a16:creationId xmlns:a16="http://schemas.microsoft.com/office/drawing/2014/main" id="{C2FFF1CB-FC0D-4E99-8536-2B4F03E22301}"/>
                  </a:ext>
                </a:extLst>
              </p:cNvPr>
              <p:cNvSpPr/>
              <p:nvPr/>
            </p:nvSpPr>
            <p:spPr bwMode="auto">
              <a:xfrm>
                <a:off x="4550485" y="2026592"/>
                <a:ext cx="21056" cy="144063"/>
              </a:xfrm>
              <a:custGeom>
                <a:avLst/>
                <a:gdLst>
                  <a:gd name="T0" fmla="*/ 14 w 25"/>
                  <a:gd name="T1" fmla="*/ 10 h 171"/>
                  <a:gd name="T2" fmla="*/ 1 w 25"/>
                  <a:gd name="T3" fmla="*/ 75 h 171"/>
                  <a:gd name="T4" fmla="*/ 3 w 25"/>
                  <a:gd name="T5" fmla="*/ 151 h 171"/>
                  <a:gd name="T6" fmla="*/ 6 w 25"/>
                  <a:gd name="T7" fmla="*/ 164 h 171"/>
                  <a:gd name="T8" fmla="*/ 13 w 25"/>
                  <a:gd name="T9" fmla="*/ 171 h 171"/>
                  <a:gd name="T10" fmla="*/ 23 w 25"/>
                  <a:gd name="T11" fmla="*/ 157 h 171"/>
                  <a:gd name="T12" fmla="*/ 20 w 25"/>
                  <a:gd name="T13" fmla="*/ 147 h 171"/>
                  <a:gd name="T14" fmla="*/ 11 w 25"/>
                  <a:gd name="T15" fmla="*/ 28 h 171"/>
                  <a:gd name="T16" fmla="*/ 14 w 25"/>
                  <a:gd name="T17" fmla="*/ 10 h 171"/>
                  <a:gd name="T18" fmla="*/ 18 w 25"/>
                  <a:gd name="T19" fmla="*/ 0 h 171"/>
                  <a:gd name="T20" fmla="*/ 14 w 25"/>
                  <a:gd name="T21" fmla="*/ 10 h 171"/>
                  <a:gd name="T22" fmla="*/ 18 w 25"/>
                  <a:gd name="T23" fmla="*/ 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" h="171">
                    <a:moveTo>
                      <a:pt x="14" y="10"/>
                    </a:moveTo>
                    <a:cubicBezTo>
                      <a:pt x="6" y="31"/>
                      <a:pt x="2" y="53"/>
                      <a:pt x="1" y="75"/>
                    </a:cubicBezTo>
                    <a:cubicBezTo>
                      <a:pt x="0" y="100"/>
                      <a:pt x="1" y="126"/>
                      <a:pt x="3" y="151"/>
                    </a:cubicBezTo>
                    <a:cubicBezTo>
                      <a:pt x="4" y="156"/>
                      <a:pt x="4" y="160"/>
                      <a:pt x="6" y="164"/>
                    </a:cubicBezTo>
                    <a:cubicBezTo>
                      <a:pt x="7" y="169"/>
                      <a:pt x="10" y="171"/>
                      <a:pt x="13" y="171"/>
                    </a:cubicBezTo>
                    <a:cubicBezTo>
                      <a:pt x="19" y="171"/>
                      <a:pt x="25" y="165"/>
                      <a:pt x="23" y="157"/>
                    </a:cubicBezTo>
                    <a:cubicBezTo>
                      <a:pt x="22" y="154"/>
                      <a:pt x="21" y="151"/>
                      <a:pt x="20" y="147"/>
                    </a:cubicBezTo>
                    <a:cubicBezTo>
                      <a:pt x="9" y="110"/>
                      <a:pt x="10" y="69"/>
                      <a:pt x="11" y="28"/>
                    </a:cubicBezTo>
                    <a:cubicBezTo>
                      <a:pt x="12" y="22"/>
                      <a:pt x="12" y="16"/>
                      <a:pt x="14" y="10"/>
                    </a:cubicBezTo>
                    <a:moveTo>
                      <a:pt x="18" y="0"/>
                    </a:moveTo>
                    <a:cubicBezTo>
                      <a:pt x="16" y="3"/>
                      <a:pt x="14" y="6"/>
                      <a:pt x="14" y="10"/>
                    </a:cubicBezTo>
                    <a:cubicBezTo>
                      <a:pt x="15" y="7"/>
                      <a:pt x="16" y="3"/>
                      <a:pt x="18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29" name="ïṧlîḑé" descr="44b0c95b-6d05-46ad-b06d-9b9463a4f676">
                <a:extLst>
                  <a:ext uri="{FF2B5EF4-FFF2-40B4-BE49-F238E27FC236}">
                    <a16:creationId xmlns:a16="http://schemas.microsoft.com/office/drawing/2014/main" id="{2B4CA59A-E5AA-407A-A4E9-6E9438AAD221}"/>
                  </a:ext>
                </a:extLst>
              </p:cNvPr>
              <p:cNvSpPr/>
              <p:nvPr/>
            </p:nvSpPr>
            <p:spPr bwMode="auto">
              <a:xfrm>
                <a:off x="4348796" y="1731816"/>
                <a:ext cx="78681" cy="44327"/>
              </a:xfrm>
              <a:custGeom>
                <a:avLst/>
                <a:gdLst>
                  <a:gd name="T0" fmla="*/ 90 w 94"/>
                  <a:gd name="T1" fmla="*/ 47 h 52"/>
                  <a:gd name="T2" fmla="*/ 94 w 94"/>
                  <a:gd name="T3" fmla="*/ 52 h 52"/>
                  <a:gd name="T4" fmla="*/ 90 w 94"/>
                  <a:gd name="T5" fmla="*/ 47 h 52"/>
                  <a:gd name="T6" fmla="*/ 6 w 94"/>
                  <a:gd name="T7" fmla="*/ 0 h 52"/>
                  <a:gd name="T8" fmla="*/ 7 w 94"/>
                  <a:gd name="T9" fmla="*/ 12 h 52"/>
                  <a:gd name="T10" fmla="*/ 13 w 94"/>
                  <a:gd name="T11" fmla="*/ 13 h 52"/>
                  <a:gd name="T12" fmla="*/ 80 w 94"/>
                  <a:gd name="T13" fmla="*/ 40 h 52"/>
                  <a:gd name="T14" fmla="*/ 90 w 94"/>
                  <a:gd name="T15" fmla="*/ 47 h 52"/>
                  <a:gd name="T16" fmla="*/ 58 w 94"/>
                  <a:gd name="T17" fmla="*/ 22 h 52"/>
                  <a:gd name="T18" fmla="*/ 15 w 94"/>
                  <a:gd name="T19" fmla="*/ 2 h 52"/>
                  <a:gd name="T20" fmla="*/ 7 w 94"/>
                  <a:gd name="T21" fmla="*/ 0 h 52"/>
                  <a:gd name="T22" fmla="*/ 6 w 94"/>
                  <a:gd name="T2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4" h="52">
                    <a:moveTo>
                      <a:pt x="90" y="47"/>
                    </a:moveTo>
                    <a:cubicBezTo>
                      <a:pt x="92" y="49"/>
                      <a:pt x="93" y="50"/>
                      <a:pt x="94" y="52"/>
                    </a:cubicBezTo>
                    <a:cubicBezTo>
                      <a:pt x="93" y="50"/>
                      <a:pt x="92" y="49"/>
                      <a:pt x="90" y="47"/>
                    </a:cubicBezTo>
                    <a:moveTo>
                      <a:pt x="6" y="0"/>
                    </a:moveTo>
                    <a:cubicBezTo>
                      <a:pt x="0" y="0"/>
                      <a:pt x="0" y="10"/>
                      <a:pt x="7" y="12"/>
                    </a:cubicBezTo>
                    <a:cubicBezTo>
                      <a:pt x="9" y="12"/>
                      <a:pt x="11" y="12"/>
                      <a:pt x="13" y="13"/>
                    </a:cubicBezTo>
                    <a:cubicBezTo>
                      <a:pt x="36" y="17"/>
                      <a:pt x="59" y="28"/>
                      <a:pt x="80" y="40"/>
                    </a:cubicBezTo>
                    <a:cubicBezTo>
                      <a:pt x="84" y="42"/>
                      <a:pt x="87" y="44"/>
                      <a:pt x="90" y="47"/>
                    </a:cubicBezTo>
                    <a:cubicBezTo>
                      <a:pt x="81" y="37"/>
                      <a:pt x="70" y="28"/>
                      <a:pt x="58" y="22"/>
                    </a:cubicBezTo>
                    <a:cubicBezTo>
                      <a:pt x="44" y="14"/>
                      <a:pt x="30" y="8"/>
                      <a:pt x="15" y="2"/>
                    </a:cubicBezTo>
                    <a:cubicBezTo>
                      <a:pt x="13" y="1"/>
                      <a:pt x="10" y="1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0" name="íṡḻîḓé" descr="fd65a3d3-aa62-403b-9909-259b138b4abf">
                <a:extLst>
                  <a:ext uri="{FF2B5EF4-FFF2-40B4-BE49-F238E27FC236}">
                    <a16:creationId xmlns:a16="http://schemas.microsoft.com/office/drawing/2014/main" id="{157B0B73-FF64-45A5-821F-2A457A48F21A}"/>
                  </a:ext>
                </a:extLst>
              </p:cNvPr>
              <p:cNvSpPr/>
              <p:nvPr/>
            </p:nvSpPr>
            <p:spPr bwMode="auto">
              <a:xfrm>
                <a:off x="4240195" y="1950127"/>
                <a:ext cx="249341" cy="56518"/>
              </a:xfrm>
              <a:custGeom>
                <a:avLst/>
                <a:gdLst>
                  <a:gd name="T0" fmla="*/ 279 w 295"/>
                  <a:gd name="T1" fmla="*/ 6 h 68"/>
                  <a:gd name="T2" fmla="*/ 295 w 295"/>
                  <a:gd name="T3" fmla="*/ 10 h 68"/>
                  <a:gd name="T4" fmla="*/ 279 w 295"/>
                  <a:gd name="T5" fmla="*/ 6 h 68"/>
                  <a:gd name="T6" fmla="*/ 213 w 295"/>
                  <a:gd name="T7" fmla="*/ 0 h 68"/>
                  <a:gd name="T8" fmla="*/ 165 w 295"/>
                  <a:gd name="T9" fmla="*/ 2 h 68"/>
                  <a:gd name="T10" fmla="*/ 38 w 295"/>
                  <a:gd name="T11" fmla="*/ 30 h 68"/>
                  <a:gd name="T12" fmla="*/ 17 w 295"/>
                  <a:gd name="T13" fmla="*/ 38 h 68"/>
                  <a:gd name="T14" fmla="*/ 26 w 295"/>
                  <a:gd name="T15" fmla="*/ 68 h 68"/>
                  <a:gd name="T16" fmla="*/ 34 w 295"/>
                  <a:gd name="T17" fmla="*/ 66 h 68"/>
                  <a:gd name="T18" fmla="*/ 49 w 295"/>
                  <a:gd name="T19" fmla="*/ 59 h 68"/>
                  <a:gd name="T20" fmla="*/ 246 w 295"/>
                  <a:gd name="T21" fmla="*/ 8 h 68"/>
                  <a:gd name="T22" fmla="*/ 270 w 295"/>
                  <a:gd name="T23" fmla="*/ 6 h 68"/>
                  <a:gd name="T24" fmla="*/ 279 w 295"/>
                  <a:gd name="T25" fmla="*/ 6 h 68"/>
                  <a:gd name="T26" fmla="*/ 213 w 295"/>
                  <a:gd name="T2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5" h="68">
                    <a:moveTo>
                      <a:pt x="279" y="6"/>
                    </a:moveTo>
                    <a:cubicBezTo>
                      <a:pt x="284" y="8"/>
                      <a:pt x="290" y="9"/>
                      <a:pt x="295" y="10"/>
                    </a:cubicBezTo>
                    <a:cubicBezTo>
                      <a:pt x="290" y="8"/>
                      <a:pt x="285" y="7"/>
                      <a:pt x="279" y="6"/>
                    </a:cubicBezTo>
                    <a:moveTo>
                      <a:pt x="213" y="0"/>
                    </a:moveTo>
                    <a:cubicBezTo>
                      <a:pt x="197" y="0"/>
                      <a:pt x="181" y="1"/>
                      <a:pt x="165" y="2"/>
                    </a:cubicBezTo>
                    <a:cubicBezTo>
                      <a:pt x="122" y="7"/>
                      <a:pt x="80" y="18"/>
                      <a:pt x="38" y="30"/>
                    </a:cubicBezTo>
                    <a:cubicBezTo>
                      <a:pt x="31" y="32"/>
                      <a:pt x="24" y="35"/>
                      <a:pt x="17" y="38"/>
                    </a:cubicBezTo>
                    <a:cubicBezTo>
                      <a:pt x="0" y="47"/>
                      <a:pt x="10" y="68"/>
                      <a:pt x="26" y="68"/>
                    </a:cubicBezTo>
                    <a:cubicBezTo>
                      <a:pt x="28" y="68"/>
                      <a:pt x="31" y="68"/>
                      <a:pt x="34" y="66"/>
                    </a:cubicBezTo>
                    <a:cubicBezTo>
                      <a:pt x="39" y="64"/>
                      <a:pt x="44" y="61"/>
                      <a:pt x="49" y="59"/>
                    </a:cubicBezTo>
                    <a:cubicBezTo>
                      <a:pt x="109" y="28"/>
                      <a:pt x="178" y="17"/>
                      <a:pt x="246" y="8"/>
                    </a:cubicBezTo>
                    <a:cubicBezTo>
                      <a:pt x="253" y="7"/>
                      <a:pt x="262" y="6"/>
                      <a:pt x="270" y="6"/>
                    </a:cubicBezTo>
                    <a:cubicBezTo>
                      <a:pt x="273" y="6"/>
                      <a:pt x="276" y="6"/>
                      <a:pt x="279" y="6"/>
                    </a:cubicBezTo>
                    <a:cubicBezTo>
                      <a:pt x="257" y="2"/>
                      <a:pt x="235" y="0"/>
                      <a:pt x="213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1" name="ïṡḻiḋé" descr="dc0d8cef-3e53-4d15-bfd5-45a1faf0e79f">
                <a:extLst>
                  <a:ext uri="{FF2B5EF4-FFF2-40B4-BE49-F238E27FC236}">
                    <a16:creationId xmlns:a16="http://schemas.microsoft.com/office/drawing/2014/main" id="{5599B64E-E039-47FB-B66D-37BCCF513FD1}"/>
                  </a:ext>
                </a:extLst>
              </p:cNvPr>
              <p:cNvSpPr/>
              <p:nvPr/>
            </p:nvSpPr>
            <p:spPr bwMode="auto">
              <a:xfrm>
                <a:off x="4292279" y="1986697"/>
                <a:ext cx="240475" cy="103061"/>
              </a:xfrm>
              <a:custGeom>
                <a:avLst/>
                <a:gdLst>
                  <a:gd name="T0" fmla="*/ 199 w 284"/>
                  <a:gd name="T1" fmla="*/ 12 h 122"/>
                  <a:gd name="T2" fmla="*/ 128 w 284"/>
                  <a:gd name="T3" fmla="*/ 32 h 122"/>
                  <a:gd name="T4" fmla="*/ 27 w 284"/>
                  <a:gd name="T5" fmla="*/ 89 h 122"/>
                  <a:gd name="T6" fmla="*/ 11 w 284"/>
                  <a:gd name="T7" fmla="*/ 101 h 122"/>
                  <a:gd name="T8" fmla="*/ 21 w 284"/>
                  <a:gd name="T9" fmla="*/ 122 h 122"/>
                  <a:gd name="T10" fmla="*/ 33 w 284"/>
                  <a:gd name="T11" fmla="*/ 117 h 122"/>
                  <a:gd name="T12" fmla="*/ 44 w 284"/>
                  <a:gd name="T13" fmla="*/ 107 h 122"/>
                  <a:gd name="T14" fmla="*/ 199 w 284"/>
                  <a:gd name="T15" fmla="*/ 12 h 122"/>
                  <a:gd name="T16" fmla="*/ 199 w 284"/>
                  <a:gd name="T17" fmla="*/ 12 h 122"/>
                  <a:gd name="T18" fmla="*/ 283 w 284"/>
                  <a:gd name="T19" fmla="*/ 0 h 122"/>
                  <a:gd name="T20" fmla="*/ 199 w 284"/>
                  <a:gd name="T21" fmla="*/ 12 h 122"/>
                  <a:gd name="T22" fmla="*/ 284 w 284"/>
                  <a:gd name="T23" fmla="*/ 0 h 122"/>
                  <a:gd name="T24" fmla="*/ 283 w 284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4" h="122">
                    <a:moveTo>
                      <a:pt x="199" y="12"/>
                    </a:moveTo>
                    <a:cubicBezTo>
                      <a:pt x="172" y="17"/>
                      <a:pt x="145" y="24"/>
                      <a:pt x="128" y="32"/>
                    </a:cubicBezTo>
                    <a:cubicBezTo>
                      <a:pt x="93" y="48"/>
                      <a:pt x="59" y="67"/>
                      <a:pt x="27" y="89"/>
                    </a:cubicBezTo>
                    <a:cubicBezTo>
                      <a:pt x="21" y="92"/>
                      <a:pt x="16" y="96"/>
                      <a:pt x="11" y="101"/>
                    </a:cubicBezTo>
                    <a:cubicBezTo>
                      <a:pt x="0" y="111"/>
                      <a:pt x="10" y="122"/>
                      <a:pt x="21" y="122"/>
                    </a:cubicBezTo>
                    <a:cubicBezTo>
                      <a:pt x="25" y="122"/>
                      <a:pt x="29" y="120"/>
                      <a:pt x="33" y="117"/>
                    </a:cubicBezTo>
                    <a:cubicBezTo>
                      <a:pt x="37" y="114"/>
                      <a:pt x="41" y="110"/>
                      <a:pt x="44" y="107"/>
                    </a:cubicBezTo>
                    <a:cubicBezTo>
                      <a:pt x="87" y="67"/>
                      <a:pt x="143" y="39"/>
                      <a:pt x="199" y="12"/>
                    </a:cubicBezTo>
                    <a:cubicBezTo>
                      <a:pt x="199" y="12"/>
                      <a:pt x="199" y="12"/>
                      <a:pt x="199" y="12"/>
                    </a:cubicBezTo>
                    <a:moveTo>
                      <a:pt x="283" y="0"/>
                    </a:moveTo>
                    <a:cubicBezTo>
                      <a:pt x="267" y="0"/>
                      <a:pt x="214" y="6"/>
                      <a:pt x="199" y="12"/>
                    </a:cubicBezTo>
                    <a:cubicBezTo>
                      <a:pt x="231" y="6"/>
                      <a:pt x="263" y="2"/>
                      <a:pt x="284" y="0"/>
                    </a:cubicBezTo>
                    <a:cubicBezTo>
                      <a:pt x="284" y="0"/>
                      <a:pt x="284" y="0"/>
                      <a:pt x="283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2" name="iṡľîďè" descr="5ac2999a-0d05-4f4b-8242-01baceb36627">
                <a:extLst>
                  <a:ext uri="{FF2B5EF4-FFF2-40B4-BE49-F238E27FC236}">
                    <a16:creationId xmlns:a16="http://schemas.microsoft.com/office/drawing/2014/main" id="{2F25A3F6-F1C7-4936-B6E5-74B873D9C5C5}"/>
                  </a:ext>
                </a:extLst>
              </p:cNvPr>
              <p:cNvSpPr/>
              <p:nvPr/>
            </p:nvSpPr>
            <p:spPr bwMode="auto">
              <a:xfrm>
                <a:off x="4384258" y="2014402"/>
                <a:ext cx="142956" cy="213879"/>
              </a:xfrm>
              <a:custGeom>
                <a:avLst/>
                <a:gdLst>
                  <a:gd name="T0" fmla="*/ 107 w 170"/>
                  <a:gd name="T1" fmla="*/ 58 h 253"/>
                  <a:gd name="T2" fmla="*/ 60 w 170"/>
                  <a:gd name="T3" fmla="*/ 115 h 253"/>
                  <a:gd name="T4" fmla="*/ 9 w 170"/>
                  <a:gd name="T5" fmla="*/ 219 h 253"/>
                  <a:gd name="T6" fmla="*/ 2 w 170"/>
                  <a:gd name="T7" fmla="*/ 239 h 253"/>
                  <a:gd name="T8" fmla="*/ 13 w 170"/>
                  <a:gd name="T9" fmla="*/ 253 h 253"/>
                  <a:gd name="T10" fmla="*/ 30 w 170"/>
                  <a:gd name="T11" fmla="*/ 239 h 253"/>
                  <a:gd name="T12" fmla="*/ 33 w 170"/>
                  <a:gd name="T13" fmla="*/ 224 h 253"/>
                  <a:gd name="T14" fmla="*/ 107 w 170"/>
                  <a:gd name="T15" fmla="*/ 59 h 253"/>
                  <a:gd name="T16" fmla="*/ 107 w 170"/>
                  <a:gd name="T17" fmla="*/ 58 h 253"/>
                  <a:gd name="T18" fmla="*/ 170 w 170"/>
                  <a:gd name="T19" fmla="*/ 0 h 253"/>
                  <a:gd name="T20" fmla="*/ 107 w 170"/>
                  <a:gd name="T21" fmla="*/ 58 h 253"/>
                  <a:gd name="T22" fmla="*/ 170 w 170"/>
                  <a:gd name="T23" fmla="*/ 0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0" h="253">
                    <a:moveTo>
                      <a:pt x="107" y="58"/>
                    </a:moveTo>
                    <a:cubicBezTo>
                      <a:pt x="87" y="78"/>
                      <a:pt x="69" y="99"/>
                      <a:pt x="60" y="115"/>
                    </a:cubicBezTo>
                    <a:cubicBezTo>
                      <a:pt x="40" y="148"/>
                      <a:pt x="23" y="183"/>
                      <a:pt x="9" y="219"/>
                    </a:cubicBezTo>
                    <a:cubicBezTo>
                      <a:pt x="6" y="226"/>
                      <a:pt x="4" y="232"/>
                      <a:pt x="2" y="239"/>
                    </a:cubicBezTo>
                    <a:cubicBezTo>
                      <a:pt x="0" y="248"/>
                      <a:pt x="6" y="253"/>
                      <a:pt x="13" y="253"/>
                    </a:cubicBezTo>
                    <a:cubicBezTo>
                      <a:pt x="20" y="253"/>
                      <a:pt x="27" y="248"/>
                      <a:pt x="30" y="239"/>
                    </a:cubicBezTo>
                    <a:cubicBezTo>
                      <a:pt x="31" y="234"/>
                      <a:pt x="32" y="229"/>
                      <a:pt x="33" y="224"/>
                    </a:cubicBezTo>
                    <a:cubicBezTo>
                      <a:pt x="45" y="167"/>
                      <a:pt x="76" y="112"/>
                      <a:pt x="107" y="59"/>
                    </a:cubicBezTo>
                    <a:cubicBezTo>
                      <a:pt x="107" y="58"/>
                      <a:pt x="107" y="58"/>
                      <a:pt x="107" y="58"/>
                    </a:cubicBezTo>
                    <a:moveTo>
                      <a:pt x="170" y="0"/>
                    </a:moveTo>
                    <a:cubicBezTo>
                      <a:pt x="157" y="8"/>
                      <a:pt x="116" y="44"/>
                      <a:pt x="107" y="58"/>
                    </a:cubicBezTo>
                    <a:cubicBezTo>
                      <a:pt x="129" y="35"/>
                      <a:pt x="154" y="13"/>
                      <a:pt x="170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3" name="išlide" descr="eae1d927-191c-414f-be62-284ec025ef22">
                <a:extLst>
                  <a:ext uri="{FF2B5EF4-FFF2-40B4-BE49-F238E27FC236}">
                    <a16:creationId xmlns:a16="http://schemas.microsoft.com/office/drawing/2014/main" id="{6CF6410C-B690-4EE6-9B1D-AE3892D041D9}"/>
                  </a:ext>
                </a:extLst>
              </p:cNvPr>
              <p:cNvSpPr/>
              <p:nvPr/>
            </p:nvSpPr>
            <p:spPr bwMode="auto">
              <a:xfrm>
                <a:off x="4526105" y="1656459"/>
                <a:ext cx="59842" cy="240476"/>
              </a:xfrm>
              <a:custGeom>
                <a:avLst/>
                <a:gdLst>
                  <a:gd name="T0" fmla="*/ 61 w 70"/>
                  <a:gd name="T1" fmla="*/ 268 h 285"/>
                  <a:gd name="T2" fmla="*/ 57 w 70"/>
                  <a:gd name="T3" fmla="*/ 285 h 285"/>
                  <a:gd name="T4" fmla="*/ 61 w 70"/>
                  <a:gd name="T5" fmla="*/ 268 h 285"/>
                  <a:gd name="T6" fmla="*/ 21 w 70"/>
                  <a:gd name="T7" fmla="*/ 0 h 285"/>
                  <a:gd name="T8" fmla="*/ 6 w 70"/>
                  <a:gd name="T9" fmla="*/ 25 h 285"/>
                  <a:gd name="T10" fmla="*/ 13 w 70"/>
                  <a:gd name="T11" fmla="*/ 40 h 285"/>
                  <a:gd name="T12" fmla="*/ 60 w 70"/>
                  <a:gd name="T13" fmla="*/ 235 h 285"/>
                  <a:gd name="T14" fmla="*/ 61 w 70"/>
                  <a:gd name="T15" fmla="*/ 268 h 285"/>
                  <a:gd name="T16" fmla="*/ 66 w 70"/>
                  <a:gd name="T17" fmla="*/ 156 h 285"/>
                  <a:gd name="T18" fmla="*/ 41 w 70"/>
                  <a:gd name="T19" fmla="*/ 30 h 285"/>
                  <a:gd name="T20" fmla="*/ 34 w 70"/>
                  <a:gd name="T21" fmla="*/ 8 h 285"/>
                  <a:gd name="T22" fmla="*/ 21 w 70"/>
                  <a:gd name="T23" fmla="*/ 0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0" h="285">
                    <a:moveTo>
                      <a:pt x="61" y="268"/>
                    </a:moveTo>
                    <a:cubicBezTo>
                      <a:pt x="60" y="273"/>
                      <a:pt x="58" y="279"/>
                      <a:pt x="57" y="285"/>
                    </a:cubicBezTo>
                    <a:cubicBezTo>
                      <a:pt x="59" y="279"/>
                      <a:pt x="60" y="274"/>
                      <a:pt x="61" y="268"/>
                    </a:cubicBezTo>
                    <a:moveTo>
                      <a:pt x="21" y="0"/>
                    </a:moveTo>
                    <a:cubicBezTo>
                      <a:pt x="11" y="0"/>
                      <a:pt x="0" y="11"/>
                      <a:pt x="6" y="25"/>
                    </a:cubicBezTo>
                    <a:cubicBezTo>
                      <a:pt x="8" y="30"/>
                      <a:pt x="11" y="35"/>
                      <a:pt x="13" y="40"/>
                    </a:cubicBezTo>
                    <a:cubicBezTo>
                      <a:pt x="42" y="99"/>
                      <a:pt x="52" y="168"/>
                      <a:pt x="60" y="235"/>
                    </a:cubicBezTo>
                    <a:cubicBezTo>
                      <a:pt x="61" y="246"/>
                      <a:pt x="62" y="257"/>
                      <a:pt x="61" y="268"/>
                    </a:cubicBezTo>
                    <a:cubicBezTo>
                      <a:pt x="69" y="231"/>
                      <a:pt x="70" y="193"/>
                      <a:pt x="66" y="156"/>
                    </a:cubicBezTo>
                    <a:cubicBezTo>
                      <a:pt x="62" y="113"/>
                      <a:pt x="52" y="71"/>
                      <a:pt x="41" y="30"/>
                    </a:cubicBezTo>
                    <a:cubicBezTo>
                      <a:pt x="40" y="22"/>
                      <a:pt x="37" y="15"/>
                      <a:pt x="34" y="8"/>
                    </a:cubicBezTo>
                    <a:cubicBezTo>
                      <a:pt x="31" y="2"/>
                      <a:pt x="26" y="0"/>
                      <a:pt x="21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4" name="îṣḻïḓe" descr="014aacdd-8802-47d9-97f6-a7281519b8fe">
                <a:extLst>
                  <a:ext uri="{FF2B5EF4-FFF2-40B4-BE49-F238E27FC236}">
                    <a16:creationId xmlns:a16="http://schemas.microsoft.com/office/drawing/2014/main" id="{169ADE77-B56F-49CD-A9D7-34A883D83C4F}"/>
                  </a:ext>
                </a:extLst>
              </p:cNvPr>
              <p:cNvSpPr/>
              <p:nvPr/>
            </p:nvSpPr>
            <p:spPr bwMode="auto">
              <a:xfrm>
                <a:off x="4407530" y="1676407"/>
                <a:ext cx="50976" cy="53193"/>
              </a:xfrm>
              <a:custGeom>
                <a:avLst/>
                <a:gdLst>
                  <a:gd name="T0" fmla="*/ 32 w 61"/>
                  <a:gd name="T1" fmla="*/ 0 h 63"/>
                  <a:gd name="T2" fmla="*/ 27 w 61"/>
                  <a:gd name="T3" fmla="*/ 16 h 63"/>
                  <a:gd name="T4" fmla="*/ 25 w 61"/>
                  <a:gd name="T5" fmla="*/ 18 h 63"/>
                  <a:gd name="T6" fmla="*/ 23 w 61"/>
                  <a:gd name="T7" fmla="*/ 17 h 63"/>
                  <a:gd name="T8" fmla="*/ 14 w 61"/>
                  <a:gd name="T9" fmla="*/ 13 h 63"/>
                  <a:gd name="T10" fmla="*/ 10 w 61"/>
                  <a:gd name="T11" fmla="*/ 15 h 63"/>
                  <a:gd name="T12" fmla="*/ 11 w 61"/>
                  <a:gd name="T13" fmla="*/ 31 h 63"/>
                  <a:gd name="T14" fmla="*/ 5 w 61"/>
                  <a:gd name="T15" fmla="*/ 36 h 63"/>
                  <a:gd name="T16" fmla="*/ 0 w 61"/>
                  <a:gd name="T17" fmla="*/ 42 h 63"/>
                  <a:gd name="T18" fmla="*/ 15 w 61"/>
                  <a:gd name="T19" fmla="*/ 42 h 63"/>
                  <a:gd name="T20" fmla="*/ 15 w 61"/>
                  <a:gd name="T21" fmla="*/ 42 h 63"/>
                  <a:gd name="T22" fmla="*/ 17 w 61"/>
                  <a:gd name="T23" fmla="*/ 42 h 63"/>
                  <a:gd name="T24" fmla="*/ 18 w 61"/>
                  <a:gd name="T25" fmla="*/ 44 h 63"/>
                  <a:gd name="T26" fmla="*/ 20 w 61"/>
                  <a:gd name="T27" fmla="*/ 56 h 63"/>
                  <a:gd name="T28" fmla="*/ 21 w 61"/>
                  <a:gd name="T29" fmla="*/ 61 h 63"/>
                  <a:gd name="T30" fmla="*/ 24 w 61"/>
                  <a:gd name="T31" fmla="*/ 63 h 63"/>
                  <a:gd name="T32" fmla="*/ 26 w 61"/>
                  <a:gd name="T33" fmla="*/ 62 h 63"/>
                  <a:gd name="T34" fmla="*/ 28 w 61"/>
                  <a:gd name="T35" fmla="*/ 59 h 63"/>
                  <a:gd name="T36" fmla="*/ 33 w 61"/>
                  <a:gd name="T37" fmla="*/ 47 h 63"/>
                  <a:gd name="T38" fmla="*/ 45 w 61"/>
                  <a:gd name="T39" fmla="*/ 59 h 63"/>
                  <a:gd name="T40" fmla="*/ 47 w 61"/>
                  <a:gd name="T41" fmla="*/ 60 h 63"/>
                  <a:gd name="T42" fmla="*/ 48 w 61"/>
                  <a:gd name="T43" fmla="*/ 60 h 63"/>
                  <a:gd name="T44" fmla="*/ 49 w 61"/>
                  <a:gd name="T45" fmla="*/ 58 h 63"/>
                  <a:gd name="T46" fmla="*/ 50 w 61"/>
                  <a:gd name="T47" fmla="*/ 39 h 63"/>
                  <a:gd name="T48" fmla="*/ 52 w 61"/>
                  <a:gd name="T49" fmla="*/ 39 h 63"/>
                  <a:gd name="T50" fmla="*/ 60 w 61"/>
                  <a:gd name="T51" fmla="*/ 38 h 63"/>
                  <a:gd name="T52" fmla="*/ 59 w 61"/>
                  <a:gd name="T53" fmla="*/ 31 h 63"/>
                  <a:gd name="T54" fmla="*/ 52 w 61"/>
                  <a:gd name="T55" fmla="*/ 26 h 63"/>
                  <a:gd name="T56" fmla="*/ 55 w 61"/>
                  <a:gd name="T57" fmla="*/ 10 h 63"/>
                  <a:gd name="T58" fmla="*/ 41 w 61"/>
                  <a:gd name="T59" fmla="*/ 15 h 63"/>
                  <a:gd name="T60" fmla="*/ 32 w 61"/>
                  <a:gd name="T6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61" h="63">
                    <a:moveTo>
                      <a:pt x="32" y="0"/>
                    </a:moveTo>
                    <a:cubicBezTo>
                      <a:pt x="28" y="4"/>
                      <a:pt x="30" y="11"/>
                      <a:pt x="27" y="16"/>
                    </a:cubicBezTo>
                    <a:cubicBezTo>
                      <a:pt x="27" y="17"/>
                      <a:pt x="26" y="18"/>
                      <a:pt x="25" y="18"/>
                    </a:cubicBezTo>
                    <a:cubicBezTo>
                      <a:pt x="24" y="18"/>
                      <a:pt x="24" y="18"/>
                      <a:pt x="23" y="17"/>
                    </a:cubicBezTo>
                    <a:cubicBezTo>
                      <a:pt x="20" y="16"/>
                      <a:pt x="17" y="13"/>
                      <a:pt x="14" y="13"/>
                    </a:cubicBezTo>
                    <a:cubicBezTo>
                      <a:pt x="12" y="13"/>
                      <a:pt x="11" y="14"/>
                      <a:pt x="10" y="15"/>
                    </a:cubicBezTo>
                    <a:cubicBezTo>
                      <a:pt x="7" y="19"/>
                      <a:pt x="14" y="26"/>
                      <a:pt x="11" y="31"/>
                    </a:cubicBezTo>
                    <a:cubicBezTo>
                      <a:pt x="10" y="34"/>
                      <a:pt x="7" y="35"/>
                      <a:pt x="5" y="36"/>
                    </a:cubicBezTo>
                    <a:cubicBezTo>
                      <a:pt x="2" y="37"/>
                      <a:pt x="0" y="39"/>
                      <a:pt x="0" y="42"/>
                    </a:cubicBezTo>
                    <a:cubicBezTo>
                      <a:pt x="5" y="42"/>
                      <a:pt x="10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7" y="42"/>
                    </a:cubicBezTo>
                    <a:cubicBezTo>
                      <a:pt x="18" y="43"/>
                      <a:pt x="18" y="44"/>
                      <a:pt x="18" y="44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8"/>
                      <a:pt x="20" y="59"/>
                      <a:pt x="21" y="61"/>
                    </a:cubicBezTo>
                    <a:cubicBezTo>
                      <a:pt x="22" y="62"/>
                      <a:pt x="23" y="63"/>
                      <a:pt x="24" y="63"/>
                    </a:cubicBezTo>
                    <a:cubicBezTo>
                      <a:pt x="25" y="63"/>
                      <a:pt x="25" y="62"/>
                      <a:pt x="26" y="62"/>
                    </a:cubicBezTo>
                    <a:cubicBezTo>
                      <a:pt x="27" y="62"/>
                      <a:pt x="28" y="61"/>
                      <a:pt x="28" y="59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6" y="52"/>
                      <a:pt x="40" y="56"/>
                      <a:pt x="45" y="59"/>
                    </a:cubicBezTo>
                    <a:cubicBezTo>
                      <a:pt x="46" y="60"/>
                      <a:pt x="46" y="60"/>
                      <a:pt x="47" y="60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9" y="59"/>
                      <a:pt x="49" y="58"/>
                      <a:pt x="49" y="58"/>
                    </a:cubicBezTo>
                    <a:cubicBezTo>
                      <a:pt x="51" y="52"/>
                      <a:pt x="51" y="45"/>
                      <a:pt x="50" y="39"/>
                    </a:cubicBezTo>
                    <a:cubicBezTo>
                      <a:pt x="51" y="39"/>
                      <a:pt x="51" y="39"/>
                      <a:pt x="52" y="39"/>
                    </a:cubicBezTo>
                    <a:cubicBezTo>
                      <a:pt x="55" y="39"/>
                      <a:pt x="58" y="39"/>
                      <a:pt x="60" y="38"/>
                    </a:cubicBezTo>
                    <a:cubicBezTo>
                      <a:pt x="61" y="36"/>
                      <a:pt x="61" y="33"/>
                      <a:pt x="59" y="31"/>
                    </a:cubicBezTo>
                    <a:cubicBezTo>
                      <a:pt x="57" y="29"/>
                      <a:pt x="54" y="27"/>
                      <a:pt x="52" y="26"/>
                    </a:cubicBezTo>
                    <a:cubicBezTo>
                      <a:pt x="55" y="22"/>
                      <a:pt x="56" y="16"/>
                      <a:pt x="55" y="10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9" y="9"/>
                      <a:pt x="36" y="4"/>
                      <a:pt x="32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5" name="íSľiďè" descr="5edf8cc1-573d-41f7-820f-e66e0b1dfa44">
                <a:extLst>
                  <a:ext uri="{FF2B5EF4-FFF2-40B4-BE49-F238E27FC236}">
                    <a16:creationId xmlns:a16="http://schemas.microsoft.com/office/drawing/2014/main" id="{8337F22A-696E-454A-AF58-B26CA489376B}"/>
                  </a:ext>
                </a:extLst>
              </p:cNvPr>
              <p:cNvSpPr/>
              <p:nvPr/>
            </p:nvSpPr>
            <p:spPr bwMode="auto">
              <a:xfrm>
                <a:off x="4610327" y="1741789"/>
                <a:ext cx="67599" cy="172876"/>
              </a:xfrm>
              <a:custGeom>
                <a:avLst/>
                <a:gdLst>
                  <a:gd name="T0" fmla="*/ 3 w 80"/>
                  <a:gd name="T1" fmla="*/ 192 h 204"/>
                  <a:gd name="T2" fmla="*/ 5 w 80"/>
                  <a:gd name="T3" fmla="*/ 204 h 204"/>
                  <a:gd name="T4" fmla="*/ 3 w 80"/>
                  <a:gd name="T5" fmla="*/ 192 h 204"/>
                  <a:gd name="T6" fmla="*/ 63 w 80"/>
                  <a:gd name="T7" fmla="*/ 0 h 204"/>
                  <a:gd name="T8" fmla="*/ 53 w 80"/>
                  <a:gd name="T9" fmla="*/ 5 h 204"/>
                  <a:gd name="T10" fmla="*/ 44 w 80"/>
                  <a:gd name="T11" fmla="*/ 20 h 204"/>
                  <a:gd name="T12" fmla="*/ 11 w 80"/>
                  <a:gd name="T13" fmla="*/ 110 h 204"/>
                  <a:gd name="T14" fmla="*/ 3 w 80"/>
                  <a:gd name="T15" fmla="*/ 192 h 204"/>
                  <a:gd name="T16" fmla="*/ 7 w 80"/>
                  <a:gd name="T17" fmla="*/ 168 h 204"/>
                  <a:gd name="T18" fmla="*/ 66 w 80"/>
                  <a:gd name="T19" fmla="*/ 30 h 204"/>
                  <a:gd name="T20" fmla="*/ 74 w 80"/>
                  <a:gd name="T21" fmla="*/ 20 h 204"/>
                  <a:gd name="T22" fmla="*/ 63 w 80"/>
                  <a:gd name="T23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4">
                    <a:moveTo>
                      <a:pt x="3" y="192"/>
                    </a:moveTo>
                    <a:cubicBezTo>
                      <a:pt x="3" y="196"/>
                      <a:pt x="3" y="200"/>
                      <a:pt x="5" y="204"/>
                    </a:cubicBezTo>
                    <a:cubicBezTo>
                      <a:pt x="4" y="200"/>
                      <a:pt x="3" y="196"/>
                      <a:pt x="3" y="192"/>
                    </a:cubicBezTo>
                    <a:moveTo>
                      <a:pt x="63" y="0"/>
                    </a:moveTo>
                    <a:cubicBezTo>
                      <a:pt x="59" y="0"/>
                      <a:pt x="56" y="2"/>
                      <a:pt x="53" y="5"/>
                    </a:cubicBezTo>
                    <a:cubicBezTo>
                      <a:pt x="50" y="10"/>
                      <a:pt x="47" y="15"/>
                      <a:pt x="44" y="20"/>
                    </a:cubicBezTo>
                    <a:cubicBezTo>
                      <a:pt x="31" y="49"/>
                      <a:pt x="19" y="79"/>
                      <a:pt x="11" y="110"/>
                    </a:cubicBezTo>
                    <a:cubicBezTo>
                      <a:pt x="4" y="136"/>
                      <a:pt x="0" y="164"/>
                      <a:pt x="3" y="192"/>
                    </a:cubicBezTo>
                    <a:cubicBezTo>
                      <a:pt x="3" y="184"/>
                      <a:pt x="5" y="176"/>
                      <a:pt x="7" y="168"/>
                    </a:cubicBezTo>
                    <a:cubicBezTo>
                      <a:pt x="21" y="120"/>
                      <a:pt x="36" y="71"/>
                      <a:pt x="66" y="30"/>
                    </a:cubicBezTo>
                    <a:cubicBezTo>
                      <a:pt x="69" y="27"/>
                      <a:pt x="71" y="24"/>
                      <a:pt x="74" y="20"/>
                    </a:cubicBezTo>
                    <a:cubicBezTo>
                      <a:pt x="80" y="10"/>
                      <a:pt x="72" y="0"/>
                      <a:pt x="63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6" name="iSḻiďè" descr="c9cd12a2-29af-49da-889b-dbe14c0714e6">
                <a:extLst>
                  <a:ext uri="{FF2B5EF4-FFF2-40B4-BE49-F238E27FC236}">
                    <a16:creationId xmlns:a16="http://schemas.microsoft.com/office/drawing/2014/main" id="{391B610F-2637-4BDE-8835-28F6B0394EBC}"/>
                  </a:ext>
                </a:extLst>
              </p:cNvPr>
              <p:cNvSpPr/>
              <p:nvPr/>
            </p:nvSpPr>
            <p:spPr bwMode="auto">
              <a:xfrm>
                <a:off x="4628058" y="1818254"/>
                <a:ext cx="209446" cy="88654"/>
              </a:xfrm>
              <a:custGeom>
                <a:avLst/>
                <a:gdLst>
                  <a:gd name="T0" fmla="*/ 11 w 248"/>
                  <a:gd name="T1" fmla="*/ 94 h 105"/>
                  <a:gd name="T2" fmla="*/ 0 w 248"/>
                  <a:gd name="T3" fmla="*/ 105 h 105"/>
                  <a:gd name="T4" fmla="*/ 11 w 248"/>
                  <a:gd name="T5" fmla="*/ 94 h 105"/>
                  <a:gd name="T6" fmla="*/ 226 w 248"/>
                  <a:gd name="T7" fmla="*/ 0 h 105"/>
                  <a:gd name="T8" fmla="*/ 226 w 248"/>
                  <a:gd name="T9" fmla="*/ 0 h 105"/>
                  <a:gd name="T10" fmla="*/ 205 w 248"/>
                  <a:gd name="T11" fmla="*/ 3 h 105"/>
                  <a:gd name="T12" fmla="*/ 94 w 248"/>
                  <a:gd name="T13" fmla="*/ 39 h 105"/>
                  <a:gd name="T14" fmla="*/ 11 w 248"/>
                  <a:gd name="T15" fmla="*/ 94 h 105"/>
                  <a:gd name="T16" fmla="*/ 37 w 248"/>
                  <a:gd name="T17" fmla="*/ 80 h 105"/>
                  <a:gd name="T18" fmla="*/ 213 w 248"/>
                  <a:gd name="T19" fmla="*/ 32 h 105"/>
                  <a:gd name="T20" fmla="*/ 228 w 248"/>
                  <a:gd name="T21" fmla="*/ 32 h 105"/>
                  <a:gd name="T22" fmla="*/ 226 w 248"/>
                  <a:gd name="T23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8" h="105">
                    <a:moveTo>
                      <a:pt x="11" y="94"/>
                    </a:moveTo>
                    <a:cubicBezTo>
                      <a:pt x="7" y="97"/>
                      <a:pt x="3" y="101"/>
                      <a:pt x="0" y="105"/>
                    </a:cubicBezTo>
                    <a:cubicBezTo>
                      <a:pt x="4" y="102"/>
                      <a:pt x="7" y="98"/>
                      <a:pt x="11" y="94"/>
                    </a:cubicBezTo>
                    <a:moveTo>
                      <a:pt x="226" y="0"/>
                    </a:moveTo>
                    <a:cubicBezTo>
                      <a:pt x="226" y="0"/>
                      <a:pt x="226" y="0"/>
                      <a:pt x="226" y="0"/>
                    </a:cubicBezTo>
                    <a:cubicBezTo>
                      <a:pt x="219" y="0"/>
                      <a:pt x="212" y="1"/>
                      <a:pt x="205" y="3"/>
                    </a:cubicBezTo>
                    <a:cubicBezTo>
                      <a:pt x="167" y="13"/>
                      <a:pt x="130" y="23"/>
                      <a:pt x="94" y="39"/>
                    </a:cubicBezTo>
                    <a:cubicBezTo>
                      <a:pt x="64" y="53"/>
                      <a:pt x="34" y="71"/>
                      <a:pt x="11" y="94"/>
                    </a:cubicBezTo>
                    <a:cubicBezTo>
                      <a:pt x="18" y="88"/>
                      <a:pt x="28" y="84"/>
                      <a:pt x="37" y="80"/>
                    </a:cubicBezTo>
                    <a:cubicBezTo>
                      <a:pt x="93" y="56"/>
                      <a:pt x="151" y="34"/>
                      <a:pt x="213" y="32"/>
                    </a:cubicBezTo>
                    <a:cubicBezTo>
                      <a:pt x="218" y="32"/>
                      <a:pt x="223" y="32"/>
                      <a:pt x="228" y="32"/>
                    </a:cubicBezTo>
                    <a:cubicBezTo>
                      <a:pt x="248" y="30"/>
                      <a:pt x="246" y="0"/>
                      <a:pt x="226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7" name="îsļíḑê" descr="4e4cc39f-f474-4c22-b37b-e4b9b9010769">
                <a:extLst>
                  <a:ext uri="{FF2B5EF4-FFF2-40B4-BE49-F238E27FC236}">
                    <a16:creationId xmlns:a16="http://schemas.microsoft.com/office/drawing/2014/main" id="{E8F471BA-89AF-46AC-BC84-83E9E0AE6EED}"/>
                  </a:ext>
                </a:extLst>
              </p:cNvPr>
              <p:cNvSpPr/>
              <p:nvPr/>
            </p:nvSpPr>
            <p:spPr bwMode="auto">
              <a:xfrm>
                <a:off x="4681250" y="1881420"/>
                <a:ext cx="144063" cy="44327"/>
              </a:xfrm>
              <a:custGeom>
                <a:avLst/>
                <a:gdLst>
                  <a:gd name="T0" fmla="*/ 10 w 170"/>
                  <a:gd name="T1" fmla="*/ 46 h 53"/>
                  <a:gd name="T2" fmla="*/ 0 w 170"/>
                  <a:gd name="T3" fmla="*/ 53 h 53"/>
                  <a:gd name="T4" fmla="*/ 10 w 170"/>
                  <a:gd name="T5" fmla="*/ 46 h 53"/>
                  <a:gd name="T6" fmla="*/ 155 w 170"/>
                  <a:gd name="T7" fmla="*/ 0 h 53"/>
                  <a:gd name="T8" fmla="*/ 144 w 170"/>
                  <a:gd name="T9" fmla="*/ 1 h 53"/>
                  <a:gd name="T10" fmla="*/ 69 w 170"/>
                  <a:gd name="T11" fmla="*/ 18 h 53"/>
                  <a:gd name="T12" fmla="*/ 10 w 170"/>
                  <a:gd name="T13" fmla="*/ 46 h 53"/>
                  <a:gd name="T14" fmla="*/ 27 w 170"/>
                  <a:gd name="T15" fmla="*/ 40 h 53"/>
                  <a:gd name="T16" fmla="*/ 137 w 170"/>
                  <a:gd name="T17" fmla="*/ 18 h 53"/>
                  <a:gd name="T18" fmla="*/ 144 w 170"/>
                  <a:gd name="T19" fmla="*/ 19 h 53"/>
                  <a:gd name="T20" fmla="*/ 154 w 170"/>
                  <a:gd name="T21" fmla="*/ 19 h 53"/>
                  <a:gd name="T22" fmla="*/ 157 w 170"/>
                  <a:gd name="T23" fmla="*/ 0 h 53"/>
                  <a:gd name="T24" fmla="*/ 155 w 170"/>
                  <a:gd name="T25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53">
                    <a:moveTo>
                      <a:pt x="10" y="46"/>
                    </a:moveTo>
                    <a:cubicBezTo>
                      <a:pt x="6" y="48"/>
                      <a:pt x="3" y="50"/>
                      <a:pt x="0" y="53"/>
                    </a:cubicBezTo>
                    <a:cubicBezTo>
                      <a:pt x="3" y="51"/>
                      <a:pt x="7" y="48"/>
                      <a:pt x="10" y="46"/>
                    </a:cubicBezTo>
                    <a:moveTo>
                      <a:pt x="155" y="0"/>
                    </a:moveTo>
                    <a:cubicBezTo>
                      <a:pt x="151" y="0"/>
                      <a:pt x="148" y="1"/>
                      <a:pt x="144" y="1"/>
                    </a:cubicBezTo>
                    <a:cubicBezTo>
                      <a:pt x="119" y="5"/>
                      <a:pt x="94" y="10"/>
                      <a:pt x="69" y="18"/>
                    </a:cubicBezTo>
                    <a:cubicBezTo>
                      <a:pt x="48" y="24"/>
                      <a:pt x="28" y="34"/>
                      <a:pt x="10" y="46"/>
                    </a:cubicBezTo>
                    <a:cubicBezTo>
                      <a:pt x="15" y="43"/>
                      <a:pt x="21" y="41"/>
                      <a:pt x="27" y="40"/>
                    </a:cubicBezTo>
                    <a:cubicBezTo>
                      <a:pt x="63" y="29"/>
                      <a:pt x="100" y="18"/>
                      <a:pt x="137" y="18"/>
                    </a:cubicBezTo>
                    <a:cubicBezTo>
                      <a:pt x="139" y="18"/>
                      <a:pt x="142" y="19"/>
                      <a:pt x="144" y="19"/>
                    </a:cubicBezTo>
                    <a:cubicBezTo>
                      <a:pt x="148" y="19"/>
                      <a:pt x="151" y="19"/>
                      <a:pt x="154" y="19"/>
                    </a:cubicBezTo>
                    <a:cubicBezTo>
                      <a:pt x="167" y="19"/>
                      <a:pt x="170" y="1"/>
                      <a:pt x="157" y="0"/>
                    </a:cubicBezTo>
                    <a:cubicBezTo>
                      <a:pt x="156" y="0"/>
                      <a:pt x="156" y="0"/>
                      <a:pt x="155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8" name="íṧḻïďé" descr="42a43426-09cc-44a6-8e29-d7fca6036f65">
                <a:extLst>
                  <a:ext uri="{FF2B5EF4-FFF2-40B4-BE49-F238E27FC236}">
                    <a16:creationId xmlns:a16="http://schemas.microsoft.com/office/drawing/2014/main" id="{A7D7BDEB-FCAD-42A9-B7B1-77F6F6C91522}"/>
                  </a:ext>
                </a:extLst>
              </p:cNvPr>
              <p:cNvSpPr/>
              <p:nvPr/>
            </p:nvSpPr>
            <p:spPr bwMode="auto">
              <a:xfrm>
                <a:off x="4721145" y="1731816"/>
                <a:ext cx="79789" cy="44327"/>
              </a:xfrm>
              <a:custGeom>
                <a:avLst/>
                <a:gdLst>
                  <a:gd name="T0" fmla="*/ 4 w 95"/>
                  <a:gd name="T1" fmla="*/ 47 h 52"/>
                  <a:gd name="T2" fmla="*/ 0 w 95"/>
                  <a:gd name="T3" fmla="*/ 52 h 52"/>
                  <a:gd name="T4" fmla="*/ 4 w 95"/>
                  <a:gd name="T5" fmla="*/ 47 h 52"/>
                  <a:gd name="T6" fmla="*/ 88 w 95"/>
                  <a:gd name="T7" fmla="*/ 0 h 52"/>
                  <a:gd name="T8" fmla="*/ 87 w 95"/>
                  <a:gd name="T9" fmla="*/ 0 h 52"/>
                  <a:gd name="T10" fmla="*/ 79 w 95"/>
                  <a:gd name="T11" fmla="*/ 2 h 52"/>
                  <a:gd name="T12" fmla="*/ 37 w 95"/>
                  <a:gd name="T13" fmla="*/ 22 h 52"/>
                  <a:gd name="T14" fmla="*/ 4 w 95"/>
                  <a:gd name="T15" fmla="*/ 47 h 52"/>
                  <a:gd name="T16" fmla="*/ 14 w 95"/>
                  <a:gd name="T17" fmla="*/ 40 h 52"/>
                  <a:gd name="T18" fmla="*/ 82 w 95"/>
                  <a:gd name="T19" fmla="*/ 13 h 52"/>
                  <a:gd name="T20" fmla="*/ 88 w 95"/>
                  <a:gd name="T21" fmla="*/ 12 h 52"/>
                  <a:gd name="T22" fmla="*/ 88 w 95"/>
                  <a:gd name="T2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5" h="52">
                    <a:moveTo>
                      <a:pt x="4" y="47"/>
                    </a:moveTo>
                    <a:cubicBezTo>
                      <a:pt x="3" y="49"/>
                      <a:pt x="1" y="50"/>
                      <a:pt x="0" y="52"/>
                    </a:cubicBezTo>
                    <a:cubicBezTo>
                      <a:pt x="1" y="50"/>
                      <a:pt x="3" y="49"/>
                      <a:pt x="4" y="47"/>
                    </a:cubicBezTo>
                    <a:moveTo>
                      <a:pt x="88" y="0"/>
                    </a:moveTo>
                    <a:cubicBezTo>
                      <a:pt x="88" y="0"/>
                      <a:pt x="87" y="0"/>
                      <a:pt x="87" y="0"/>
                    </a:cubicBezTo>
                    <a:cubicBezTo>
                      <a:pt x="84" y="1"/>
                      <a:pt x="82" y="1"/>
                      <a:pt x="79" y="2"/>
                    </a:cubicBezTo>
                    <a:cubicBezTo>
                      <a:pt x="64" y="8"/>
                      <a:pt x="50" y="14"/>
                      <a:pt x="37" y="22"/>
                    </a:cubicBezTo>
                    <a:cubicBezTo>
                      <a:pt x="24" y="28"/>
                      <a:pt x="13" y="37"/>
                      <a:pt x="4" y="47"/>
                    </a:cubicBezTo>
                    <a:cubicBezTo>
                      <a:pt x="7" y="44"/>
                      <a:pt x="10" y="42"/>
                      <a:pt x="14" y="40"/>
                    </a:cubicBezTo>
                    <a:cubicBezTo>
                      <a:pt x="36" y="28"/>
                      <a:pt x="58" y="17"/>
                      <a:pt x="82" y="13"/>
                    </a:cubicBezTo>
                    <a:cubicBezTo>
                      <a:pt x="84" y="12"/>
                      <a:pt x="86" y="12"/>
                      <a:pt x="88" y="12"/>
                    </a:cubicBezTo>
                    <a:cubicBezTo>
                      <a:pt x="95" y="10"/>
                      <a:pt x="95" y="0"/>
                      <a:pt x="88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39" name="išḷiḍe" descr="258422d5-9fe4-44fc-819b-cfe4e71dac58">
                <a:extLst>
                  <a:ext uri="{FF2B5EF4-FFF2-40B4-BE49-F238E27FC236}">
                    <a16:creationId xmlns:a16="http://schemas.microsoft.com/office/drawing/2014/main" id="{51F06479-8523-4A20-959D-F6DEBD530882}"/>
                  </a:ext>
                </a:extLst>
              </p:cNvPr>
              <p:cNvSpPr/>
              <p:nvPr/>
            </p:nvSpPr>
            <p:spPr bwMode="auto">
              <a:xfrm>
                <a:off x="4614759" y="2100840"/>
                <a:ext cx="12190" cy="87547"/>
              </a:xfrm>
              <a:custGeom>
                <a:avLst/>
                <a:gdLst>
                  <a:gd name="T0" fmla="*/ 2 w 15"/>
                  <a:gd name="T1" fmla="*/ 5 h 104"/>
                  <a:gd name="T2" fmla="*/ 5 w 15"/>
                  <a:gd name="T3" fmla="*/ 17 h 104"/>
                  <a:gd name="T4" fmla="*/ 4 w 15"/>
                  <a:gd name="T5" fmla="*/ 90 h 104"/>
                  <a:gd name="T6" fmla="*/ 3 w 15"/>
                  <a:gd name="T7" fmla="*/ 96 h 104"/>
                  <a:gd name="T8" fmla="*/ 9 w 15"/>
                  <a:gd name="T9" fmla="*/ 104 h 104"/>
                  <a:gd name="T10" fmla="*/ 13 w 15"/>
                  <a:gd name="T11" fmla="*/ 100 h 104"/>
                  <a:gd name="T12" fmla="*/ 14 w 15"/>
                  <a:gd name="T13" fmla="*/ 91 h 104"/>
                  <a:gd name="T14" fmla="*/ 13 w 15"/>
                  <a:gd name="T15" fmla="*/ 45 h 104"/>
                  <a:gd name="T16" fmla="*/ 2 w 15"/>
                  <a:gd name="T17" fmla="*/ 5 h 104"/>
                  <a:gd name="T18" fmla="*/ 0 w 15"/>
                  <a:gd name="T19" fmla="*/ 0 h 104"/>
                  <a:gd name="T20" fmla="*/ 2 w 15"/>
                  <a:gd name="T21" fmla="*/ 5 h 104"/>
                  <a:gd name="T22" fmla="*/ 0 w 15"/>
                  <a:gd name="T2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4">
                    <a:moveTo>
                      <a:pt x="2" y="5"/>
                    </a:moveTo>
                    <a:cubicBezTo>
                      <a:pt x="4" y="9"/>
                      <a:pt x="4" y="13"/>
                      <a:pt x="5" y="17"/>
                    </a:cubicBezTo>
                    <a:cubicBezTo>
                      <a:pt x="7" y="41"/>
                      <a:pt x="9" y="67"/>
                      <a:pt x="4" y="90"/>
                    </a:cubicBezTo>
                    <a:cubicBezTo>
                      <a:pt x="3" y="92"/>
                      <a:pt x="3" y="94"/>
                      <a:pt x="3" y="96"/>
                    </a:cubicBezTo>
                    <a:cubicBezTo>
                      <a:pt x="2" y="101"/>
                      <a:pt x="5" y="104"/>
                      <a:pt x="9" y="104"/>
                    </a:cubicBezTo>
                    <a:cubicBezTo>
                      <a:pt x="11" y="104"/>
                      <a:pt x="13" y="103"/>
                      <a:pt x="13" y="100"/>
                    </a:cubicBezTo>
                    <a:cubicBezTo>
                      <a:pt x="14" y="97"/>
                      <a:pt x="14" y="94"/>
                      <a:pt x="14" y="91"/>
                    </a:cubicBezTo>
                    <a:cubicBezTo>
                      <a:pt x="15" y="76"/>
                      <a:pt x="15" y="60"/>
                      <a:pt x="13" y="45"/>
                    </a:cubicBezTo>
                    <a:cubicBezTo>
                      <a:pt x="12" y="31"/>
                      <a:pt x="8" y="17"/>
                      <a:pt x="2" y="5"/>
                    </a:cubicBezTo>
                    <a:moveTo>
                      <a:pt x="0" y="0"/>
                    </a:moveTo>
                    <a:cubicBezTo>
                      <a:pt x="0" y="1"/>
                      <a:pt x="1" y="3"/>
                      <a:pt x="2" y="5"/>
                    </a:cubicBezTo>
                    <a:cubicBezTo>
                      <a:pt x="1" y="3"/>
                      <a:pt x="1" y="1"/>
                      <a:pt x="0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0" name="ïsľíďè" descr="a1d2413d-7eca-426a-9f16-3f24359d87b4">
                <a:extLst>
                  <a:ext uri="{FF2B5EF4-FFF2-40B4-BE49-F238E27FC236}">
                    <a16:creationId xmlns:a16="http://schemas.microsoft.com/office/drawing/2014/main" id="{12445205-67BC-46FE-B8AB-EE88176B85FD}"/>
                  </a:ext>
                </a:extLst>
              </p:cNvPr>
              <p:cNvSpPr/>
              <p:nvPr/>
            </p:nvSpPr>
            <p:spPr bwMode="auto">
              <a:xfrm>
                <a:off x="4691224" y="2040998"/>
                <a:ext cx="101953" cy="107494"/>
              </a:xfrm>
              <a:custGeom>
                <a:avLst/>
                <a:gdLst>
                  <a:gd name="T0" fmla="*/ 9 w 120"/>
                  <a:gd name="T1" fmla="*/ 6 h 127"/>
                  <a:gd name="T2" fmla="*/ 23 w 120"/>
                  <a:gd name="T3" fmla="*/ 20 h 127"/>
                  <a:gd name="T4" fmla="*/ 97 w 120"/>
                  <a:gd name="T5" fmla="*/ 112 h 127"/>
                  <a:gd name="T6" fmla="*/ 102 w 120"/>
                  <a:gd name="T7" fmla="*/ 120 h 127"/>
                  <a:gd name="T8" fmla="*/ 115 w 120"/>
                  <a:gd name="T9" fmla="*/ 127 h 127"/>
                  <a:gd name="T10" fmla="*/ 117 w 120"/>
                  <a:gd name="T11" fmla="*/ 120 h 127"/>
                  <a:gd name="T12" fmla="*/ 110 w 120"/>
                  <a:gd name="T13" fmla="*/ 110 h 127"/>
                  <a:gd name="T14" fmla="*/ 60 w 120"/>
                  <a:gd name="T15" fmla="*/ 52 h 127"/>
                  <a:gd name="T16" fmla="*/ 9 w 120"/>
                  <a:gd name="T17" fmla="*/ 6 h 127"/>
                  <a:gd name="T18" fmla="*/ 0 w 120"/>
                  <a:gd name="T19" fmla="*/ 0 h 127"/>
                  <a:gd name="T20" fmla="*/ 9 w 120"/>
                  <a:gd name="T21" fmla="*/ 6 h 127"/>
                  <a:gd name="T22" fmla="*/ 0 w 120"/>
                  <a:gd name="T23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0" h="127">
                    <a:moveTo>
                      <a:pt x="9" y="6"/>
                    </a:moveTo>
                    <a:cubicBezTo>
                      <a:pt x="14" y="10"/>
                      <a:pt x="19" y="15"/>
                      <a:pt x="23" y="20"/>
                    </a:cubicBezTo>
                    <a:cubicBezTo>
                      <a:pt x="51" y="50"/>
                      <a:pt x="79" y="81"/>
                      <a:pt x="97" y="112"/>
                    </a:cubicBezTo>
                    <a:cubicBezTo>
                      <a:pt x="99" y="114"/>
                      <a:pt x="100" y="117"/>
                      <a:pt x="102" y="120"/>
                    </a:cubicBezTo>
                    <a:cubicBezTo>
                      <a:pt x="105" y="125"/>
                      <a:pt x="111" y="127"/>
                      <a:pt x="115" y="127"/>
                    </a:cubicBezTo>
                    <a:cubicBezTo>
                      <a:pt x="118" y="127"/>
                      <a:pt x="120" y="125"/>
                      <a:pt x="117" y="120"/>
                    </a:cubicBezTo>
                    <a:cubicBezTo>
                      <a:pt x="115" y="116"/>
                      <a:pt x="112" y="113"/>
                      <a:pt x="110" y="110"/>
                    </a:cubicBezTo>
                    <a:cubicBezTo>
                      <a:pt x="94" y="90"/>
                      <a:pt x="78" y="71"/>
                      <a:pt x="60" y="52"/>
                    </a:cubicBezTo>
                    <a:cubicBezTo>
                      <a:pt x="45" y="35"/>
                      <a:pt x="27" y="20"/>
                      <a:pt x="9" y="6"/>
                    </a:cubicBezTo>
                    <a:moveTo>
                      <a:pt x="0" y="0"/>
                    </a:moveTo>
                    <a:cubicBezTo>
                      <a:pt x="3" y="2"/>
                      <a:pt x="6" y="4"/>
                      <a:pt x="9" y="6"/>
                    </a:cubicBezTo>
                    <a:cubicBezTo>
                      <a:pt x="6" y="4"/>
                      <a:pt x="3" y="2"/>
                      <a:pt x="0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1" name="ïš1íḓê" descr="90d8840f-6cb3-477c-be0e-7cdee3de87bf">
                <a:extLst>
                  <a:ext uri="{FF2B5EF4-FFF2-40B4-BE49-F238E27FC236}">
                    <a16:creationId xmlns:a16="http://schemas.microsoft.com/office/drawing/2014/main" id="{575E2BD8-C4F2-45E9-B392-912E7107D56C}"/>
                  </a:ext>
                </a:extLst>
              </p:cNvPr>
              <p:cNvSpPr/>
              <p:nvPr/>
            </p:nvSpPr>
            <p:spPr bwMode="auto">
              <a:xfrm>
                <a:off x="4337714" y="2040998"/>
                <a:ext cx="100845" cy="107494"/>
              </a:xfrm>
              <a:custGeom>
                <a:avLst/>
                <a:gdLst>
                  <a:gd name="T0" fmla="*/ 111 w 119"/>
                  <a:gd name="T1" fmla="*/ 6 h 127"/>
                  <a:gd name="T2" fmla="*/ 59 w 119"/>
                  <a:gd name="T3" fmla="*/ 52 h 127"/>
                  <a:gd name="T4" fmla="*/ 10 w 119"/>
                  <a:gd name="T5" fmla="*/ 110 h 127"/>
                  <a:gd name="T6" fmla="*/ 3 w 119"/>
                  <a:gd name="T7" fmla="*/ 120 h 127"/>
                  <a:gd name="T8" fmla="*/ 5 w 119"/>
                  <a:gd name="T9" fmla="*/ 127 h 127"/>
                  <a:gd name="T10" fmla="*/ 18 w 119"/>
                  <a:gd name="T11" fmla="*/ 120 h 127"/>
                  <a:gd name="T12" fmla="*/ 22 w 119"/>
                  <a:gd name="T13" fmla="*/ 112 h 127"/>
                  <a:gd name="T14" fmla="*/ 96 w 119"/>
                  <a:gd name="T15" fmla="*/ 20 h 127"/>
                  <a:gd name="T16" fmla="*/ 111 w 119"/>
                  <a:gd name="T17" fmla="*/ 6 h 127"/>
                  <a:gd name="T18" fmla="*/ 119 w 119"/>
                  <a:gd name="T19" fmla="*/ 0 h 127"/>
                  <a:gd name="T20" fmla="*/ 111 w 119"/>
                  <a:gd name="T21" fmla="*/ 6 h 127"/>
                  <a:gd name="T22" fmla="*/ 119 w 119"/>
                  <a:gd name="T23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9" h="127">
                    <a:moveTo>
                      <a:pt x="111" y="6"/>
                    </a:moveTo>
                    <a:cubicBezTo>
                      <a:pt x="92" y="20"/>
                      <a:pt x="75" y="35"/>
                      <a:pt x="59" y="52"/>
                    </a:cubicBezTo>
                    <a:cubicBezTo>
                      <a:pt x="41" y="71"/>
                      <a:pt x="26" y="90"/>
                      <a:pt x="10" y="110"/>
                    </a:cubicBezTo>
                    <a:cubicBezTo>
                      <a:pt x="7" y="113"/>
                      <a:pt x="5" y="116"/>
                      <a:pt x="3" y="120"/>
                    </a:cubicBezTo>
                    <a:cubicBezTo>
                      <a:pt x="0" y="125"/>
                      <a:pt x="2" y="127"/>
                      <a:pt x="5" y="127"/>
                    </a:cubicBezTo>
                    <a:cubicBezTo>
                      <a:pt x="9" y="127"/>
                      <a:pt x="14" y="125"/>
                      <a:pt x="18" y="120"/>
                    </a:cubicBezTo>
                    <a:cubicBezTo>
                      <a:pt x="19" y="117"/>
                      <a:pt x="21" y="114"/>
                      <a:pt x="22" y="112"/>
                    </a:cubicBezTo>
                    <a:cubicBezTo>
                      <a:pt x="41" y="81"/>
                      <a:pt x="68" y="50"/>
                      <a:pt x="96" y="20"/>
                    </a:cubicBezTo>
                    <a:cubicBezTo>
                      <a:pt x="101" y="15"/>
                      <a:pt x="106" y="10"/>
                      <a:pt x="111" y="6"/>
                    </a:cubicBezTo>
                    <a:moveTo>
                      <a:pt x="119" y="0"/>
                    </a:moveTo>
                    <a:cubicBezTo>
                      <a:pt x="116" y="2"/>
                      <a:pt x="114" y="4"/>
                      <a:pt x="111" y="6"/>
                    </a:cubicBezTo>
                    <a:cubicBezTo>
                      <a:pt x="114" y="4"/>
                      <a:pt x="116" y="2"/>
                      <a:pt x="119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2" name="iṥḻïḍè" descr="33c7dd9f-1f9d-4baf-9189-d9bb49e91d1e">
                <a:extLst>
                  <a:ext uri="{FF2B5EF4-FFF2-40B4-BE49-F238E27FC236}">
                    <a16:creationId xmlns:a16="http://schemas.microsoft.com/office/drawing/2014/main" id="{04C31A4D-5763-4248-8D93-2037D6F05F97}"/>
                  </a:ext>
                </a:extLst>
              </p:cNvPr>
              <p:cNvSpPr/>
              <p:nvPr/>
            </p:nvSpPr>
            <p:spPr bwMode="auto">
              <a:xfrm>
                <a:off x="4503941" y="2100840"/>
                <a:ext cx="12190" cy="87547"/>
              </a:xfrm>
              <a:custGeom>
                <a:avLst/>
                <a:gdLst>
                  <a:gd name="T0" fmla="*/ 13 w 15"/>
                  <a:gd name="T1" fmla="*/ 5 h 104"/>
                  <a:gd name="T2" fmla="*/ 2 w 15"/>
                  <a:gd name="T3" fmla="*/ 45 h 104"/>
                  <a:gd name="T4" fmla="*/ 1 w 15"/>
                  <a:gd name="T5" fmla="*/ 92 h 104"/>
                  <a:gd name="T6" fmla="*/ 1 w 15"/>
                  <a:gd name="T7" fmla="*/ 100 h 104"/>
                  <a:gd name="T8" fmla="*/ 6 w 15"/>
                  <a:gd name="T9" fmla="*/ 104 h 104"/>
                  <a:gd name="T10" fmla="*/ 12 w 15"/>
                  <a:gd name="T11" fmla="*/ 96 h 104"/>
                  <a:gd name="T12" fmla="*/ 11 w 15"/>
                  <a:gd name="T13" fmla="*/ 90 h 104"/>
                  <a:gd name="T14" fmla="*/ 10 w 15"/>
                  <a:gd name="T15" fmla="*/ 17 h 104"/>
                  <a:gd name="T16" fmla="*/ 13 w 15"/>
                  <a:gd name="T17" fmla="*/ 5 h 104"/>
                  <a:gd name="T18" fmla="*/ 15 w 15"/>
                  <a:gd name="T19" fmla="*/ 0 h 104"/>
                  <a:gd name="T20" fmla="*/ 13 w 15"/>
                  <a:gd name="T21" fmla="*/ 5 h 104"/>
                  <a:gd name="T22" fmla="*/ 15 w 15"/>
                  <a:gd name="T2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4">
                    <a:moveTo>
                      <a:pt x="13" y="5"/>
                    </a:moveTo>
                    <a:cubicBezTo>
                      <a:pt x="7" y="18"/>
                      <a:pt x="3" y="31"/>
                      <a:pt x="2" y="45"/>
                    </a:cubicBezTo>
                    <a:cubicBezTo>
                      <a:pt x="0" y="60"/>
                      <a:pt x="0" y="76"/>
                      <a:pt x="1" y="92"/>
                    </a:cubicBezTo>
                    <a:cubicBezTo>
                      <a:pt x="1" y="94"/>
                      <a:pt x="1" y="97"/>
                      <a:pt x="1" y="100"/>
                    </a:cubicBezTo>
                    <a:cubicBezTo>
                      <a:pt x="2" y="103"/>
                      <a:pt x="4" y="104"/>
                      <a:pt x="6" y="104"/>
                    </a:cubicBezTo>
                    <a:cubicBezTo>
                      <a:pt x="9" y="104"/>
                      <a:pt x="13" y="101"/>
                      <a:pt x="12" y="96"/>
                    </a:cubicBezTo>
                    <a:cubicBezTo>
                      <a:pt x="12" y="94"/>
                      <a:pt x="11" y="92"/>
                      <a:pt x="11" y="90"/>
                    </a:cubicBezTo>
                    <a:cubicBezTo>
                      <a:pt x="6" y="67"/>
                      <a:pt x="7" y="41"/>
                      <a:pt x="10" y="17"/>
                    </a:cubicBezTo>
                    <a:cubicBezTo>
                      <a:pt x="10" y="13"/>
                      <a:pt x="11" y="9"/>
                      <a:pt x="13" y="5"/>
                    </a:cubicBezTo>
                    <a:moveTo>
                      <a:pt x="15" y="0"/>
                    </a:moveTo>
                    <a:cubicBezTo>
                      <a:pt x="14" y="1"/>
                      <a:pt x="13" y="3"/>
                      <a:pt x="13" y="5"/>
                    </a:cubicBezTo>
                    <a:cubicBezTo>
                      <a:pt x="13" y="3"/>
                      <a:pt x="14" y="1"/>
                      <a:pt x="15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3" name="iśḷiḓe" descr="27be0516-6c9a-45b6-8cb3-b2c7049fa869">
                <a:extLst>
                  <a:ext uri="{FF2B5EF4-FFF2-40B4-BE49-F238E27FC236}">
                    <a16:creationId xmlns:a16="http://schemas.microsoft.com/office/drawing/2014/main" id="{DAD20BF5-9C18-4511-889F-C868AD652154}"/>
                  </a:ext>
                </a:extLst>
              </p:cNvPr>
              <p:cNvSpPr/>
              <p:nvPr/>
            </p:nvSpPr>
            <p:spPr bwMode="auto">
              <a:xfrm>
                <a:off x="4669061" y="1796090"/>
                <a:ext cx="79789" cy="44327"/>
              </a:xfrm>
              <a:custGeom>
                <a:avLst/>
                <a:gdLst>
                  <a:gd name="T0" fmla="*/ 4 w 94"/>
                  <a:gd name="T1" fmla="*/ 47 h 52"/>
                  <a:gd name="T2" fmla="*/ 0 w 94"/>
                  <a:gd name="T3" fmla="*/ 52 h 52"/>
                  <a:gd name="T4" fmla="*/ 4 w 94"/>
                  <a:gd name="T5" fmla="*/ 47 h 52"/>
                  <a:gd name="T6" fmla="*/ 88 w 94"/>
                  <a:gd name="T7" fmla="*/ 0 h 52"/>
                  <a:gd name="T8" fmla="*/ 87 w 94"/>
                  <a:gd name="T9" fmla="*/ 0 h 52"/>
                  <a:gd name="T10" fmla="*/ 79 w 94"/>
                  <a:gd name="T11" fmla="*/ 3 h 52"/>
                  <a:gd name="T12" fmla="*/ 36 w 94"/>
                  <a:gd name="T13" fmla="*/ 22 h 52"/>
                  <a:gd name="T14" fmla="*/ 4 w 94"/>
                  <a:gd name="T15" fmla="*/ 47 h 52"/>
                  <a:gd name="T16" fmla="*/ 14 w 94"/>
                  <a:gd name="T17" fmla="*/ 40 h 52"/>
                  <a:gd name="T18" fmla="*/ 81 w 94"/>
                  <a:gd name="T19" fmla="*/ 13 h 52"/>
                  <a:gd name="T20" fmla="*/ 87 w 94"/>
                  <a:gd name="T21" fmla="*/ 12 h 52"/>
                  <a:gd name="T22" fmla="*/ 88 w 94"/>
                  <a:gd name="T2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4" h="52">
                    <a:moveTo>
                      <a:pt x="4" y="47"/>
                    </a:moveTo>
                    <a:cubicBezTo>
                      <a:pt x="2" y="49"/>
                      <a:pt x="1" y="50"/>
                      <a:pt x="0" y="52"/>
                    </a:cubicBezTo>
                    <a:cubicBezTo>
                      <a:pt x="1" y="50"/>
                      <a:pt x="2" y="49"/>
                      <a:pt x="4" y="47"/>
                    </a:cubicBezTo>
                    <a:moveTo>
                      <a:pt x="88" y="0"/>
                    </a:moveTo>
                    <a:cubicBezTo>
                      <a:pt x="87" y="0"/>
                      <a:pt x="87" y="0"/>
                      <a:pt x="87" y="0"/>
                    </a:cubicBezTo>
                    <a:cubicBezTo>
                      <a:pt x="84" y="1"/>
                      <a:pt x="81" y="2"/>
                      <a:pt x="79" y="3"/>
                    </a:cubicBezTo>
                    <a:cubicBezTo>
                      <a:pt x="64" y="8"/>
                      <a:pt x="50" y="14"/>
                      <a:pt x="36" y="22"/>
                    </a:cubicBezTo>
                    <a:cubicBezTo>
                      <a:pt x="24" y="29"/>
                      <a:pt x="13" y="37"/>
                      <a:pt x="4" y="47"/>
                    </a:cubicBezTo>
                    <a:cubicBezTo>
                      <a:pt x="6" y="45"/>
                      <a:pt x="10" y="42"/>
                      <a:pt x="14" y="40"/>
                    </a:cubicBezTo>
                    <a:cubicBezTo>
                      <a:pt x="35" y="28"/>
                      <a:pt x="58" y="17"/>
                      <a:pt x="81" y="13"/>
                    </a:cubicBezTo>
                    <a:cubicBezTo>
                      <a:pt x="83" y="13"/>
                      <a:pt x="85" y="12"/>
                      <a:pt x="87" y="12"/>
                    </a:cubicBezTo>
                    <a:cubicBezTo>
                      <a:pt x="94" y="10"/>
                      <a:pt x="94" y="0"/>
                      <a:pt x="88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4" name="iṩḷidé" descr="4aefaa4a-9b8b-476d-afb7-a7d797b9b211">
                <a:extLst>
                  <a:ext uri="{FF2B5EF4-FFF2-40B4-BE49-F238E27FC236}">
                    <a16:creationId xmlns:a16="http://schemas.microsoft.com/office/drawing/2014/main" id="{AEED70F8-D885-4498-B09E-744A426486EE}"/>
                  </a:ext>
                </a:extLst>
              </p:cNvPr>
              <p:cNvSpPr/>
              <p:nvPr/>
            </p:nvSpPr>
            <p:spPr bwMode="auto">
              <a:xfrm>
                <a:off x="4630274" y="1669758"/>
                <a:ext cx="59842" cy="68707"/>
              </a:xfrm>
              <a:custGeom>
                <a:avLst/>
                <a:gdLst>
                  <a:gd name="T0" fmla="*/ 2 w 71"/>
                  <a:gd name="T1" fmla="*/ 75 h 81"/>
                  <a:gd name="T2" fmla="*/ 0 w 71"/>
                  <a:gd name="T3" fmla="*/ 81 h 81"/>
                  <a:gd name="T4" fmla="*/ 2 w 71"/>
                  <a:gd name="T5" fmla="*/ 75 h 81"/>
                  <a:gd name="T6" fmla="*/ 64 w 71"/>
                  <a:gd name="T7" fmla="*/ 0 h 81"/>
                  <a:gd name="T8" fmla="*/ 61 w 71"/>
                  <a:gd name="T9" fmla="*/ 1 h 81"/>
                  <a:gd name="T10" fmla="*/ 55 w 71"/>
                  <a:gd name="T11" fmla="*/ 6 h 81"/>
                  <a:gd name="T12" fmla="*/ 22 w 71"/>
                  <a:gd name="T13" fmla="*/ 40 h 81"/>
                  <a:gd name="T14" fmla="*/ 2 w 71"/>
                  <a:gd name="T15" fmla="*/ 75 h 81"/>
                  <a:gd name="T16" fmla="*/ 8 w 71"/>
                  <a:gd name="T17" fmla="*/ 65 h 81"/>
                  <a:gd name="T18" fmla="*/ 61 w 71"/>
                  <a:gd name="T19" fmla="*/ 14 h 81"/>
                  <a:gd name="T20" fmla="*/ 66 w 71"/>
                  <a:gd name="T21" fmla="*/ 11 h 81"/>
                  <a:gd name="T22" fmla="*/ 64 w 71"/>
                  <a:gd name="T23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" h="81">
                    <a:moveTo>
                      <a:pt x="2" y="75"/>
                    </a:moveTo>
                    <a:cubicBezTo>
                      <a:pt x="1" y="77"/>
                      <a:pt x="0" y="79"/>
                      <a:pt x="0" y="81"/>
                    </a:cubicBezTo>
                    <a:cubicBezTo>
                      <a:pt x="0" y="79"/>
                      <a:pt x="1" y="77"/>
                      <a:pt x="2" y="75"/>
                    </a:cubicBezTo>
                    <a:moveTo>
                      <a:pt x="64" y="0"/>
                    </a:moveTo>
                    <a:cubicBezTo>
                      <a:pt x="63" y="0"/>
                      <a:pt x="62" y="0"/>
                      <a:pt x="61" y="1"/>
                    </a:cubicBezTo>
                    <a:cubicBezTo>
                      <a:pt x="59" y="2"/>
                      <a:pt x="57" y="4"/>
                      <a:pt x="55" y="6"/>
                    </a:cubicBezTo>
                    <a:cubicBezTo>
                      <a:pt x="43" y="16"/>
                      <a:pt x="32" y="28"/>
                      <a:pt x="22" y="40"/>
                    </a:cubicBezTo>
                    <a:cubicBezTo>
                      <a:pt x="14" y="50"/>
                      <a:pt x="7" y="62"/>
                      <a:pt x="2" y="75"/>
                    </a:cubicBezTo>
                    <a:cubicBezTo>
                      <a:pt x="3" y="71"/>
                      <a:pt x="6" y="68"/>
                      <a:pt x="8" y="65"/>
                    </a:cubicBezTo>
                    <a:cubicBezTo>
                      <a:pt x="24" y="46"/>
                      <a:pt x="41" y="27"/>
                      <a:pt x="61" y="14"/>
                    </a:cubicBezTo>
                    <a:cubicBezTo>
                      <a:pt x="62" y="13"/>
                      <a:pt x="64" y="12"/>
                      <a:pt x="66" y="11"/>
                    </a:cubicBezTo>
                    <a:cubicBezTo>
                      <a:pt x="71" y="8"/>
                      <a:pt x="69" y="0"/>
                      <a:pt x="64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5" name="îslïďè" descr="a2384cf1-7b15-4ecd-9013-93629dee8bf9">
                <a:extLst>
                  <a:ext uri="{FF2B5EF4-FFF2-40B4-BE49-F238E27FC236}">
                    <a16:creationId xmlns:a16="http://schemas.microsoft.com/office/drawing/2014/main" id="{457E69C6-DFD1-4BA0-9CAA-64AA00CB9BD9}"/>
                  </a:ext>
                </a:extLst>
              </p:cNvPr>
              <p:cNvSpPr/>
              <p:nvPr/>
            </p:nvSpPr>
            <p:spPr bwMode="auto">
              <a:xfrm>
                <a:off x="4659087" y="1950127"/>
                <a:ext cx="249341" cy="56518"/>
              </a:xfrm>
              <a:custGeom>
                <a:avLst/>
                <a:gdLst>
                  <a:gd name="T0" fmla="*/ 95 w 295"/>
                  <a:gd name="T1" fmla="*/ 12 h 68"/>
                  <a:gd name="T2" fmla="*/ 94 w 295"/>
                  <a:gd name="T3" fmla="*/ 14 h 68"/>
                  <a:gd name="T4" fmla="*/ 97 w 295"/>
                  <a:gd name="T5" fmla="*/ 15 h 68"/>
                  <a:gd name="T6" fmla="*/ 95 w 295"/>
                  <a:gd name="T7" fmla="*/ 12 h 68"/>
                  <a:gd name="T8" fmla="*/ 16 w 295"/>
                  <a:gd name="T9" fmla="*/ 6 h 68"/>
                  <a:gd name="T10" fmla="*/ 0 w 295"/>
                  <a:gd name="T11" fmla="*/ 10 h 68"/>
                  <a:gd name="T12" fmla="*/ 16 w 295"/>
                  <a:gd name="T13" fmla="*/ 6 h 68"/>
                  <a:gd name="T14" fmla="*/ 112 w 295"/>
                  <a:gd name="T15" fmla="*/ 1 h 68"/>
                  <a:gd name="T16" fmla="*/ 117 w 295"/>
                  <a:gd name="T17" fmla="*/ 4 h 68"/>
                  <a:gd name="T18" fmla="*/ 120 w 295"/>
                  <a:gd name="T19" fmla="*/ 8 h 68"/>
                  <a:gd name="T20" fmla="*/ 109 w 295"/>
                  <a:gd name="T21" fmla="*/ 8 h 68"/>
                  <a:gd name="T22" fmla="*/ 108 w 295"/>
                  <a:gd name="T23" fmla="*/ 8 h 68"/>
                  <a:gd name="T24" fmla="*/ 107 w 295"/>
                  <a:gd name="T25" fmla="*/ 10 h 68"/>
                  <a:gd name="T26" fmla="*/ 106 w 295"/>
                  <a:gd name="T27" fmla="*/ 16 h 68"/>
                  <a:gd name="T28" fmla="*/ 246 w 295"/>
                  <a:gd name="T29" fmla="*/ 59 h 68"/>
                  <a:gd name="T30" fmla="*/ 261 w 295"/>
                  <a:gd name="T31" fmla="*/ 66 h 68"/>
                  <a:gd name="T32" fmla="*/ 269 w 295"/>
                  <a:gd name="T33" fmla="*/ 68 h 68"/>
                  <a:gd name="T34" fmla="*/ 278 w 295"/>
                  <a:gd name="T35" fmla="*/ 38 h 68"/>
                  <a:gd name="T36" fmla="*/ 257 w 295"/>
                  <a:gd name="T37" fmla="*/ 30 h 68"/>
                  <a:gd name="T38" fmla="*/ 130 w 295"/>
                  <a:gd name="T39" fmla="*/ 2 h 68"/>
                  <a:gd name="T40" fmla="*/ 112 w 295"/>
                  <a:gd name="T41" fmla="*/ 1 h 68"/>
                  <a:gd name="T42" fmla="*/ 76 w 295"/>
                  <a:gd name="T43" fmla="*/ 0 h 68"/>
                  <a:gd name="T44" fmla="*/ 16 w 295"/>
                  <a:gd name="T45" fmla="*/ 6 h 68"/>
                  <a:gd name="T46" fmla="*/ 25 w 295"/>
                  <a:gd name="T47" fmla="*/ 6 h 68"/>
                  <a:gd name="T48" fmla="*/ 50 w 295"/>
                  <a:gd name="T49" fmla="*/ 8 h 68"/>
                  <a:gd name="T50" fmla="*/ 83 w 295"/>
                  <a:gd name="T51" fmla="*/ 12 h 68"/>
                  <a:gd name="T52" fmla="*/ 83 w 295"/>
                  <a:gd name="T53" fmla="*/ 6 h 68"/>
                  <a:gd name="T54" fmla="*/ 82 w 295"/>
                  <a:gd name="T55" fmla="*/ 6 h 68"/>
                  <a:gd name="T56" fmla="*/ 75 w 295"/>
                  <a:gd name="T57" fmla="*/ 5 h 68"/>
                  <a:gd name="T58" fmla="*/ 76 w 295"/>
                  <a:gd name="T5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95" h="68">
                    <a:moveTo>
                      <a:pt x="95" y="12"/>
                    </a:moveTo>
                    <a:cubicBezTo>
                      <a:pt x="95" y="12"/>
                      <a:pt x="94" y="13"/>
                      <a:pt x="94" y="14"/>
                    </a:cubicBezTo>
                    <a:cubicBezTo>
                      <a:pt x="95" y="14"/>
                      <a:pt x="96" y="14"/>
                      <a:pt x="97" y="15"/>
                    </a:cubicBezTo>
                    <a:cubicBezTo>
                      <a:pt x="95" y="12"/>
                      <a:pt x="95" y="12"/>
                      <a:pt x="95" y="12"/>
                    </a:cubicBezTo>
                    <a:moveTo>
                      <a:pt x="16" y="6"/>
                    </a:moveTo>
                    <a:cubicBezTo>
                      <a:pt x="11" y="7"/>
                      <a:pt x="5" y="8"/>
                      <a:pt x="0" y="10"/>
                    </a:cubicBezTo>
                    <a:cubicBezTo>
                      <a:pt x="5" y="9"/>
                      <a:pt x="11" y="8"/>
                      <a:pt x="16" y="6"/>
                    </a:cubicBezTo>
                    <a:moveTo>
                      <a:pt x="112" y="1"/>
                    </a:moveTo>
                    <a:cubicBezTo>
                      <a:pt x="113" y="2"/>
                      <a:pt x="115" y="3"/>
                      <a:pt x="117" y="4"/>
                    </a:cubicBezTo>
                    <a:cubicBezTo>
                      <a:pt x="118" y="4"/>
                      <a:pt x="120" y="6"/>
                      <a:pt x="120" y="8"/>
                    </a:cubicBezTo>
                    <a:cubicBezTo>
                      <a:pt x="116" y="8"/>
                      <a:pt x="113" y="8"/>
                      <a:pt x="109" y="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107" y="8"/>
                      <a:pt x="107" y="9"/>
                      <a:pt x="107" y="10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55" y="24"/>
                      <a:pt x="203" y="36"/>
                      <a:pt x="246" y="59"/>
                    </a:cubicBezTo>
                    <a:cubicBezTo>
                      <a:pt x="251" y="61"/>
                      <a:pt x="256" y="64"/>
                      <a:pt x="261" y="66"/>
                    </a:cubicBezTo>
                    <a:cubicBezTo>
                      <a:pt x="264" y="68"/>
                      <a:pt x="267" y="68"/>
                      <a:pt x="269" y="68"/>
                    </a:cubicBezTo>
                    <a:cubicBezTo>
                      <a:pt x="285" y="68"/>
                      <a:pt x="295" y="47"/>
                      <a:pt x="278" y="38"/>
                    </a:cubicBezTo>
                    <a:cubicBezTo>
                      <a:pt x="271" y="35"/>
                      <a:pt x="264" y="32"/>
                      <a:pt x="257" y="30"/>
                    </a:cubicBezTo>
                    <a:cubicBezTo>
                      <a:pt x="215" y="18"/>
                      <a:pt x="173" y="7"/>
                      <a:pt x="130" y="2"/>
                    </a:cubicBezTo>
                    <a:cubicBezTo>
                      <a:pt x="124" y="2"/>
                      <a:pt x="118" y="1"/>
                      <a:pt x="112" y="1"/>
                    </a:cubicBezTo>
                    <a:moveTo>
                      <a:pt x="76" y="0"/>
                    </a:moveTo>
                    <a:cubicBezTo>
                      <a:pt x="56" y="0"/>
                      <a:pt x="36" y="2"/>
                      <a:pt x="16" y="6"/>
                    </a:cubicBezTo>
                    <a:cubicBezTo>
                      <a:pt x="19" y="6"/>
                      <a:pt x="22" y="6"/>
                      <a:pt x="25" y="6"/>
                    </a:cubicBezTo>
                    <a:cubicBezTo>
                      <a:pt x="34" y="6"/>
                      <a:pt x="42" y="7"/>
                      <a:pt x="50" y="8"/>
                    </a:cubicBezTo>
                    <a:cubicBezTo>
                      <a:pt x="61" y="9"/>
                      <a:pt x="72" y="11"/>
                      <a:pt x="83" y="12"/>
                    </a:cubicBezTo>
                    <a:cubicBezTo>
                      <a:pt x="82" y="10"/>
                      <a:pt x="82" y="8"/>
                      <a:pt x="83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79" y="6"/>
                      <a:pt x="77" y="6"/>
                      <a:pt x="75" y="5"/>
                    </a:cubicBezTo>
                    <a:cubicBezTo>
                      <a:pt x="75" y="3"/>
                      <a:pt x="75" y="1"/>
                      <a:pt x="76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6" name="îṡ1ïďè" descr="cac92c24-7a18-4824-b267-102dd95dd9ed">
                <a:extLst>
                  <a:ext uri="{FF2B5EF4-FFF2-40B4-BE49-F238E27FC236}">
                    <a16:creationId xmlns:a16="http://schemas.microsoft.com/office/drawing/2014/main" id="{30668747-BAEA-43A3-BC36-9A48E350431E}"/>
                  </a:ext>
                </a:extLst>
              </p:cNvPr>
              <p:cNvSpPr/>
              <p:nvPr/>
            </p:nvSpPr>
            <p:spPr bwMode="auto">
              <a:xfrm>
                <a:off x="4615868" y="1986697"/>
                <a:ext cx="240475" cy="103061"/>
              </a:xfrm>
              <a:custGeom>
                <a:avLst/>
                <a:gdLst>
                  <a:gd name="T0" fmla="*/ 85 w 284"/>
                  <a:gd name="T1" fmla="*/ 12 h 122"/>
                  <a:gd name="T2" fmla="*/ 85 w 284"/>
                  <a:gd name="T3" fmla="*/ 12 h 122"/>
                  <a:gd name="T4" fmla="*/ 240 w 284"/>
                  <a:gd name="T5" fmla="*/ 107 h 122"/>
                  <a:gd name="T6" fmla="*/ 251 w 284"/>
                  <a:gd name="T7" fmla="*/ 117 h 122"/>
                  <a:gd name="T8" fmla="*/ 263 w 284"/>
                  <a:gd name="T9" fmla="*/ 122 h 122"/>
                  <a:gd name="T10" fmla="*/ 274 w 284"/>
                  <a:gd name="T11" fmla="*/ 101 h 122"/>
                  <a:gd name="T12" fmla="*/ 258 w 284"/>
                  <a:gd name="T13" fmla="*/ 89 h 122"/>
                  <a:gd name="T14" fmla="*/ 156 w 284"/>
                  <a:gd name="T15" fmla="*/ 32 h 122"/>
                  <a:gd name="T16" fmla="*/ 85 w 284"/>
                  <a:gd name="T17" fmla="*/ 12 h 122"/>
                  <a:gd name="T18" fmla="*/ 1 w 284"/>
                  <a:gd name="T19" fmla="*/ 0 h 122"/>
                  <a:gd name="T20" fmla="*/ 0 w 284"/>
                  <a:gd name="T21" fmla="*/ 0 h 122"/>
                  <a:gd name="T22" fmla="*/ 85 w 284"/>
                  <a:gd name="T23" fmla="*/ 12 h 122"/>
                  <a:gd name="T24" fmla="*/ 1 w 284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4" h="122">
                    <a:moveTo>
                      <a:pt x="85" y="12"/>
                    </a:moveTo>
                    <a:cubicBezTo>
                      <a:pt x="85" y="12"/>
                      <a:pt x="85" y="12"/>
                      <a:pt x="85" y="12"/>
                    </a:cubicBezTo>
                    <a:cubicBezTo>
                      <a:pt x="141" y="39"/>
                      <a:pt x="198" y="67"/>
                      <a:pt x="240" y="107"/>
                    </a:cubicBezTo>
                    <a:cubicBezTo>
                      <a:pt x="244" y="110"/>
                      <a:pt x="247" y="114"/>
                      <a:pt x="251" y="117"/>
                    </a:cubicBezTo>
                    <a:cubicBezTo>
                      <a:pt x="255" y="120"/>
                      <a:pt x="259" y="122"/>
                      <a:pt x="263" y="122"/>
                    </a:cubicBezTo>
                    <a:cubicBezTo>
                      <a:pt x="275" y="122"/>
                      <a:pt x="284" y="111"/>
                      <a:pt x="274" y="101"/>
                    </a:cubicBezTo>
                    <a:cubicBezTo>
                      <a:pt x="269" y="96"/>
                      <a:pt x="263" y="92"/>
                      <a:pt x="258" y="89"/>
                    </a:cubicBezTo>
                    <a:cubicBezTo>
                      <a:pt x="225" y="67"/>
                      <a:pt x="191" y="48"/>
                      <a:pt x="156" y="32"/>
                    </a:cubicBezTo>
                    <a:cubicBezTo>
                      <a:pt x="139" y="24"/>
                      <a:pt x="112" y="17"/>
                      <a:pt x="85" y="12"/>
                    </a:cubicBezTo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1" y="2"/>
                      <a:pt x="54" y="6"/>
                      <a:pt x="85" y="12"/>
                    </a:cubicBezTo>
                    <a:cubicBezTo>
                      <a:pt x="71" y="6"/>
                      <a:pt x="18" y="0"/>
                      <a:pt x="1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7" name="îṥḷîḋé" descr="102a6c26-f95a-44aa-8933-084a138f2181">
                <a:extLst>
                  <a:ext uri="{FF2B5EF4-FFF2-40B4-BE49-F238E27FC236}">
                    <a16:creationId xmlns:a16="http://schemas.microsoft.com/office/drawing/2014/main" id="{348455EC-515C-40B1-BC82-6DD585AB4EBE}"/>
                  </a:ext>
                </a:extLst>
              </p:cNvPr>
              <p:cNvSpPr/>
              <p:nvPr/>
            </p:nvSpPr>
            <p:spPr bwMode="auto">
              <a:xfrm>
                <a:off x="4593704" y="2016618"/>
                <a:ext cx="115251" cy="228285"/>
              </a:xfrm>
              <a:custGeom>
                <a:avLst/>
                <a:gdLst>
                  <a:gd name="T0" fmla="*/ 55 w 137"/>
                  <a:gd name="T1" fmla="*/ 66 h 271"/>
                  <a:gd name="T2" fmla="*/ 55 w 137"/>
                  <a:gd name="T3" fmla="*/ 66 h 271"/>
                  <a:gd name="T4" fmla="*/ 107 w 137"/>
                  <a:gd name="T5" fmla="*/ 240 h 271"/>
                  <a:gd name="T6" fmla="*/ 109 w 137"/>
                  <a:gd name="T7" fmla="*/ 255 h 271"/>
                  <a:gd name="T8" fmla="*/ 126 w 137"/>
                  <a:gd name="T9" fmla="*/ 271 h 271"/>
                  <a:gd name="T10" fmla="*/ 136 w 137"/>
                  <a:gd name="T11" fmla="*/ 258 h 271"/>
                  <a:gd name="T12" fmla="*/ 132 w 137"/>
                  <a:gd name="T13" fmla="*/ 238 h 271"/>
                  <a:gd name="T14" fmla="*/ 94 w 137"/>
                  <a:gd name="T15" fmla="*/ 128 h 271"/>
                  <a:gd name="T16" fmla="*/ 55 w 137"/>
                  <a:gd name="T17" fmla="*/ 66 h 271"/>
                  <a:gd name="T18" fmla="*/ 0 w 137"/>
                  <a:gd name="T19" fmla="*/ 0 h 271"/>
                  <a:gd name="T20" fmla="*/ 55 w 137"/>
                  <a:gd name="T21" fmla="*/ 66 h 271"/>
                  <a:gd name="T22" fmla="*/ 0 w 137"/>
                  <a:gd name="T2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7" h="271">
                    <a:moveTo>
                      <a:pt x="55" y="66"/>
                    </a:moveTo>
                    <a:cubicBezTo>
                      <a:pt x="55" y="66"/>
                      <a:pt x="55" y="66"/>
                      <a:pt x="55" y="66"/>
                    </a:cubicBezTo>
                    <a:cubicBezTo>
                      <a:pt x="79" y="123"/>
                      <a:pt x="102" y="182"/>
                      <a:pt x="107" y="240"/>
                    </a:cubicBezTo>
                    <a:cubicBezTo>
                      <a:pt x="108" y="245"/>
                      <a:pt x="108" y="250"/>
                      <a:pt x="109" y="255"/>
                    </a:cubicBezTo>
                    <a:cubicBezTo>
                      <a:pt x="110" y="265"/>
                      <a:pt x="118" y="271"/>
                      <a:pt x="126" y="271"/>
                    </a:cubicBezTo>
                    <a:cubicBezTo>
                      <a:pt x="132" y="271"/>
                      <a:pt x="137" y="267"/>
                      <a:pt x="136" y="258"/>
                    </a:cubicBezTo>
                    <a:cubicBezTo>
                      <a:pt x="135" y="251"/>
                      <a:pt x="134" y="245"/>
                      <a:pt x="132" y="238"/>
                    </a:cubicBezTo>
                    <a:cubicBezTo>
                      <a:pt x="122" y="200"/>
                      <a:pt x="109" y="164"/>
                      <a:pt x="94" y="128"/>
                    </a:cubicBezTo>
                    <a:cubicBezTo>
                      <a:pt x="87" y="111"/>
                      <a:pt x="72" y="88"/>
                      <a:pt x="55" y="66"/>
                    </a:cubicBezTo>
                    <a:moveTo>
                      <a:pt x="0" y="0"/>
                    </a:moveTo>
                    <a:cubicBezTo>
                      <a:pt x="14" y="15"/>
                      <a:pt x="35" y="40"/>
                      <a:pt x="55" y="66"/>
                    </a:cubicBezTo>
                    <a:cubicBezTo>
                      <a:pt x="48" y="51"/>
                      <a:pt x="11" y="9"/>
                      <a:pt x="0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8" name="í$ḻíḑê" descr="f77861a2-7350-4e6c-bd07-3e94036b25de">
                <a:extLst>
                  <a:ext uri="{FF2B5EF4-FFF2-40B4-BE49-F238E27FC236}">
                    <a16:creationId xmlns:a16="http://schemas.microsoft.com/office/drawing/2014/main" id="{7FFC1FC9-25AC-4D8B-9AE3-197B03751090}"/>
                  </a:ext>
                </a:extLst>
              </p:cNvPr>
              <p:cNvSpPr/>
              <p:nvPr/>
            </p:nvSpPr>
            <p:spPr bwMode="auto">
              <a:xfrm>
                <a:off x="4690116" y="1676407"/>
                <a:ext cx="52085" cy="53193"/>
              </a:xfrm>
              <a:custGeom>
                <a:avLst/>
                <a:gdLst>
                  <a:gd name="T0" fmla="*/ 29 w 62"/>
                  <a:gd name="T1" fmla="*/ 0 h 63"/>
                  <a:gd name="T2" fmla="*/ 21 w 62"/>
                  <a:gd name="T3" fmla="*/ 15 h 63"/>
                  <a:gd name="T4" fmla="*/ 7 w 62"/>
                  <a:gd name="T5" fmla="*/ 10 h 63"/>
                  <a:gd name="T6" fmla="*/ 9 w 62"/>
                  <a:gd name="T7" fmla="*/ 26 h 63"/>
                  <a:gd name="T8" fmla="*/ 3 w 62"/>
                  <a:gd name="T9" fmla="*/ 31 h 63"/>
                  <a:gd name="T10" fmla="*/ 1 w 62"/>
                  <a:gd name="T11" fmla="*/ 38 h 63"/>
                  <a:gd name="T12" fmla="*/ 9 w 62"/>
                  <a:gd name="T13" fmla="*/ 39 h 63"/>
                  <a:gd name="T14" fmla="*/ 11 w 62"/>
                  <a:gd name="T15" fmla="*/ 39 h 63"/>
                  <a:gd name="T16" fmla="*/ 12 w 62"/>
                  <a:gd name="T17" fmla="*/ 58 h 63"/>
                  <a:gd name="T18" fmla="*/ 13 w 62"/>
                  <a:gd name="T19" fmla="*/ 60 h 63"/>
                  <a:gd name="T20" fmla="*/ 14 w 62"/>
                  <a:gd name="T21" fmla="*/ 60 h 63"/>
                  <a:gd name="T22" fmla="*/ 16 w 62"/>
                  <a:gd name="T23" fmla="*/ 59 h 63"/>
                  <a:gd name="T24" fmla="*/ 28 w 62"/>
                  <a:gd name="T25" fmla="*/ 47 h 63"/>
                  <a:gd name="T26" fmla="*/ 33 w 62"/>
                  <a:gd name="T27" fmla="*/ 60 h 63"/>
                  <a:gd name="T28" fmla="*/ 35 w 62"/>
                  <a:gd name="T29" fmla="*/ 63 h 63"/>
                  <a:gd name="T30" fmla="*/ 37 w 62"/>
                  <a:gd name="T31" fmla="*/ 63 h 63"/>
                  <a:gd name="T32" fmla="*/ 40 w 62"/>
                  <a:gd name="T33" fmla="*/ 61 h 63"/>
                  <a:gd name="T34" fmla="*/ 41 w 62"/>
                  <a:gd name="T35" fmla="*/ 57 h 63"/>
                  <a:gd name="T36" fmla="*/ 43 w 62"/>
                  <a:gd name="T37" fmla="*/ 45 h 63"/>
                  <a:gd name="T38" fmla="*/ 44 w 62"/>
                  <a:gd name="T39" fmla="*/ 43 h 63"/>
                  <a:gd name="T40" fmla="*/ 46 w 62"/>
                  <a:gd name="T41" fmla="*/ 42 h 63"/>
                  <a:gd name="T42" fmla="*/ 46 w 62"/>
                  <a:gd name="T43" fmla="*/ 42 h 63"/>
                  <a:gd name="T44" fmla="*/ 61 w 62"/>
                  <a:gd name="T45" fmla="*/ 42 h 63"/>
                  <a:gd name="T46" fmla="*/ 56 w 62"/>
                  <a:gd name="T47" fmla="*/ 36 h 63"/>
                  <a:gd name="T48" fmla="*/ 50 w 62"/>
                  <a:gd name="T49" fmla="*/ 32 h 63"/>
                  <a:gd name="T50" fmla="*/ 51 w 62"/>
                  <a:gd name="T51" fmla="*/ 16 h 63"/>
                  <a:gd name="T52" fmla="*/ 47 w 62"/>
                  <a:gd name="T53" fmla="*/ 13 h 63"/>
                  <a:gd name="T54" fmla="*/ 38 w 62"/>
                  <a:gd name="T55" fmla="*/ 17 h 63"/>
                  <a:gd name="T56" fmla="*/ 36 w 62"/>
                  <a:gd name="T57" fmla="*/ 18 h 63"/>
                  <a:gd name="T58" fmla="*/ 34 w 62"/>
                  <a:gd name="T59" fmla="*/ 16 h 63"/>
                  <a:gd name="T60" fmla="*/ 29 w 62"/>
                  <a:gd name="T6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62" h="63">
                    <a:moveTo>
                      <a:pt x="29" y="0"/>
                    </a:moveTo>
                    <a:cubicBezTo>
                      <a:pt x="26" y="4"/>
                      <a:pt x="23" y="9"/>
                      <a:pt x="21" y="15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5" y="16"/>
                      <a:pt x="6" y="22"/>
                      <a:pt x="9" y="26"/>
                    </a:cubicBezTo>
                    <a:cubicBezTo>
                      <a:pt x="7" y="27"/>
                      <a:pt x="5" y="29"/>
                      <a:pt x="3" y="31"/>
                    </a:cubicBezTo>
                    <a:cubicBezTo>
                      <a:pt x="1" y="33"/>
                      <a:pt x="0" y="36"/>
                      <a:pt x="1" y="38"/>
                    </a:cubicBezTo>
                    <a:cubicBezTo>
                      <a:pt x="4" y="39"/>
                      <a:pt x="6" y="39"/>
                      <a:pt x="9" y="39"/>
                    </a:cubicBezTo>
                    <a:cubicBezTo>
                      <a:pt x="10" y="39"/>
                      <a:pt x="10" y="39"/>
                      <a:pt x="11" y="39"/>
                    </a:cubicBezTo>
                    <a:cubicBezTo>
                      <a:pt x="10" y="45"/>
                      <a:pt x="11" y="52"/>
                      <a:pt x="12" y="58"/>
                    </a:cubicBezTo>
                    <a:cubicBezTo>
                      <a:pt x="12" y="58"/>
                      <a:pt x="12" y="59"/>
                      <a:pt x="13" y="60"/>
                    </a:cubicBezTo>
                    <a:cubicBezTo>
                      <a:pt x="13" y="60"/>
                      <a:pt x="14" y="60"/>
                      <a:pt x="14" y="60"/>
                    </a:cubicBezTo>
                    <a:cubicBezTo>
                      <a:pt x="15" y="60"/>
                      <a:pt x="16" y="60"/>
                      <a:pt x="16" y="59"/>
                    </a:cubicBezTo>
                    <a:cubicBezTo>
                      <a:pt x="21" y="56"/>
                      <a:pt x="25" y="52"/>
                      <a:pt x="28" y="47"/>
                    </a:cubicBezTo>
                    <a:cubicBezTo>
                      <a:pt x="33" y="60"/>
                      <a:pt x="33" y="60"/>
                      <a:pt x="33" y="60"/>
                    </a:cubicBezTo>
                    <a:cubicBezTo>
                      <a:pt x="34" y="61"/>
                      <a:pt x="34" y="62"/>
                      <a:pt x="35" y="63"/>
                    </a:cubicBezTo>
                    <a:cubicBezTo>
                      <a:pt x="36" y="63"/>
                      <a:pt x="36" y="63"/>
                      <a:pt x="37" y="63"/>
                    </a:cubicBezTo>
                    <a:cubicBezTo>
                      <a:pt x="38" y="63"/>
                      <a:pt x="39" y="62"/>
                      <a:pt x="40" y="61"/>
                    </a:cubicBezTo>
                    <a:cubicBezTo>
                      <a:pt x="41" y="60"/>
                      <a:pt x="41" y="58"/>
                      <a:pt x="41" y="57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4"/>
                      <a:pt x="44" y="43"/>
                      <a:pt x="44" y="43"/>
                    </a:cubicBezTo>
                    <a:cubicBezTo>
                      <a:pt x="44" y="43"/>
                      <a:pt x="45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51" y="42"/>
                      <a:pt x="56" y="42"/>
                      <a:pt x="61" y="42"/>
                    </a:cubicBezTo>
                    <a:cubicBezTo>
                      <a:pt x="62" y="40"/>
                      <a:pt x="59" y="37"/>
                      <a:pt x="56" y="36"/>
                    </a:cubicBezTo>
                    <a:cubicBezTo>
                      <a:pt x="54" y="35"/>
                      <a:pt x="51" y="34"/>
                      <a:pt x="50" y="32"/>
                    </a:cubicBezTo>
                    <a:cubicBezTo>
                      <a:pt x="47" y="27"/>
                      <a:pt x="54" y="20"/>
                      <a:pt x="51" y="16"/>
                    </a:cubicBezTo>
                    <a:cubicBezTo>
                      <a:pt x="50" y="14"/>
                      <a:pt x="49" y="13"/>
                      <a:pt x="47" y="13"/>
                    </a:cubicBezTo>
                    <a:cubicBezTo>
                      <a:pt x="44" y="13"/>
                      <a:pt x="41" y="16"/>
                      <a:pt x="38" y="17"/>
                    </a:cubicBezTo>
                    <a:cubicBezTo>
                      <a:pt x="37" y="18"/>
                      <a:pt x="37" y="18"/>
                      <a:pt x="36" y="18"/>
                    </a:cubicBezTo>
                    <a:cubicBezTo>
                      <a:pt x="35" y="18"/>
                      <a:pt x="35" y="17"/>
                      <a:pt x="34" y="16"/>
                    </a:cubicBezTo>
                    <a:cubicBezTo>
                      <a:pt x="32" y="11"/>
                      <a:pt x="33" y="4"/>
                      <a:pt x="29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9" name="íśḻîďé" descr="c2d5f286-cdce-47bf-9f0d-50707ff0c338">
                <a:extLst>
                  <a:ext uri="{FF2B5EF4-FFF2-40B4-BE49-F238E27FC236}">
                    <a16:creationId xmlns:a16="http://schemas.microsoft.com/office/drawing/2014/main" id="{5FDEEBA9-1D29-4522-AE48-F7D60E8CB2EC}"/>
                  </a:ext>
                </a:extLst>
              </p:cNvPr>
              <p:cNvSpPr/>
              <p:nvPr/>
            </p:nvSpPr>
            <p:spPr bwMode="auto">
              <a:xfrm>
                <a:off x="4725577" y="2161790"/>
                <a:ext cx="52085" cy="53193"/>
              </a:xfrm>
              <a:custGeom>
                <a:avLst/>
                <a:gdLst>
                  <a:gd name="T0" fmla="*/ 30 w 62"/>
                  <a:gd name="T1" fmla="*/ 0 h 63"/>
                  <a:gd name="T2" fmla="*/ 21 w 62"/>
                  <a:gd name="T3" fmla="*/ 15 h 63"/>
                  <a:gd name="T4" fmla="*/ 7 w 62"/>
                  <a:gd name="T5" fmla="*/ 10 h 63"/>
                  <a:gd name="T6" fmla="*/ 9 w 62"/>
                  <a:gd name="T7" fmla="*/ 26 h 63"/>
                  <a:gd name="T8" fmla="*/ 3 w 62"/>
                  <a:gd name="T9" fmla="*/ 31 h 63"/>
                  <a:gd name="T10" fmla="*/ 1 w 62"/>
                  <a:gd name="T11" fmla="*/ 38 h 63"/>
                  <a:gd name="T12" fmla="*/ 10 w 62"/>
                  <a:gd name="T13" fmla="*/ 39 h 63"/>
                  <a:gd name="T14" fmla="*/ 11 w 62"/>
                  <a:gd name="T15" fmla="*/ 39 h 63"/>
                  <a:gd name="T16" fmla="*/ 12 w 62"/>
                  <a:gd name="T17" fmla="*/ 57 h 63"/>
                  <a:gd name="T18" fmla="*/ 13 w 62"/>
                  <a:gd name="T19" fmla="*/ 60 h 63"/>
                  <a:gd name="T20" fmla="*/ 14 w 62"/>
                  <a:gd name="T21" fmla="*/ 60 h 63"/>
                  <a:gd name="T22" fmla="*/ 17 w 62"/>
                  <a:gd name="T23" fmla="*/ 59 h 63"/>
                  <a:gd name="T24" fmla="*/ 28 w 62"/>
                  <a:gd name="T25" fmla="*/ 47 h 63"/>
                  <a:gd name="T26" fmla="*/ 33 w 62"/>
                  <a:gd name="T27" fmla="*/ 60 h 63"/>
                  <a:gd name="T28" fmla="*/ 36 w 62"/>
                  <a:gd name="T29" fmla="*/ 63 h 63"/>
                  <a:gd name="T30" fmla="*/ 37 w 62"/>
                  <a:gd name="T31" fmla="*/ 63 h 63"/>
                  <a:gd name="T32" fmla="*/ 40 w 62"/>
                  <a:gd name="T33" fmla="*/ 61 h 63"/>
                  <a:gd name="T34" fmla="*/ 42 w 62"/>
                  <a:gd name="T35" fmla="*/ 57 h 63"/>
                  <a:gd name="T36" fmla="*/ 43 w 62"/>
                  <a:gd name="T37" fmla="*/ 45 h 63"/>
                  <a:gd name="T38" fmla="*/ 45 w 62"/>
                  <a:gd name="T39" fmla="*/ 42 h 63"/>
                  <a:gd name="T40" fmla="*/ 46 w 62"/>
                  <a:gd name="T41" fmla="*/ 42 h 63"/>
                  <a:gd name="T42" fmla="*/ 56 w 62"/>
                  <a:gd name="T43" fmla="*/ 42 h 63"/>
                  <a:gd name="T44" fmla="*/ 61 w 62"/>
                  <a:gd name="T45" fmla="*/ 42 h 63"/>
                  <a:gd name="T46" fmla="*/ 57 w 62"/>
                  <a:gd name="T47" fmla="*/ 36 h 63"/>
                  <a:gd name="T48" fmla="*/ 50 w 62"/>
                  <a:gd name="T49" fmla="*/ 32 h 63"/>
                  <a:gd name="T50" fmla="*/ 51 w 62"/>
                  <a:gd name="T51" fmla="*/ 16 h 63"/>
                  <a:gd name="T52" fmla="*/ 47 w 62"/>
                  <a:gd name="T53" fmla="*/ 13 h 63"/>
                  <a:gd name="T54" fmla="*/ 38 w 62"/>
                  <a:gd name="T55" fmla="*/ 17 h 63"/>
                  <a:gd name="T56" fmla="*/ 37 w 62"/>
                  <a:gd name="T57" fmla="*/ 18 h 63"/>
                  <a:gd name="T58" fmla="*/ 34 w 62"/>
                  <a:gd name="T59" fmla="*/ 16 h 63"/>
                  <a:gd name="T60" fmla="*/ 30 w 62"/>
                  <a:gd name="T6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62" h="63">
                    <a:moveTo>
                      <a:pt x="30" y="0"/>
                    </a:moveTo>
                    <a:cubicBezTo>
                      <a:pt x="26" y="4"/>
                      <a:pt x="23" y="9"/>
                      <a:pt x="21" y="15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5" y="16"/>
                      <a:pt x="6" y="22"/>
                      <a:pt x="9" y="26"/>
                    </a:cubicBezTo>
                    <a:cubicBezTo>
                      <a:pt x="7" y="27"/>
                      <a:pt x="5" y="29"/>
                      <a:pt x="3" y="31"/>
                    </a:cubicBezTo>
                    <a:cubicBezTo>
                      <a:pt x="1" y="33"/>
                      <a:pt x="0" y="36"/>
                      <a:pt x="1" y="38"/>
                    </a:cubicBezTo>
                    <a:cubicBezTo>
                      <a:pt x="4" y="39"/>
                      <a:pt x="7" y="39"/>
                      <a:pt x="10" y="39"/>
                    </a:cubicBezTo>
                    <a:cubicBezTo>
                      <a:pt x="10" y="39"/>
                      <a:pt x="11" y="39"/>
                      <a:pt x="11" y="39"/>
                    </a:cubicBezTo>
                    <a:cubicBezTo>
                      <a:pt x="10" y="45"/>
                      <a:pt x="11" y="51"/>
                      <a:pt x="12" y="57"/>
                    </a:cubicBezTo>
                    <a:cubicBezTo>
                      <a:pt x="12" y="58"/>
                      <a:pt x="13" y="59"/>
                      <a:pt x="13" y="60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5" y="60"/>
                      <a:pt x="16" y="60"/>
                      <a:pt x="17" y="59"/>
                    </a:cubicBezTo>
                    <a:cubicBezTo>
                      <a:pt x="21" y="56"/>
                      <a:pt x="25" y="52"/>
                      <a:pt x="28" y="47"/>
                    </a:cubicBezTo>
                    <a:cubicBezTo>
                      <a:pt x="33" y="60"/>
                      <a:pt x="33" y="60"/>
                      <a:pt x="33" y="60"/>
                    </a:cubicBezTo>
                    <a:cubicBezTo>
                      <a:pt x="34" y="61"/>
                      <a:pt x="35" y="62"/>
                      <a:pt x="36" y="63"/>
                    </a:cubicBezTo>
                    <a:cubicBezTo>
                      <a:pt x="36" y="63"/>
                      <a:pt x="36" y="63"/>
                      <a:pt x="37" y="63"/>
                    </a:cubicBezTo>
                    <a:cubicBezTo>
                      <a:pt x="38" y="63"/>
                      <a:pt x="39" y="62"/>
                      <a:pt x="40" y="61"/>
                    </a:cubicBezTo>
                    <a:cubicBezTo>
                      <a:pt x="41" y="60"/>
                      <a:pt x="41" y="58"/>
                      <a:pt x="42" y="57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4"/>
                      <a:pt x="44" y="43"/>
                      <a:pt x="45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9" y="42"/>
                      <a:pt x="53" y="42"/>
                      <a:pt x="56" y="42"/>
                    </a:cubicBezTo>
                    <a:cubicBezTo>
                      <a:pt x="58" y="42"/>
                      <a:pt x="59" y="42"/>
                      <a:pt x="61" y="42"/>
                    </a:cubicBezTo>
                    <a:cubicBezTo>
                      <a:pt x="62" y="40"/>
                      <a:pt x="59" y="37"/>
                      <a:pt x="57" y="36"/>
                    </a:cubicBezTo>
                    <a:cubicBezTo>
                      <a:pt x="54" y="35"/>
                      <a:pt x="51" y="34"/>
                      <a:pt x="50" y="32"/>
                    </a:cubicBezTo>
                    <a:cubicBezTo>
                      <a:pt x="47" y="27"/>
                      <a:pt x="54" y="20"/>
                      <a:pt x="51" y="16"/>
                    </a:cubicBezTo>
                    <a:cubicBezTo>
                      <a:pt x="50" y="14"/>
                      <a:pt x="49" y="13"/>
                      <a:pt x="47" y="13"/>
                    </a:cubicBezTo>
                    <a:cubicBezTo>
                      <a:pt x="45" y="13"/>
                      <a:pt x="41" y="16"/>
                      <a:pt x="38" y="17"/>
                    </a:cubicBezTo>
                    <a:cubicBezTo>
                      <a:pt x="38" y="18"/>
                      <a:pt x="37" y="18"/>
                      <a:pt x="37" y="18"/>
                    </a:cubicBezTo>
                    <a:cubicBezTo>
                      <a:pt x="35" y="18"/>
                      <a:pt x="35" y="17"/>
                      <a:pt x="34" y="16"/>
                    </a:cubicBezTo>
                    <a:cubicBezTo>
                      <a:pt x="32" y="11"/>
                      <a:pt x="33" y="4"/>
                      <a:pt x="30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0" name="íṣlidé" descr="86411753-9ea6-4d9b-b273-94089c578042">
                <a:extLst>
                  <a:ext uri="{FF2B5EF4-FFF2-40B4-BE49-F238E27FC236}">
                    <a16:creationId xmlns:a16="http://schemas.microsoft.com/office/drawing/2014/main" id="{2003427C-EAD9-4C5D-9D58-C6C6424BC79C}"/>
                  </a:ext>
                </a:extLst>
              </p:cNvPr>
              <p:cNvSpPr/>
              <p:nvPr/>
            </p:nvSpPr>
            <p:spPr bwMode="auto">
              <a:xfrm>
                <a:off x="4825314" y="1835985"/>
                <a:ext cx="52085" cy="53193"/>
              </a:xfrm>
              <a:custGeom>
                <a:avLst/>
                <a:gdLst>
                  <a:gd name="T0" fmla="*/ 29 w 61"/>
                  <a:gd name="T1" fmla="*/ 0 h 63"/>
                  <a:gd name="T2" fmla="*/ 20 w 61"/>
                  <a:gd name="T3" fmla="*/ 15 h 63"/>
                  <a:gd name="T4" fmla="*/ 6 w 61"/>
                  <a:gd name="T5" fmla="*/ 11 h 63"/>
                  <a:gd name="T6" fmla="*/ 9 w 61"/>
                  <a:gd name="T7" fmla="*/ 27 h 63"/>
                  <a:gd name="T8" fmla="*/ 2 w 61"/>
                  <a:gd name="T9" fmla="*/ 31 h 63"/>
                  <a:gd name="T10" fmla="*/ 0 w 61"/>
                  <a:gd name="T11" fmla="*/ 39 h 63"/>
                  <a:gd name="T12" fmla="*/ 9 w 61"/>
                  <a:gd name="T13" fmla="*/ 40 h 63"/>
                  <a:gd name="T14" fmla="*/ 10 w 61"/>
                  <a:gd name="T15" fmla="*/ 40 h 63"/>
                  <a:gd name="T16" fmla="*/ 11 w 61"/>
                  <a:gd name="T17" fmla="*/ 58 h 63"/>
                  <a:gd name="T18" fmla="*/ 13 w 61"/>
                  <a:gd name="T19" fmla="*/ 60 h 63"/>
                  <a:gd name="T20" fmla="*/ 14 w 61"/>
                  <a:gd name="T21" fmla="*/ 61 h 63"/>
                  <a:gd name="T22" fmla="*/ 16 w 61"/>
                  <a:gd name="T23" fmla="*/ 60 h 63"/>
                  <a:gd name="T24" fmla="*/ 27 w 61"/>
                  <a:gd name="T25" fmla="*/ 48 h 63"/>
                  <a:gd name="T26" fmla="*/ 33 w 61"/>
                  <a:gd name="T27" fmla="*/ 60 h 63"/>
                  <a:gd name="T28" fmla="*/ 35 w 61"/>
                  <a:gd name="T29" fmla="*/ 63 h 63"/>
                  <a:gd name="T30" fmla="*/ 36 w 61"/>
                  <a:gd name="T31" fmla="*/ 63 h 63"/>
                  <a:gd name="T32" fmla="*/ 39 w 61"/>
                  <a:gd name="T33" fmla="*/ 62 h 63"/>
                  <a:gd name="T34" fmla="*/ 41 w 61"/>
                  <a:gd name="T35" fmla="*/ 57 h 63"/>
                  <a:gd name="T36" fmla="*/ 43 w 61"/>
                  <a:gd name="T37" fmla="*/ 45 h 63"/>
                  <a:gd name="T38" fmla="*/ 43 w 61"/>
                  <a:gd name="T39" fmla="*/ 43 h 63"/>
                  <a:gd name="T40" fmla="*/ 45 w 61"/>
                  <a:gd name="T41" fmla="*/ 43 h 63"/>
                  <a:gd name="T42" fmla="*/ 46 w 61"/>
                  <a:gd name="T43" fmla="*/ 43 h 63"/>
                  <a:gd name="T44" fmla="*/ 60 w 61"/>
                  <a:gd name="T45" fmla="*/ 43 h 63"/>
                  <a:gd name="T46" fmla="*/ 56 w 61"/>
                  <a:gd name="T47" fmla="*/ 37 h 63"/>
                  <a:gd name="T48" fmla="*/ 49 w 61"/>
                  <a:gd name="T49" fmla="*/ 32 h 63"/>
                  <a:gd name="T50" fmla="*/ 50 w 61"/>
                  <a:gd name="T51" fmla="*/ 16 h 63"/>
                  <a:gd name="T52" fmla="*/ 47 w 61"/>
                  <a:gd name="T53" fmla="*/ 14 h 63"/>
                  <a:gd name="T54" fmla="*/ 38 w 61"/>
                  <a:gd name="T55" fmla="*/ 18 h 63"/>
                  <a:gd name="T56" fmla="*/ 36 w 61"/>
                  <a:gd name="T57" fmla="*/ 18 h 63"/>
                  <a:gd name="T58" fmla="*/ 36 w 61"/>
                  <a:gd name="T59" fmla="*/ 18 h 63"/>
                  <a:gd name="T60" fmla="*/ 34 w 61"/>
                  <a:gd name="T61" fmla="*/ 16 h 63"/>
                  <a:gd name="T62" fmla="*/ 29 w 61"/>
                  <a:gd name="T63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1" h="63">
                    <a:moveTo>
                      <a:pt x="29" y="0"/>
                    </a:moveTo>
                    <a:cubicBezTo>
                      <a:pt x="25" y="5"/>
                      <a:pt x="22" y="10"/>
                      <a:pt x="20" y="15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5" y="16"/>
                      <a:pt x="6" y="22"/>
                      <a:pt x="9" y="27"/>
                    </a:cubicBezTo>
                    <a:cubicBezTo>
                      <a:pt x="6" y="28"/>
                      <a:pt x="4" y="29"/>
                      <a:pt x="2" y="31"/>
                    </a:cubicBezTo>
                    <a:cubicBezTo>
                      <a:pt x="0" y="33"/>
                      <a:pt x="0" y="36"/>
                      <a:pt x="0" y="39"/>
                    </a:cubicBezTo>
                    <a:cubicBezTo>
                      <a:pt x="3" y="39"/>
                      <a:pt x="6" y="40"/>
                      <a:pt x="9" y="40"/>
                    </a:cubicBezTo>
                    <a:cubicBezTo>
                      <a:pt x="9" y="40"/>
                      <a:pt x="10" y="40"/>
                      <a:pt x="10" y="40"/>
                    </a:cubicBezTo>
                    <a:cubicBezTo>
                      <a:pt x="10" y="46"/>
                      <a:pt x="10" y="52"/>
                      <a:pt x="11" y="58"/>
                    </a:cubicBezTo>
                    <a:cubicBezTo>
                      <a:pt x="11" y="59"/>
                      <a:pt x="12" y="60"/>
                      <a:pt x="13" y="60"/>
                    </a:cubicBezTo>
                    <a:cubicBezTo>
                      <a:pt x="13" y="61"/>
                      <a:pt x="13" y="61"/>
                      <a:pt x="14" y="61"/>
                    </a:cubicBezTo>
                    <a:cubicBezTo>
                      <a:pt x="14" y="61"/>
                      <a:pt x="15" y="60"/>
                      <a:pt x="16" y="60"/>
                    </a:cubicBezTo>
                    <a:cubicBezTo>
                      <a:pt x="21" y="57"/>
                      <a:pt x="25" y="53"/>
                      <a:pt x="27" y="48"/>
                    </a:cubicBezTo>
                    <a:cubicBezTo>
                      <a:pt x="33" y="60"/>
                      <a:pt x="33" y="60"/>
                      <a:pt x="33" y="60"/>
                    </a:cubicBezTo>
                    <a:cubicBezTo>
                      <a:pt x="33" y="61"/>
                      <a:pt x="34" y="63"/>
                      <a:pt x="35" y="63"/>
                    </a:cubicBezTo>
                    <a:cubicBezTo>
                      <a:pt x="35" y="63"/>
                      <a:pt x="36" y="63"/>
                      <a:pt x="36" y="63"/>
                    </a:cubicBezTo>
                    <a:cubicBezTo>
                      <a:pt x="37" y="63"/>
                      <a:pt x="39" y="63"/>
                      <a:pt x="39" y="62"/>
                    </a:cubicBezTo>
                    <a:cubicBezTo>
                      <a:pt x="40" y="60"/>
                      <a:pt x="41" y="59"/>
                      <a:pt x="41" y="57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4"/>
                      <a:pt x="43" y="44"/>
                      <a:pt x="43" y="43"/>
                    </a:cubicBezTo>
                    <a:cubicBezTo>
                      <a:pt x="44" y="43"/>
                      <a:pt x="45" y="43"/>
                      <a:pt x="45" y="43"/>
                    </a:cubicBezTo>
                    <a:cubicBezTo>
                      <a:pt x="45" y="43"/>
                      <a:pt x="45" y="43"/>
                      <a:pt x="46" y="43"/>
                    </a:cubicBezTo>
                    <a:cubicBezTo>
                      <a:pt x="50" y="43"/>
                      <a:pt x="55" y="43"/>
                      <a:pt x="60" y="43"/>
                    </a:cubicBezTo>
                    <a:cubicBezTo>
                      <a:pt x="61" y="40"/>
                      <a:pt x="59" y="38"/>
                      <a:pt x="56" y="37"/>
                    </a:cubicBezTo>
                    <a:cubicBezTo>
                      <a:pt x="53" y="36"/>
                      <a:pt x="50" y="35"/>
                      <a:pt x="49" y="32"/>
                    </a:cubicBezTo>
                    <a:cubicBezTo>
                      <a:pt x="47" y="27"/>
                      <a:pt x="53" y="20"/>
                      <a:pt x="50" y="16"/>
                    </a:cubicBezTo>
                    <a:cubicBezTo>
                      <a:pt x="49" y="14"/>
                      <a:pt x="48" y="14"/>
                      <a:pt x="47" y="14"/>
                    </a:cubicBezTo>
                    <a:cubicBezTo>
                      <a:pt x="44" y="14"/>
                      <a:pt x="40" y="17"/>
                      <a:pt x="38" y="18"/>
                    </a:cubicBezTo>
                    <a:cubicBezTo>
                      <a:pt x="37" y="18"/>
                      <a:pt x="36" y="18"/>
                      <a:pt x="36" y="18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5" y="18"/>
                      <a:pt x="34" y="17"/>
                      <a:pt x="34" y="16"/>
                    </a:cubicBezTo>
                    <a:cubicBezTo>
                      <a:pt x="31" y="11"/>
                      <a:pt x="33" y="4"/>
                      <a:pt x="29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1" name="ïṡļíḍê" descr="95c801af-d0d0-4fd3-9b3d-565855f82f62">
                <a:extLst>
                  <a:ext uri="{FF2B5EF4-FFF2-40B4-BE49-F238E27FC236}">
                    <a16:creationId xmlns:a16="http://schemas.microsoft.com/office/drawing/2014/main" id="{A6D5B6E8-7867-4540-8AA6-E44909BC570B}"/>
                  </a:ext>
                </a:extLst>
              </p:cNvPr>
              <p:cNvSpPr/>
              <p:nvPr/>
            </p:nvSpPr>
            <p:spPr bwMode="auto">
              <a:xfrm>
                <a:off x="4413071" y="2203901"/>
                <a:ext cx="72032" cy="74248"/>
              </a:xfrm>
              <a:custGeom>
                <a:avLst/>
                <a:gdLst>
                  <a:gd name="T0" fmla="*/ 40 w 85"/>
                  <a:gd name="T1" fmla="*/ 0 h 88"/>
                  <a:gd name="T2" fmla="*/ 28 w 85"/>
                  <a:gd name="T3" fmla="*/ 21 h 88"/>
                  <a:gd name="T4" fmla="*/ 9 w 85"/>
                  <a:gd name="T5" fmla="*/ 15 h 88"/>
                  <a:gd name="T6" fmla="*/ 12 w 85"/>
                  <a:gd name="T7" fmla="*/ 37 h 88"/>
                  <a:gd name="T8" fmla="*/ 3 w 85"/>
                  <a:gd name="T9" fmla="*/ 44 h 88"/>
                  <a:gd name="T10" fmla="*/ 1 w 85"/>
                  <a:gd name="T11" fmla="*/ 54 h 88"/>
                  <a:gd name="T12" fmla="*/ 13 w 85"/>
                  <a:gd name="T13" fmla="*/ 55 h 88"/>
                  <a:gd name="T14" fmla="*/ 14 w 85"/>
                  <a:gd name="T15" fmla="*/ 55 h 88"/>
                  <a:gd name="T16" fmla="*/ 16 w 85"/>
                  <a:gd name="T17" fmla="*/ 81 h 88"/>
                  <a:gd name="T18" fmla="*/ 18 w 85"/>
                  <a:gd name="T19" fmla="*/ 84 h 88"/>
                  <a:gd name="T20" fmla="*/ 19 w 85"/>
                  <a:gd name="T21" fmla="*/ 84 h 88"/>
                  <a:gd name="T22" fmla="*/ 22 w 85"/>
                  <a:gd name="T23" fmla="*/ 83 h 88"/>
                  <a:gd name="T24" fmla="*/ 38 w 85"/>
                  <a:gd name="T25" fmla="*/ 66 h 88"/>
                  <a:gd name="T26" fmla="*/ 46 w 85"/>
                  <a:gd name="T27" fmla="*/ 84 h 88"/>
                  <a:gd name="T28" fmla="*/ 49 w 85"/>
                  <a:gd name="T29" fmla="*/ 88 h 88"/>
                  <a:gd name="T30" fmla="*/ 51 w 85"/>
                  <a:gd name="T31" fmla="*/ 88 h 88"/>
                  <a:gd name="T32" fmla="*/ 55 w 85"/>
                  <a:gd name="T33" fmla="*/ 86 h 88"/>
                  <a:gd name="T34" fmla="*/ 57 w 85"/>
                  <a:gd name="T35" fmla="*/ 79 h 88"/>
                  <a:gd name="T36" fmla="*/ 60 w 85"/>
                  <a:gd name="T37" fmla="*/ 63 h 88"/>
                  <a:gd name="T38" fmla="*/ 61 w 85"/>
                  <a:gd name="T39" fmla="*/ 61 h 88"/>
                  <a:gd name="T40" fmla="*/ 63 w 85"/>
                  <a:gd name="T41" fmla="*/ 60 h 88"/>
                  <a:gd name="T42" fmla="*/ 64 w 85"/>
                  <a:gd name="T43" fmla="*/ 60 h 88"/>
                  <a:gd name="T44" fmla="*/ 77 w 85"/>
                  <a:gd name="T45" fmla="*/ 60 h 88"/>
                  <a:gd name="T46" fmla="*/ 84 w 85"/>
                  <a:gd name="T47" fmla="*/ 60 h 88"/>
                  <a:gd name="T48" fmla="*/ 78 w 85"/>
                  <a:gd name="T49" fmla="*/ 51 h 88"/>
                  <a:gd name="T50" fmla="*/ 69 w 85"/>
                  <a:gd name="T51" fmla="*/ 45 h 88"/>
                  <a:gd name="T52" fmla="*/ 70 w 85"/>
                  <a:gd name="T53" fmla="*/ 22 h 88"/>
                  <a:gd name="T54" fmla="*/ 65 w 85"/>
                  <a:gd name="T55" fmla="*/ 19 h 88"/>
                  <a:gd name="T56" fmla="*/ 52 w 85"/>
                  <a:gd name="T57" fmla="*/ 25 h 88"/>
                  <a:gd name="T58" fmla="*/ 50 w 85"/>
                  <a:gd name="T59" fmla="*/ 26 h 88"/>
                  <a:gd name="T60" fmla="*/ 47 w 85"/>
                  <a:gd name="T61" fmla="*/ 23 h 88"/>
                  <a:gd name="T62" fmla="*/ 40 w 85"/>
                  <a:gd name="T6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5" h="88">
                    <a:moveTo>
                      <a:pt x="40" y="0"/>
                    </a:moveTo>
                    <a:cubicBezTo>
                      <a:pt x="35" y="7"/>
                      <a:pt x="31" y="14"/>
                      <a:pt x="28" y="21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7" y="23"/>
                      <a:pt x="8" y="31"/>
                      <a:pt x="12" y="37"/>
                    </a:cubicBezTo>
                    <a:cubicBezTo>
                      <a:pt x="9" y="39"/>
                      <a:pt x="6" y="41"/>
                      <a:pt x="3" y="44"/>
                    </a:cubicBezTo>
                    <a:cubicBezTo>
                      <a:pt x="0" y="46"/>
                      <a:pt x="0" y="50"/>
                      <a:pt x="1" y="54"/>
                    </a:cubicBezTo>
                    <a:cubicBezTo>
                      <a:pt x="5" y="55"/>
                      <a:pt x="9" y="55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4" y="64"/>
                      <a:pt x="14" y="73"/>
                      <a:pt x="16" y="81"/>
                    </a:cubicBezTo>
                    <a:cubicBezTo>
                      <a:pt x="16" y="82"/>
                      <a:pt x="17" y="83"/>
                      <a:pt x="18" y="84"/>
                    </a:cubicBezTo>
                    <a:cubicBezTo>
                      <a:pt x="18" y="84"/>
                      <a:pt x="19" y="84"/>
                      <a:pt x="19" y="84"/>
                    </a:cubicBezTo>
                    <a:cubicBezTo>
                      <a:pt x="20" y="84"/>
                      <a:pt x="22" y="84"/>
                      <a:pt x="22" y="83"/>
                    </a:cubicBezTo>
                    <a:cubicBezTo>
                      <a:pt x="29" y="79"/>
                      <a:pt x="35" y="73"/>
                      <a:pt x="38" y="66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5"/>
                      <a:pt x="47" y="87"/>
                      <a:pt x="49" y="88"/>
                    </a:cubicBezTo>
                    <a:cubicBezTo>
                      <a:pt x="49" y="88"/>
                      <a:pt x="50" y="88"/>
                      <a:pt x="51" y="88"/>
                    </a:cubicBezTo>
                    <a:cubicBezTo>
                      <a:pt x="52" y="88"/>
                      <a:pt x="54" y="87"/>
                      <a:pt x="55" y="86"/>
                    </a:cubicBezTo>
                    <a:cubicBezTo>
                      <a:pt x="56" y="84"/>
                      <a:pt x="57" y="82"/>
                      <a:pt x="57" y="79"/>
                    </a:cubicBezTo>
                    <a:cubicBezTo>
                      <a:pt x="60" y="63"/>
                      <a:pt x="60" y="63"/>
                      <a:pt x="60" y="63"/>
                    </a:cubicBezTo>
                    <a:cubicBezTo>
                      <a:pt x="60" y="62"/>
                      <a:pt x="60" y="61"/>
                      <a:pt x="61" y="61"/>
                    </a:cubicBezTo>
                    <a:cubicBezTo>
                      <a:pt x="61" y="60"/>
                      <a:pt x="62" y="60"/>
                      <a:pt x="63" y="60"/>
                    </a:cubicBezTo>
                    <a:cubicBezTo>
                      <a:pt x="63" y="60"/>
                      <a:pt x="63" y="60"/>
                      <a:pt x="64" y="60"/>
                    </a:cubicBezTo>
                    <a:cubicBezTo>
                      <a:pt x="68" y="60"/>
                      <a:pt x="73" y="60"/>
                      <a:pt x="77" y="60"/>
                    </a:cubicBezTo>
                    <a:cubicBezTo>
                      <a:pt x="80" y="60"/>
                      <a:pt x="82" y="60"/>
                      <a:pt x="84" y="60"/>
                    </a:cubicBezTo>
                    <a:cubicBezTo>
                      <a:pt x="85" y="56"/>
                      <a:pt x="82" y="53"/>
                      <a:pt x="78" y="51"/>
                    </a:cubicBezTo>
                    <a:cubicBezTo>
                      <a:pt x="75" y="50"/>
                      <a:pt x="70" y="48"/>
                      <a:pt x="69" y="45"/>
                    </a:cubicBezTo>
                    <a:cubicBezTo>
                      <a:pt x="65" y="38"/>
                      <a:pt x="74" y="28"/>
                      <a:pt x="70" y="22"/>
                    </a:cubicBezTo>
                    <a:cubicBezTo>
                      <a:pt x="69" y="20"/>
                      <a:pt x="67" y="19"/>
                      <a:pt x="65" y="19"/>
                    </a:cubicBezTo>
                    <a:cubicBezTo>
                      <a:pt x="61" y="19"/>
                      <a:pt x="56" y="23"/>
                      <a:pt x="52" y="25"/>
                    </a:cubicBezTo>
                    <a:cubicBezTo>
                      <a:pt x="52" y="26"/>
                      <a:pt x="51" y="26"/>
                      <a:pt x="50" y="26"/>
                    </a:cubicBezTo>
                    <a:cubicBezTo>
                      <a:pt x="49" y="26"/>
                      <a:pt x="48" y="24"/>
                      <a:pt x="47" y="23"/>
                    </a:cubicBezTo>
                    <a:cubicBezTo>
                      <a:pt x="44" y="16"/>
                      <a:pt x="46" y="6"/>
                      <a:pt x="40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2" name="išlíḋè" descr="29cc83b6-c252-498d-955b-6798c5daacaf">
                <a:extLst>
                  <a:ext uri="{FF2B5EF4-FFF2-40B4-BE49-F238E27FC236}">
                    <a16:creationId xmlns:a16="http://schemas.microsoft.com/office/drawing/2014/main" id="{53DDC35E-B82F-47AB-8370-0A2D00811DB2}"/>
                  </a:ext>
                </a:extLst>
              </p:cNvPr>
              <p:cNvSpPr/>
              <p:nvPr/>
            </p:nvSpPr>
            <p:spPr bwMode="auto">
              <a:xfrm>
                <a:off x="4246844" y="1840417"/>
                <a:ext cx="72032" cy="74248"/>
              </a:xfrm>
              <a:custGeom>
                <a:avLst/>
                <a:gdLst>
                  <a:gd name="T0" fmla="*/ 41 w 85"/>
                  <a:gd name="T1" fmla="*/ 0 h 88"/>
                  <a:gd name="T2" fmla="*/ 28 w 85"/>
                  <a:gd name="T3" fmla="*/ 20 h 88"/>
                  <a:gd name="T4" fmla="*/ 9 w 85"/>
                  <a:gd name="T5" fmla="*/ 14 h 88"/>
                  <a:gd name="T6" fmla="*/ 12 w 85"/>
                  <a:gd name="T7" fmla="*/ 37 h 88"/>
                  <a:gd name="T8" fmla="*/ 3 w 85"/>
                  <a:gd name="T9" fmla="*/ 43 h 88"/>
                  <a:gd name="T10" fmla="*/ 1 w 85"/>
                  <a:gd name="T11" fmla="*/ 53 h 88"/>
                  <a:gd name="T12" fmla="*/ 13 w 85"/>
                  <a:gd name="T13" fmla="*/ 55 h 88"/>
                  <a:gd name="T14" fmla="*/ 15 w 85"/>
                  <a:gd name="T15" fmla="*/ 55 h 88"/>
                  <a:gd name="T16" fmla="*/ 16 w 85"/>
                  <a:gd name="T17" fmla="*/ 80 h 88"/>
                  <a:gd name="T18" fmla="*/ 18 w 85"/>
                  <a:gd name="T19" fmla="*/ 83 h 88"/>
                  <a:gd name="T20" fmla="*/ 19 w 85"/>
                  <a:gd name="T21" fmla="*/ 84 h 88"/>
                  <a:gd name="T22" fmla="*/ 23 w 85"/>
                  <a:gd name="T23" fmla="*/ 83 h 88"/>
                  <a:gd name="T24" fmla="*/ 39 w 85"/>
                  <a:gd name="T25" fmla="*/ 66 h 88"/>
                  <a:gd name="T26" fmla="*/ 46 w 85"/>
                  <a:gd name="T27" fmla="*/ 83 h 88"/>
                  <a:gd name="T28" fmla="*/ 49 w 85"/>
                  <a:gd name="T29" fmla="*/ 87 h 88"/>
                  <a:gd name="T30" fmla="*/ 51 w 85"/>
                  <a:gd name="T31" fmla="*/ 88 h 88"/>
                  <a:gd name="T32" fmla="*/ 55 w 85"/>
                  <a:gd name="T33" fmla="*/ 85 h 88"/>
                  <a:gd name="T34" fmla="*/ 57 w 85"/>
                  <a:gd name="T35" fmla="*/ 79 h 88"/>
                  <a:gd name="T36" fmla="*/ 60 w 85"/>
                  <a:gd name="T37" fmla="*/ 62 h 88"/>
                  <a:gd name="T38" fmla="*/ 61 w 85"/>
                  <a:gd name="T39" fmla="*/ 60 h 88"/>
                  <a:gd name="T40" fmla="*/ 63 w 85"/>
                  <a:gd name="T41" fmla="*/ 59 h 88"/>
                  <a:gd name="T42" fmla="*/ 64 w 85"/>
                  <a:gd name="T43" fmla="*/ 59 h 88"/>
                  <a:gd name="T44" fmla="*/ 83 w 85"/>
                  <a:gd name="T45" fmla="*/ 59 h 88"/>
                  <a:gd name="T46" fmla="*/ 84 w 85"/>
                  <a:gd name="T47" fmla="*/ 59 h 88"/>
                  <a:gd name="T48" fmla="*/ 78 w 85"/>
                  <a:gd name="T49" fmla="*/ 50 h 88"/>
                  <a:gd name="T50" fmla="*/ 69 w 85"/>
                  <a:gd name="T51" fmla="*/ 44 h 88"/>
                  <a:gd name="T52" fmla="*/ 71 w 85"/>
                  <a:gd name="T53" fmla="*/ 22 h 88"/>
                  <a:gd name="T54" fmla="*/ 66 w 85"/>
                  <a:gd name="T55" fmla="*/ 19 h 88"/>
                  <a:gd name="T56" fmla="*/ 53 w 85"/>
                  <a:gd name="T57" fmla="*/ 24 h 88"/>
                  <a:gd name="T58" fmla="*/ 50 w 85"/>
                  <a:gd name="T59" fmla="*/ 25 h 88"/>
                  <a:gd name="T60" fmla="*/ 47 w 85"/>
                  <a:gd name="T61" fmla="*/ 22 h 88"/>
                  <a:gd name="T62" fmla="*/ 41 w 85"/>
                  <a:gd name="T6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5" h="88">
                    <a:moveTo>
                      <a:pt x="41" y="0"/>
                    </a:moveTo>
                    <a:cubicBezTo>
                      <a:pt x="35" y="6"/>
                      <a:pt x="31" y="13"/>
                      <a:pt x="28" y="20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7" y="22"/>
                      <a:pt x="8" y="30"/>
                      <a:pt x="12" y="37"/>
                    </a:cubicBezTo>
                    <a:cubicBezTo>
                      <a:pt x="9" y="38"/>
                      <a:pt x="6" y="40"/>
                      <a:pt x="3" y="43"/>
                    </a:cubicBezTo>
                    <a:cubicBezTo>
                      <a:pt x="1" y="46"/>
                      <a:pt x="0" y="50"/>
                      <a:pt x="1" y="53"/>
                    </a:cubicBezTo>
                    <a:cubicBezTo>
                      <a:pt x="5" y="54"/>
                      <a:pt x="9" y="55"/>
                      <a:pt x="13" y="55"/>
                    </a:cubicBezTo>
                    <a:cubicBezTo>
                      <a:pt x="13" y="55"/>
                      <a:pt x="14" y="55"/>
                      <a:pt x="15" y="55"/>
                    </a:cubicBezTo>
                    <a:cubicBezTo>
                      <a:pt x="14" y="63"/>
                      <a:pt x="14" y="72"/>
                      <a:pt x="16" y="80"/>
                    </a:cubicBezTo>
                    <a:cubicBezTo>
                      <a:pt x="16" y="81"/>
                      <a:pt x="17" y="83"/>
                      <a:pt x="18" y="83"/>
                    </a:cubicBezTo>
                    <a:cubicBezTo>
                      <a:pt x="18" y="84"/>
                      <a:pt x="19" y="84"/>
                      <a:pt x="19" y="84"/>
                    </a:cubicBezTo>
                    <a:cubicBezTo>
                      <a:pt x="20" y="84"/>
                      <a:pt x="21" y="83"/>
                      <a:pt x="23" y="83"/>
                    </a:cubicBezTo>
                    <a:cubicBezTo>
                      <a:pt x="29" y="79"/>
                      <a:pt x="35" y="73"/>
                      <a:pt x="39" y="66"/>
                    </a:cubicBezTo>
                    <a:cubicBezTo>
                      <a:pt x="46" y="83"/>
                      <a:pt x="46" y="83"/>
                      <a:pt x="46" y="83"/>
                    </a:cubicBezTo>
                    <a:cubicBezTo>
                      <a:pt x="46" y="85"/>
                      <a:pt x="47" y="86"/>
                      <a:pt x="49" y="87"/>
                    </a:cubicBezTo>
                    <a:cubicBezTo>
                      <a:pt x="50" y="88"/>
                      <a:pt x="50" y="88"/>
                      <a:pt x="51" y="88"/>
                    </a:cubicBezTo>
                    <a:cubicBezTo>
                      <a:pt x="52" y="88"/>
                      <a:pt x="54" y="87"/>
                      <a:pt x="55" y="85"/>
                    </a:cubicBezTo>
                    <a:cubicBezTo>
                      <a:pt x="56" y="83"/>
                      <a:pt x="57" y="81"/>
                      <a:pt x="57" y="79"/>
                    </a:cubicBezTo>
                    <a:cubicBezTo>
                      <a:pt x="60" y="62"/>
                      <a:pt x="60" y="62"/>
                      <a:pt x="60" y="62"/>
                    </a:cubicBezTo>
                    <a:cubicBezTo>
                      <a:pt x="60" y="61"/>
                      <a:pt x="60" y="61"/>
                      <a:pt x="61" y="60"/>
                    </a:cubicBezTo>
                    <a:cubicBezTo>
                      <a:pt x="62" y="59"/>
                      <a:pt x="62" y="59"/>
                      <a:pt x="63" y="59"/>
                    </a:cubicBezTo>
                    <a:cubicBezTo>
                      <a:pt x="63" y="59"/>
                      <a:pt x="64" y="59"/>
                      <a:pt x="64" y="59"/>
                    </a:cubicBezTo>
                    <a:cubicBezTo>
                      <a:pt x="70" y="59"/>
                      <a:pt x="76" y="59"/>
                      <a:pt x="83" y="59"/>
                    </a:cubicBezTo>
                    <a:cubicBezTo>
                      <a:pt x="83" y="59"/>
                      <a:pt x="84" y="59"/>
                      <a:pt x="84" y="59"/>
                    </a:cubicBezTo>
                    <a:cubicBezTo>
                      <a:pt x="85" y="55"/>
                      <a:pt x="82" y="52"/>
                      <a:pt x="78" y="50"/>
                    </a:cubicBezTo>
                    <a:cubicBezTo>
                      <a:pt x="75" y="49"/>
                      <a:pt x="71" y="48"/>
                      <a:pt x="69" y="44"/>
                    </a:cubicBezTo>
                    <a:cubicBezTo>
                      <a:pt x="65" y="37"/>
                      <a:pt x="75" y="28"/>
                      <a:pt x="71" y="22"/>
                    </a:cubicBezTo>
                    <a:cubicBezTo>
                      <a:pt x="69" y="19"/>
                      <a:pt x="67" y="19"/>
                      <a:pt x="66" y="19"/>
                    </a:cubicBezTo>
                    <a:cubicBezTo>
                      <a:pt x="61" y="19"/>
                      <a:pt x="57" y="22"/>
                      <a:pt x="53" y="24"/>
                    </a:cubicBezTo>
                    <a:cubicBezTo>
                      <a:pt x="52" y="25"/>
                      <a:pt x="51" y="25"/>
                      <a:pt x="50" y="25"/>
                    </a:cubicBezTo>
                    <a:cubicBezTo>
                      <a:pt x="49" y="25"/>
                      <a:pt x="48" y="24"/>
                      <a:pt x="47" y="22"/>
                    </a:cubicBezTo>
                    <a:cubicBezTo>
                      <a:pt x="44" y="15"/>
                      <a:pt x="46" y="6"/>
                      <a:pt x="41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3" name="îŝ1ïde" descr="20ceefae-bd03-49ee-856c-fccf1ea5e7a2">
                <a:extLst>
                  <a:ext uri="{FF2B5EF4-FFF2-40B4-BE49-F238E27FC236}">
                    <a16:creationId xmlns:a16="http://schemas.microsoft.com/office/drawing/2014/main" id="{E95EE008-031C-4F5E-BBE7-8FEC1A8788E8}"/>
                  </a:ext>
                </a:extLst>
              </p:cNvPr>
              <p:cNvSpPr/>
              <p:nvPr/>
            </p:nvSpPr>
            <p:spPr bwMode="auto">
              <a:xfrm>
                <a:off x="4772121" y="2075352"/>
                <a:ext cx="38787" cy="39895"/>
              </a:xfrm>
              <a:custGeom>
                <a:avLst/>
                <a:gdLst>
                  <a:gd name="T0" fmla="*/ 22 w 46"/>
                  <a:gd name="T1" fmla="*/ 0 h 47"/>
                  <a:gd name="T2" fmla="*/ 15 w 46"/>
                  <a:gd name="T3" fmla="*/ 11 h 47"/>
                  <a:gd name="T4" fmla="*/ 5 w 46"/>
                  <a:gd name="T5" fmla="*/ 7 h 47"/>
                  <a:gd name="T6" fmla="*/ 7 w 46"/>
                  <a:gd name="T7" fmla="*/ 19 h 47"/>
                  <a:gd name="T8" fmla="*/ 2 w 46"/>
                  <a:gd name="T9" fmla="*/ 23 h 47"/>
                  <a:gd name="T10" fmla="*/ 1 w 46"/>
                  <a:gd name="T11" fmla="*/ 28 h 47"/>
                  <a:gd name="T12" fmla="*/ 7 w 46"/>
                  <a:gd name="T13" fmla="*/ 29 h 47"/>
                  <a:gd name="T14" fmla="*/ 8 w 46"/>
                  <a:gd name="T15" fmla="*/ 29 h 47"/>
                  <a:gd name="T16" fmla="*/ 9 w 46"/>
                  <a:gd name="T17" fmla="*/ 43 h 47"/>
                  <a:gd name="T18" fmla="*/ 10 w 46"/>
                  <a:gd name="T19" fmla="*/ 44 h 47"/>
                  <a:gd name="T20" fmla="*/ 10 w 46"/>
                  <a:gd name="T21" fmla="*/ 45 h 47"/>
                  <a:gd name="T22" fmla="*/ 12 w 46"/>
                  <a:gd name="T23" fmla="*/ 44 h 47"/>
                  <a:gd name="T24" fmla="*/ 21 w 46"/>
                  <a:gd name="T25" fmla="*/ 35 h 47"/>
                  <a:gd name="T26" fmla="*/ 25 w 46"/>
                  <a:gd name="T27" fmla="*/ 44 h 47"/>
                  <a:gd name="T28" fmla="*/ 26 w 46"/>
                  <a:gd name="T29" fmla="*/ 46 h 47"/>
                  <a:gd name="T30" fmla="*/ 27 w 46"/>
                  <a:gd name="T31" fmla="*/ 47 h 47"/>
                  <a:gd name="T32" fmla="*/ 30 w 46"/>
                  <a:gd name="T33" fmla="*/ 45 h 47"/>
                  <a:gd name="T34" fmla="*/ 31 w 46"/>
                  <a:gd name="T35" fmla="*/ 42 h 47"/>
                  <a:gd name="T36" fmla="*/ 32 w 46"/>
                  <a:gd name="T37" fmla="*/ 33 h 47"/>
                  <a:gd name="T38" fmla="*/ 34 w 46"/>
                  <a:gd name="T39" fmla="*/ 31 h 47"/>
                  <a:gd name="T40" fmla="*/ 34 w 46"/>
                  <a:gd name="T41" fmla="*/ 31 h 47"/>
                  <a:gd name="T42" fmla="*/ 45 w 46"/>
                  <a:gd name="T43" fmla="*/ 31 h 47"/>
                  <a:gd name="T44" fmla="*/ 42 w 46"/>
                  <a:gd name="T45" fmla="*/ 27 h 47"/>
                  <a:gd name="T46" fmla="*/ 37 w 46"/>
                  <a:gd name="T47" fmla="*/ 24 h 47"/>
                  <a:gd name="T48" fmla="*/ 38 w 46"/>
                  <a:gd name="T49" fmla="*/ 12 h 47"/>
                  <a:gd name="T50" fmla="*/ 35 w 46"/>
                  <a:gd name="T51" fmla="*/ 10 h 47"/>
                  <a:gd name="T52" fmla="*/ 28 w 46"/>
                  <a:gd name="T53" fmla="*/ 13 h 47"/>
                  <a:gd name="T54" fmla="*/ 27 w 46"/>
                  <a:gd name="T55" fmla="*/ 13 h 47"/>
                  <a:gd name="T56" fmla="*/ 25 w 46"/>
                  <a:gd name="T57" fmla="*/ 12 h 47"/>
                  <a:gd name="T58" fmla="*/ 22 w 46"/>
                  <a:gd name="T5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3"/>
                      <a:pt x="17" y="7"/>
                      <a:pt x="15" y="11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12"/>
                      <a:pt x="4" y="16"/>
                      <a:pt x="7" y="19"/>
                    </a:cubicBezTo>
                    <a:cubicBezTo>
                      <a:pt x="5" y="20"/>
                      <a:pt x="3" y="21"/>
                      <a:pt x="2" y="23"/>
                    </a:cubicBezTo>
                    <a:cubicBezTo>
                      <a:pt x="0" y="24"/>
                      <a:pt x="0" y="26"/>
                      <a:pt x="1" y="28"/>
                    </a:cubicBezTo>
                    <a:cubicBezTo>
                      <a:pt x="3" y="29"/>
                      <a:pt x="5" y="29"/>
                      <a:pt x="7" y="29"/>
                    </a:cubicBezTo>
                    <a:cubicBezTo>
                      <a:pt x="7" y="29"/>
                      <a:pt x="8" y="29"/>
                      <a:pt x="8" y="29"/>
                    </a:cubicBezTo>
                    <a:cubicBezTo>
                      <a:pt x="7" y="34"/>
                      <a:pt x="8" y="38"/>
                      <a:pt x="9" y="43"/>
                    </a:cubicBezTo>
                    <a:cubicBezTo>
                      <a:pt x="9" y="43"/>
                      <a:pt x="9" y="44"/>
                      <a:pt x="10" y="44"/>
                    </a:cubicBezTo>
                    <a:cubicBezTo>
                      <a:pt x="10" y="44"/>
                      <a:pt x="10" y="45"/>
                      <a:pt x="10" y="45"/>
                    </a:cubicBezTo>
                    <a:cubicBezTo>
                      <a:pt x="11" y="45"/>
                      <a:pt x="12" y="44"/>
                      <a:pt x="12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5" y="46"/>
                      <a:pt x="26" y="46"/>
                    </a:cubicBezTo>
                    <a:cubicBezTo>
                      <a:pt x="27" y="46"/>
                      <a:pt x="27" y="47"/>
                      <a:pt x="27" y="47"/>
                    </a:cubicBezTo>
                    <a:cubicBezTo>
                      <a:pt x="28" y="47"/>
                      <a:pt x="29" y="46"/>
                      <a:pt x="30" y="45"/>
                    </a:cubicBezTo>
                    <a:cubicBezTo>
                      <a:pt x="30" y="44"/>
                      <a:pt x="31" y="43"/>
                      <a:pt x="31" y="42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2"/>
                      <a:pt x="33" y="31"/>
                      <a:pt x="34" y="31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8" y="31"/>
                      <a:pt x="41" y="31"/>
                      <a:pt x="45" y="31"/>
                    </a:cubicBezTo>
                    <a:cubicBezTo>
                      <a:pt x="46" y="29"/>
                      <a:pt x="44" y="28"/>
                      <a:pt x="42" y="27"/>
                    </a:cubicBezTo>
                    <a:cubicBezTo>
                      <a:pt x="40" y="26"/>
                      <a:pt x="38" y="25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7" y="11"/>
                      <a:pt x="36" y="10"/>
                      <a:pt x="35" y="10"/>
                    </a:cubicBezTo>
                    <a:cubicBezTo>
                      <a:pt x="33" y="10"/>
                      <a:pt x="30" y="12"/>
                      <a:pt x="28" y="13"/>
                    </a:cubicBezTo>
                    <a:cubicBezTo>
                      <a:pt x="28" y="13"/>
                      <a:pt x="27" y="13"/>
                      <a:pt x="27" y="13"/>
                    </a:cubicBezTo>
                    <a:cubicBezTo>
                      <a:pt x="26" y="13"/>
                      <a:pt x="25" y="12"/>
                      <a:pt x="25" y="12"/>
                    </a:cubicBezTo>
                    <a:cubicBezTo>
                      <a:pt x="23" y="8"/>
                      <a:pt x="24" y="3"/>
                      <a:pt x="22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4" name="íṡḻïḋe" descr="d447a9ad-2384-436e-b19e-4788ec235711">
                <a:extLst>
                  <a:ext uri="{FF2B5EF4-FFF2-40B4-BE49-F238E27FC236}">
                    <a16:creationId xmlns:a16="http://schemas.microsoft.com/office/drawing/2014/main" id="{22DDA1A3-9E4E-45E8-8447-99E967B45D0E}"/>
                  </a:ext>
                </a:extLst>
              </p:cNvPr>
              <p:cNvSpPr/>
              <p:nvPr/>
            </p:nvSpPr>
            <p:spPr bwMode="auto">
              <a:xfrm>
                <a:off x="4546052" y="2205009"/>
                <a:ext cx="38787" cy="39895"/>
              </a:xfrm>
              <a:custGeom>
                <a:avLst/>
                <a:gdLst>
                  <a:gd name="T0" fmla="*/ 22 w 46"/>
                  <a:gd name="T1" fmla="*/ 0 h 47"/>
                  <a:gd name="T2" fmla="*/ 16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29 h 47"/>
                  <a:gd name="T14" fmla="*/ 8 w 46"/>
                  <a:gd name="T15" fmla="*/ 29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2 w 46"/>
                  <a:gd name="T23" fmla="*/ 44 h 47"/>
                  <a:gd name="T24" fmla="*/ 21 w 46"/>
                  <a:gd name="T25" fmla="*/ 35 h 47"/>
                  <a:gd name="T26" fmla="*/ 25 w 46"/>
                  <a:gd name="T27" fmla="*/ 44 h 47"/>
                  <a:gd name="T28" fmla="*/ 27 w 46"/>
                  <a:gd name="T29" fmla="*/ 47 h 47"/>
                  <a:gd name="T30" fmla="*/ 28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3 w 46"/>
                  <a:gd name="T37" fmla="*/ 33 h 47"/>
                  <a:gd name="T38" fmla="*/ 33 w 46"/>
                  <a:gd name="T39" fmla="*/ 32 h 47"/>
                  <a:gd name="T40" fmla="*/ 34 w 46"/>
                  <a:gd name="T41" fmla="*/ 32 h 47"/>
                  <a:gd name="T42" fmla="*/ 35 w 46"/>
                  <a:gd name="T43" fmla="*/ 32 h 47"/>
                  <a:gd name="T44" fmla="*/ 45 w 46"/>
                  <a:gd name="T45" fmla="*/ 32 h 47"/>
                  <a:gd name="T46" fmla="*/ 42 w 46"/>
                  <a:gd name="T47" fmla="*/ 27 h 47"/>
                  <a:gd name="T48" fmla="*/ 37 w 46"/>
                  <a:gd name="T49" fmla="*/ 24 h 47"/>
                  <a:gd name="T50" fmla="*/ 38 w 46"/>
                  <a:gd name="T51" fmla="*/ 12 h 47"/>
                  <a:gd name="T52" fmla="*/ 36 w 46"/>
                  <a:gd name="T53" fmla="*/ 10 h 47"/>
                  <a:gd name="T54" fmla="*/ 28 w 46"/>
                  <a:gd name="T55" fmla="*/ 13 h 47"/>
                  <a:gd name="T56" fmla="*/ 27 w 46"/>
                  <a:gd name="T57" fmla="*/ 14 h 47"/>
                  <a:gd name="T58" fmla="*/ 26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3"/>
                      <a:pt x="17" y="7"/>
                      <a:pt x="16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6"/>
                      <a:pt x="7" y="20"/>
                    </a:cubicBezTo>
                    <a:cubicBezTo>
                      <a:pt x="5" y="21"/>
                      <a:pt x="4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29"/>
                      <a:pt x="7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4"/>
                      <a:pt x="8" y="38"/>
                      <a:pt x="9" y="43"/>
                    </a:cubicBezTo>
                    <a:cubicBezTo>
                      <a:pt x="9" y="44"/>
                      <a:pt x="9" y="44"/>
                      <a:pt x="10" y="45"/>
                    </a:cubicBezTo>
                    <a:cubicBezTo>
                      <a:pt x="10" y="45"/>
                      <a:pt x="10" y="45"/>
                      <a:pt x="11" y="45"/>
                    </a:cubicBezTo>
                    <a:cubicBezTo>
                      <a:pt x="11" y="45"/>
                      <a:pt x="12" y="45"/>
                      <a:pt x="12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6" y="46"/>
                      <a:pt x="27" y="47"/>
                    </a:cubicBezTo>
                    <a:cubicBezTo>
                      <a:pt x="27" y="47"/>
                      <a:pt x="27" y="47"/>
                      <a:pt x="28" y="47"/>
                    </a:cubicBezTo>
                    <a:cubicBezTo>
                      <a:pt x="29" y="47"/>
                      <a:pt x="29" y="46"/>
                      <a:pt x="30" y="46"/>
                    </a:cubicBezTo>
                    <a:cubicBezTo>
                      <a:pt x="31" y="45"/>
                      <a:pt x="31" y="43"/>
                      <a:pt x="31" y="42"/>
                    </a:cubicBezTo>
                    <a:cubicBezTo>
                      <a:pt x="33" y="33"/>
                      <a:pt x="33" y="33"/>
                      <a:pt x="33" y="33"/>
                    </a:cubicBezTo>
                    <a:cubicBezTo>
                      <a:pt x="33" y="33"/>
                      <a:pt x="33" y="33"/>
                      <a:pt x="33" y="32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5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7"/>
                    </a:cubicBezTo>
                    <a:cubicBezTo>
                      <a:pt x="40" y="26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8" y="11"/>
                      <a:pt x="37" y="10"/>
                      <a:pt x="36" y="10"/>
                    </a:cubicBezTo>
                    <a:cubicBezTo>
                      <a:pt x="33" y="10"/>
                      <a:pt x="31" y="12"/>
                      <a:pt x="28" y="13"/>
                    </a:cubicBezTo>
                    <a:cubicBezTo>
                      <a:pt x="28" y="13"/>
                      <a:pt x="28" y="14"/>
                      <a:pt x="27" y="14"/>
                    </a:cubicBezTo>
                    <a:cubicBezTo>
                      <a:pt x="26" y="14"/>
                      <a:pt x="26" y="13"/>
                      <a:pt x="26" y="12"/>
                    </a:cubicBezTo>
                    <a:cubicBezTo>
                      <a:pt x="24" y="8"/>
                      <a:pt x="25" y="3"/>
                      <a:pt x="22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5" name="íṧlïḑé" descr="c3774e59-9abd-49b9-b3b1-c60b49773fbe">
                <a:extLst>
                  <a:ext uri="{FF2B5EF4-FFF2-40B4-BE49-F238E27FC236}">
                    <a16:creationId xmlns:a16="http://schemas.microsoft.com/office/drawing/2014/main" id="{0D2BC7F1-F1C6-48ED-8036-0C87C02D7C5B}"/>
                  </a:ext>
                </a:extLst>
              </p:cNvPr>
              <p:cNvSpPr/>
              <p:nvPr/>
            </p:nvSpPr>
            <p:spPr bwMode="auto">
              <a:xfrm>
                <a:off x="4327741" y="1749547"/>
                <a:ext cx="38787" cy="38787"/>
              </a:xfrm>
              <a:custGeom>
                <a:avLst/>
                <a:gdLst>
                  <a:gd name="T0" fmla="*/ 21 w 45"/>
                  <a:gd name="T1" fmla="*/ 0 h 46"/>
                  <a:gd name="T2" fmla="*/ 15 w 45"/>
                  <a:gd name="T3" fmla="*/ 11 h 46"/>
                  <a:gd name="T4" fmla="*/ 4 w 45"/>
                  <a:gd name="T5" fmla="*/ 7 h 46"/>
                  <a:gd name="T6" fmla="*/ 6 w 45"/>
                  <a:gd name="T7" fmla="*/ 19 h 46"/>
                  <a:gd name="T8" fmla="*/ 1 w 45"/>
                  <a:gd name="T9" fmla="*/ 23 h 46"/>
                  <a:gd name="T10" fmla="*/ 0 w 45"/>
                  <a:gd name="T11" fmla="*/ 28 h 46"/>
                  <a:gd name="T12" fmla="*/ 6 w 45"/>
                  <a:gd name="T13" fmla="*/ 29 h 46"/>
                  <a:gd name="T14" fmla="*/ 8 w 45"/>
                  <a:gd name="T15" fmla="*/ 29 h 46"/>
                  <a:gd name="T16" fmla="*/ 8 w 45"/>
                  <a:gd name="T17" fmla="*/ 43 h 46"/>
                  <a:gd name="T18" fmla="*/ 9 w 45"/>
                  <a:gd name="T19" fmla="*/ 44 h 46"/>
                  <a:gd name="T20" fmla="*/ 10 w 45"/>
                  <a:gd name="T21" fmla="*/ 44 h 46"/>
                  <a:gd name="T22" fmla="*/ 12 w 45"/>
                  <a:gd name="T23" fmla="*/ 44 h 46"/>
                  <a:gd name="T24" fmla="*/ 20 w 45"/>
                  <a:gd name="T25" fmla="*/ 35 h 46"/>
                  <a:gd name="T26" fmla="*/ 24 w 45"/>
                  <a:gd name="T27" fmla="*/ 44 h 46"/>
                  <a:gd name="T28" fmla="*/ 26 w 45"/>
                  <a:gd name="T29" fmla="*/ 46 h 46"/>
                  <a:gd name="T30" fmla="*/ 27 w 45"/>
                  <a:gd name="T31" fmla="*/ 46 h 46"/>
                  <a:gd name="T32" fmla="*/ 29 w 45"/>
                  <a:gd name="T33" fmla="*/ 45 h 46"/>
                  <a:gd name="T34" fmla="*/ 30 w 45"/>
                  <a:gd name="T35" fmla="*/ 42 h 46"/>
                  <a:gd name="T36" fmla="*/ 32 w 45"/>
                  <a:gd name="T37" fmla="*/ 33 h 46"/>
                  <a:gd name="T38" fmla="*/ 32 w 45"/>
                  <a:gd name="T39" fmla="*/ 32 h 46"/>
                  <a:gd name="T40" fmla="*/ 33 w 45"/>
                  <a:gd name="T41" fmla="*/ 31 h 46"/>
                  <a:gd name="T42" fmla="*/ 34 w 45"/>
                  <a:gd name="T43" fmla="*/ 31 h 46"/>
                  <a:gd name="T44" fmla="*/ 45 w 45"/>
                  <a:gd name="T45" fmla="*/ 31 h 46"/>
                  <a:gd name="T46" fmla="*/ 41 w 45"/>
                  <a:gd name="T47" fmla="*/ 27 h 46"/>
                  <a:gd name="T48" fmla="*/ 36 w 45"/>
                  <a:gd name="T49" fmla="*/ 24 h 46"/>
                  <a:gd name="T50" fmla="*/ 37 w 45"/>
                  <a:gd name="T51" fmla="*/ 12 h 46"/>
                  <a:gd name="T52" fmla="*/ 35 w 45"/>
                  <a:gd name="T53" fmla="*/ 10 h 46"/>
                  <a:gd name="T54" fmla="*/ 28 w 45"/>
                  <a:gd name="T55" fmla="*/ 13 h 46"/>
                  <a:gd name="T56" fmla="*/ 26 w 45"/>
                  <a:gd name="T57" fmla="*/ 13 h 46"/>
                  <a:gd name="T58" fmla="*/ 25 w 45"/>
                  <a:gd name="T59" fmla="*/ 12 h 46"/>
                  <a:gd name="T60" fmla="*/ 21 w 45"/>
                  <a:gd name="T6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5" h="46">
                    <a:moveTo>
                      <a:pt x="21" y="0"/>
                    </a:moveTo>
                    <a:cubicBezTo>
                      <a:pt x="19" y="3"/>
                      <a:pt x="16" y="7"/>
                      <a:pt x="15" y="11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3" y="12"/>
                      <a:pt x="4" y="16"/>
                      <a:pt x="6" y="19"/>
                    </a:cubicBezTo>
                    <a:cubicBezTo>
                      <a:pt x="5" y="20"/>
                      <a:pt x="3" y="21"/>
                      <a:pt x="1" y="23"/>
                    </a:cubicBezTo>
                    <a:cubicBezTo>
                      <a:pt x="0" y="24"/>
                      <a:pt x="0" y="26"/>
                      <a:pt x="0" y="28"/>
                    </a:cubicBezTo>
                    <a:cubicBezTo>
                      <a:pt x="2" y="29"/>
                      <a:pt x="4" y="29"/>
                      <a:pt x="6" y="29"/>
                    </a:cubicBezTo>
                    <a:cubicBezTo>
                      <a:pt x="7" y="29"/>
                      <a:pt x="7" y="29"/>
                      <a:pt x="8" y="29"/>
                    </a:cubicBezTo>
                    <a:cubicBezTo>
                      <a:pt x="7" y="34"/>
                      <a:pt x="7" y="38"/>
                      <a:pt x="8" y="43"/>
                    </a:cubicBezTo>
                    <a:cubicBezTo>
                      <a:pt x="8" y="43"/>
                      <a:pt x="9" y="44"/>
                      <a:pt x="9" y="44"/>
                    </a:cubicBezTo>
                    <a:cubicBezTo>
                      <a:pt x="9" y="44"/>
                      <a:pt x="10" y="44"/>
                      <a:pt x="10" y="44"/>
                    </a:cubicBezTo>
                    <a:cubicBezTo>
                      <a:pt x="11" y="44"/>
                      <a:pt x="11" y="44"/>
                      <a:pt x="12" y="44"/>
                    </a:cubicBezTo>
                    <a:cubicBezTo>
                      <a:pt x="15" y="42"/>
                      <a:pt x="18" y="39"/>
                      <a:pt x="20" y="35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24" y="45"/>
                      <a:pt x="25" y="46"/>
                      <a:pt x="26" y="46"/>
                    </a:cubicBezTo>
                    <a:cubicBezTo>
                      <a:pt x="26" y="46"/>
                      <a:pt x="27" y="46"/>
                      <a:pt x="27" y="46"/>
                    </a:cubicBezTo>
                    <a:cubicBezTo>
                      <a:pt x="28" y="46"/>
                      <a:pt x="29" y="46"/>
                      <a:pt x="29" y="45"/>
                    </a:cubicBezTo>
                    <a:cubicBezTo>
                      <a:pt x="30" y="44"/>
                      <a:pt x="30" y="43"/>
                      <a:pt x="30" y="42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3"/>
                      <a:pt x="32" y="32"/>
                      <a:pt x="32" y="32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7" y="31"/>
                      <a:pt x="41" y="31"/>
                      <a:pt x="45" y="31"/>
                    </a:cubicBezTo>
                    <a:cubicBezTo>
                      <a:pt x="45" y="29"/>
                      <a:pt x="43" y="28"/>
                      <a:pt x="41" y="27"/>
                    </a:cubicBezTo>
                    <a:cubicBezTo>
                      <a:pt x="40" y="26"/>
                      <a:pt x="37" y="25"/>
                      <a:pt x="36" y="24"/>
                    </a:cubicBezTo>
                    <a:cubicBezTo>
                      <a:pt x="35" y="20"/>
                      <a:pt x="40" y="15"/>
                      <a:pt x="37" y="12"/>
                    </a:cubicBezTo>
                    <a:cubicBezTo>
                      <a:pt x="37" y="10"/>
                      <a:pt x="36" y="10"/>
                      <a:pt x="35" y="10"/>
                    </a:cubicBezTo>
                    <a:cubicBezTo>
                      <a:pt x="33" y="10"/>
                      <a:pt x="30" y="12"/>
                      <a:pt x="28" y="13"/>
                    </a:cubicBezTo>
                    <a:cubicBezTo>
                      <a:pt x="27" y="13"/>
                      <a:pt x="27" y="13"/>
                      <a:pt x="26" y="13"/>
                    </a:cubicBezTo>
                    <a:cubicBezTo>
                      <a:pt x="26" y="13"/>
                      <a:pt x="25" y="12"/>
                      <a:pt x="25" y="12"/>
                    </a:cubicBezTo>
                    <a:cubicBezTo>
                      <a:pt x="23" y="8"/>
                      <a:pt x="24" y="3"/>
                      <a:pt x="21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6" name="îŝľîḋè" descr="cdce508b-b7bd-43f1-925a-12ab07f25298">
                <a:extLst>
                  <a:ext uri="{FF2B5EF4-FFF2-40B4-BE49-F238E27FC236}">
                    <a16:creationId xmlns:a16="http://schemas.microsoft.com/office/drawing/2014/main" id="{97BD8B85-E8FB-4A89-A840-590A9770B3D1}"/>
                  </a:ext>
                </a:extLst>
              </p:cNvPr>
              <p:cNvSpPr/>
              <p:nvPr/>
            </p:nvSpPr>
            <p:spPr bwMode="auto">
              <a:xfrm>
                <a:off x="4444100" y="2006645"/>
                <a:ext cx="38787" cy="38787"/>
              </a:xfrm>
              <a:custGeom>
                <a:avLst/>
                <a:gdLst>
                  <a:gd name="T0" fmla="*/ 22 w 46"/>
                  <a:gd name="T1" fmla="*/ 0 h 47"/>
                  <a:gd name="T2" fmla="*/ 15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30 h 47"/>
                  <a:gd name="T14" fmla="*/ 8 w 46"/>
                  <a:gd name="T15" fmla="*/ 30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2 w 46"/>
                  <a:gd name="T23" fmla="*/ 44 h 47"/>
                  <a:gd name="T24" fmla="*/ 21 w 46"/>
                  <a:gd name="T25" fmla="*/ 35 h 47"/>
                  <a:gd name="T26" fmla="*/ 25 w 46"/>
                  <a:gd name="T27" fmla="*/ 45 h 47"/>
                  <a:gd name="T28" fmla="*/ 27 w 46"/>
                  <a:gd name="T29" fmla="*/ 47 h 47"/>
                  <a:gd name="T30" fmla="*/ 28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2 w 46"/>
                  <a:gd name="T37" fmla="*/ 34 h 47"/>
                  <a:gd name="T38" fmla="*/ 33 w 46"/>
                  <a:gd name="T39" fmla="*/ 32 h 47"/>
                  <a:gd name="T40" fmla="*/ 34 w 46"/>
                  <a:gd name="T41" fmla="*/ 32 h 47"/>
                  <a:gd name="T42" fmla="*/ 35 w 46"/>
                  <a:gd name="T43" fmla="*/ 32 h 47"/>
                  <a:gd name="T44" fmla="*/ 45 w 46"/>
                  <a:gd name="T45" fmla="*/ 32 h 47"/>
                  <a:gd name="T46" fmla="*/ 42 w 46"/>
                  <a:gd name="T47" fmla="*/ 27 h 47"/>
                  <a:gd name="T48" fmla="*/ 37 w 46"/>
                  <a:gd name="T49" fmla="*/ 24 h 47"/>
                  <a:gd name="T50" fmla="*/ 38 w 46"/>
                  <a:gd name="T51" fmla="*/ 12 h 47"/>
                  <a:gd name="T52" fmla="*/ 36 w 46"/>
                  <a:gd name="T53" fmla="*/ 11 h 47"/>
                  <a:gd name="T54" fmla="*/ 28 w 46"/>
                  <a:gd name="T55" fmla="*/ 13 h 47"/>
                  <a:gd name="T56" fmla="*/ 27 w 46"/>
                  <a:gd name="T57" fmla="*/ 14 h 47"/>
                  <a:gd name="T58" fmla="*/ 27 w 46"/>
                  <a:gd name="T59" fmla="*/ 14 h 47"/>
                  <a:gd name="T60" fmla="*/ 26 w 46"/>
                  <a:gd name="T61" fmla="*/ 12 h 47"/>
                  <a:gd name="T62" fmla="*/ 22 w 46"/>
                  <a:gd name="T6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4"/>
                      <a:pt x="17" y="7"/>
                      <a:pt x="15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6"/>
                      <a:pt x="7" y="20"/>
                    </a:cubicBezTo>
                    <a:cubicBezTo>
                      <a:pt x="5" y="21"/>
                      <a:pt x="4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30"/>
                      <a:pt x="7" y="30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4"/>
                      <a:pt x="8" y="39"/>
                      <a:pt x="9" y="43"/>
                    </a:cubicBezTo>
                    <a:cubicBezTo>
                      <a:pt x="9" y="44"/>
                      <a:pt x="9" y="44"/>
                      <a:pt x="10" y="45"/>
                    </a:cubicBezTo>
                    <a:cubicBezTo>
                      <a:pt x="10" y="45"/>
                      <a:pt x="10" y="45"/>
                      <a:pt x="11" y="45"/>
                    </a:cubicBezTo>
                    <a:cubicBezTo>
                      <a:pt x="11" y="45"/>
                      <a:pt x="12" y="45"/>
                      <a:pt x="12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6" y="46"/>
                      <a:pt x="27" y="47"/>
                    </a:cubicBezTo>
                    <a:cubicBezTo>
                      <a:pt x="27" y="47"/>
                      <a:pt x="27" y="47"/>
                      <a:pt x="28" y="47"/>
                    </a:cubicBezTo>
                    <a:cubicBezTo>
                      <a:pt x="28" y="47"/>
                      <a:pt x="29" y="47"/>
                      <a:pt x="30" y="46"/>
                    </a:cubicBezTo>
                    <a:cubicBezTo>
                      <a:pt x="31" y="45"/>
                      <a:pt x="31" y="44"/>
                      <a:pt x="31" y="42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2" y="33"/>
                      <a:pt x="33" y="33"/>
                      <a:pt x="33" y="32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5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7"/>
                    </a:cubicBezTo>
                    <a:cubicBezTo>
                      <a:pt x="40" y="26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8" y="11"/>
                      <a:pt x="37" y="11"/>
                      <a:pt x="36" y="11"/>
                    </a:cubicBezTo>
                    <a:cubicBezTo>
                      <a:pt x="33" y="11"/>
                      <a:pt x="31" y="12"/>
                      <a:pt x="28" y="13"/>
                    </a:cubicBezTo>
                    <a:cubicBezTo>
                      <a:pt x="28" y="14"/>
                      <a:pt x="28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3"/>
                      <a:pt x="26" y="12"/>
                    </a:cubicBezTo>
                    <a:cubicBezTo>
                      <a:pt x="24" y="8"/>
                      <a:pt x="25" y="3"/>
                      <a:pt x="22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7" name="íṣḷíḑê" descr="6ef706ba-e1c5-46c2-8407-0da9a7768f6b">
                <a:extLst>
                  <a:ext uri="{FF2B5EF4-FFF2-40B4-BE49-F238E27FC236}">
                    <a16:creationId xmlns:a16="http://schemas.microsoft.com/office/drawing/2014/main" id="{9E78A081-2EB9-4C5A-80D2-92DCF52CAB1F}"/>
                  </a:ext>
                </a:extLst>
              </p:cNvPr>
              <p:cNvSpPr/>
              <p:nvPr/>
            </p:nvSpPr>
            <p:spPr bwMode="auto">
              <a:xfrm>
                <a:off x="4358770" y="1905800"/>
                <a:ext cx="39894" cy="39895"/>
              </a:xfrm>
              <a:custGeom>
                <a:avLst/>
                <a:gdLst>
                  <a:gd name="T0" fmla="*/ 22 w 46"/>
                  <a:gd name="T1" fmla="*/ 0 h 47"/>
                  <a:gd name="T2" fmla="*/ 16 w 46"/>
                  <a:gd name="T3" fmla="*/ 12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4 h 47"/>
                  <a:gd name="T10" fmla="*/ 1 w 46"/>
                  <a:gd name="T11" fmla="*/ 29 h 47"/>
                  <a:gd name="T12" fmla="*/ 7 w 46"/>
                  <a:gd name="T13" fmla="*/ 30 h 47"/>
                  <a:gd name="T14" fmla="*/ 8 w 46"/>
                  <a:gd name="T15" fmla="*/ 30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2 w 46"/>
                  <a:gd name="T23" fmla="*/ 45 h 47"/>
                  <a:gd name="T24" fmla="*/ 21 w 46"/>
                  <a:gd name="T25" fmla="*/ 36 h 47"/>
                  <a:gd name="T26" fmla="*/ 25 w 46"/>
                  <a:gd name="T27" fmla="*/ 45 h 47"/>
                  <a:gd name="T28" fmla="*/ 27 w 46"/>
                  <a:gd name="T29" fmla="*/ 47 h 47"/>
                  <a:gd name="T30" fmla="*/ 28 w 46"/>
                  <a:gd name="T31" fmla="*/ 47 h 47"/>
                  <a:gd name="T32" fmla="*/ 30 w 46"/>
                  <a:gd name="T33" fmla="*/ 46 h 47"/>
                  <a:gd name="T34" fmla="*/ 31 w 46"/>
                  <a:gd name="T35" fmla="*/ 43 h 47"/>
                  <a:gd name="T36" fmla="*/ 32 w 46"/>
                  <a:gd name="T37" fmla="*/ 34 h 47"/>
                  <a:gd name="T38" fmla="*/ 33 w 46"/>
                  <a:gd name="T39" fmla="*/ 33 h 47"/>
                  <a:gd name="T40" fmla="*/ 34 w 46"/>
                  <a:gd name="T41" fmla="*/ 32 h 47"/>
                  <a:gd name="T42" fmla="*/ 35 w 46"/>
                  <a:gd name="T43" fmla="*/ 32 h 47"/>
                  <a:gd name="T44" fmla="*/ 45 w 46"/>
                  <a:gd name="T45" fmla="*/ 32 h 47"/>
                  <a:gd name="T46" fmla="*/ 42 w 46"/>
                  <a:gd name="T47" fmla="*/ 28 h 47"/>
                  <a:gd name="T48" fmla="*/ 37 w 46"/>
                  <a:gd name="T49" fmla="*/ 24 h 47"/>
                  <a:gd name="T50" fmla="*/ 38 w 46"/>
                  <a:gd name="T51" fmla="*/ 12 h 47"/>
                  <a:gd name="T52" fmla="*/ 35 w 46"/>
                  <a:gd name="T53" fmla="*/ 11 h 47"/>
                  <a:gd name="T54" fmla="*/ 28 w 46"/>
                  <a:gd name="T55" fmla="*/ 14 h 47"/>
                  <a:gd name="T56" fmla="*/ 27 w 46"/>
                  <a:gd name="T57" fmla="*/ 14 h 47"/>
                  <a:gd name="T58" fmla="*/ 26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4"/>
                      <a:pt x="17" y="8"/>
                      <a:pt x="16" y="12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7"/>
                      <a:pt x="7" y="20"/>
                    </a:cubicBezTo>
                    <a:cubicBezTo>
                      <a:pt x="5" y="21"/>
                      <a:pt x="4" y="22"/>
                      <a:pt x="2" y="24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30"/>
                      <a:pt x="5" y="30"/>
                      <a:pt x="7" y="30"/>
                    </a:cubicBezTo>
                    <a:cubicBezTo>
                      <a:pt x="7" y="30"/>
                      <a:pt x="8" y="30"/>
                      <a:pt x="8" y="30"/>
                    </a:cubicBezTo>
                    <a:cubicBezTo>
                      <a:pt x="8" y="34"/>
                      <a:pt x="8" y="39"/>
                      <a:pt x="9" y="43"/>
                    </a:cubicBezTo>
                    <a:cubicBezTo>
                      <a:pt x="9" y="44"/>
                      <a:pt x="9" y="45"/>
                      <a:pt x="10" y="45"/>
                    </a:cubicBezTo>
                    <a:cubicBezTo>
                      <a:pt x="10" y="45"/>
                      <a:pt x="10" y="45"/>
                      <a:pt x="11" y="45"/>
                    </a:cubicBezTo>
                    <a:cubicBezTo>
                      <a:pt x="11" y="45"/>
                      <a:pt x="12" y="45"/>
                      <a:pt x="12" y="45"/>
                    </a:cubicBezTo>
                    <a:cubicBezTo>
                      <a:pt x="16" y="42"/>
                      <a:pt x="19" y="39"/>
                      <a:pt x="21" y="3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6" y="47"/>
                      <a:pt x="27" y="47"/>
                    </a:cubicBezTo>
                    <a:cubicBezTo>
                      <a:pt x="27" y="47"/>
                      <a:pt x="27" y="47"/>
                      <a:pt x="28" y="47"/>
                    </a:cubicBezTo>
                    <a:cubicBezTo>
                      <a:pt x="29" y="47"/>
                      <a:pt x="29" y="47"/>
                      <a:pt x="30" y="46"/>
                    </a:cubicBezTo>
                    <a:cubicBezTo>
                      <a:pt x="31" y="45"/>
                      <a:pt x="31" y="44"/>
                      <a:pt x="31" y="43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3" y="33"/>
                      <a:pt x="33" y="33"/>
                      <a:pt x="33" y="33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5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8"/>
                    </a:cubicBezTo>
                    <a:cubicBezTo>
                      <a:pt x="40" y="27"/>
                      <a:pt x="38" y="26"/>
                      <a:pt x="37" y="24"/>
                    </a:cubicBezTo>
                    <a:cubicBezTo>
                      <a:pt x="35" y="21"/>
                      <a:pt x="40" y="16"/>
                      <a:pt x="38" y="12"/>
                    </a:cubicBezTo>
                    <a:cubicBezTo>
                      <a:pt x="38" y="11"/>
                      <a:pt x="37" y="11"/>
                      <a:pt x="35" y="11"/>
                    </a:cubicBezTo>
                    <a:cubicBezTo>
                      <a:pt x="33" y="11"/>
                      <a:pt x="31" y="13"/>
                      <a:pt x="28" y="14"/>
                    </a:cubicBezTo>
                    <a:cubicBezTo>
                      <a:pt x="28" y="14"/>
                      <a:pt x="28" y="14"/>
                      <a:pt x="27" y="14"/>
                    </a:cubicBezTo>
                    <a:cubicBezTo>
                      <a:pt x="26" y="14"/>
                      <a:pt x="26" y="13"/>
                      <a:pt x="26" y="12"/>
                    </a:cubicBezTo>
                    <a:cubicBezTo>
                      <a:pt x="24" y="9"/>
                      <a:pt x="25" y="4"/>
                      <a:pt x="22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8" name="íŝ1îḋè" descr="f2541cdc-5acc-4781-a8ac-2717a1c3fe28">
                <a:extLst>
                  <a:ext uri="{FF2B5EF4-FFF2-40B4-BE49-F238E27FC236}">
                    <a16:creationId xmlns:a16="http://schemas.microsoft.com/office/drawing/2014/main" id="{5CD2938E-9A56-47EF-B530-5E485FF5ABC1}"/>
                  </a:ext>
                </a:extLst>
              </p:cNvPr>
              <p:cNvSpPr/>
              <p:nvPr/>
            </p:nvSpPr>
            <p:spPr bwMode="auto">
              <a:xfrm>
                <a:off x="4723361" y="1929072"/>
                <a:ext cx="33245" cy="39895"/>
              </a:xfrm>
              <a:custGeom>
                <a:avLst/>
                <a:gdLst>
                  <a:gd name="T0" fmla="*/ 21 w 39"/>
                  <a:gd name="T1" fmla="*/ 39 h 47"/>
                  <a:gd name="T2" fmla="*/ 23 w 39"/>
                  <a:gd name="T3" fmla="*/ 45 h 47"/>
                  <a:gd name="T4" fmla="*/ 25 w 39"/>
                  <a:gd name="T5" fmla="*/ 47 h 47"/>
                  <a:gd name="T6" fmla="*/ 26 w 39"/>
                  <a:gd name="T7" fmla="*/ 47 h 47"/>
                  <a:gd name="T8" fmla="*/ 28 w 39"/>
                  <a:gd name="T9" fmla="*/ 46 h 47"/>
                  <a:gd name="T10" fmla="*/ 29 w 39"/>
                  <a:gd name="T11" fmla="*/ 43 h 47"/>
                  <a:gd name="T12" fmla="*/ 30 w 39"/>
                  <a:gd name="T13" fmla="*/ 40 h 47"/>
                  <a:gd name="T14" fmla="*/ 21 w 39"/>
                  <a:gd name="T15" fmla="*/ 39 h 47"/>
                  <a:gd name="T16" fmla="*/ 7 w 39"/>
                  <a:gd name="T17" fmla="*/ 36 h 47"/>
                  <a:gd name="T18" fmla="*/ 7 w 39"/>
                  <a:gd name="T19" fmla="*/ 43 h 47"/>
                  <a:gd name="T20" fmla="*/ 8 w 39"/>
                  <a:gd name="T21" fmla="*/ 45 h 47"/>
                  <a:gd name="T22" fmla="*/ 9 w 39"/>
                  <a:gd name="T23" fmla="*/ 45 h 47"/>
                  <a:gd name="T24" fmla="*/ 11 w 39"/>
                  <a:gd name="T25" fmla="*/ 45 h 47"/>
                  <a:gd name="T26" fmla="*/ 18 w 39"/>
                  <a:gd name="T27" fmla="*/ 38 h 47"/>
                  <a:gd name="T28" fmla="*/ 7 w 39"/>
                  <a:gd name="T29" fmla="*/ 36 h 47"/>
                  <a:gd name="T30" fmla="*/ 20 w 39"/>
                  <a:gd name="T31" fmla="*/ 0 h 47"/>
                  <a:gd name="T32" fmla="*/ 14 w 39"/>
                  <a:gd name="T33" fmla="*/ 11 h 47"/>
                  <a:gd name="T34" fmla="*/ 4 w 39"/>
                  <a:gd name="T35" fmla="*/ 8 h 47"/>
                  <a:gd name="T36" fmla="*/ 5 w 39"/>
                  <a:gd name="T37" fmla="*/ 20 h 47"/>
                  <a:gd name="T38" fmla="*/ 1 w 39"/>
                  <a:gd name="T39" fmla="*/ 24 h 47"/>
                  <a:gd name="T40" fmla="*/ 0 w 39"/>
                  <a:gd name="T41" fmla="*/ 24 h 47"/>
                  <a:gd name="T42" fmla="*/ 7 w 39"/>
                  <a:gd name="T43" fmla="*/ 24 h 47"/>
                  <a:gd name="T44" fmla="*/ 36 w 39"/>
                  <a:gd name="T45" fmla="*/ 25 h 47"/>
                  <a:gd name="T46" fmla="*/ 36 w 39"/>
                  <a:gd name="T47" fmla="*/ 24 h 47"/>
                  <a:gd name="T48" fmla="*/ 37 w 39"/>
                  <a:gd name="T49" fmla="*/ 12 h 47"/>
                  <a:gd name="T50" fmla="*/ 34 w 39"/>
                  <a:gd name="T51" fmla="*/ 11 h 47"/>
                  <a:gd name="T52" fmla="*/ 27 w 39"/>
                  <a:gd name="T53" fmla="*/ 14 h 47"/>
                  <a:gd name="T54" fmla="*/ 26 w 39"/>
                  <a:gd name="T55" fmla="*/ 14 h 47"/>
                  <a:gd name="T56" fmla="*/ 26 w 39"/>
                  <a:gd name="T57" fmla="*/ 14 h 47"/>
                  <a:gd name="T58" fmla="*/ 24 w 39"/>
                  <a:gd name="T59" fmla="*/ 12 h 47"/>
                  <a:gd name="T60" fmla="*/ 20 w 39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9" h="47">
                    <a:moveTo>
                      <a:pt x="21" y="39"/>
                    </a:moveTo>
                    <a:cubicBezTo>
                      <a:pt x="23" y="45"/>
                      <a:pt x="23" y="45"/>
                      <a:pt x="23" y="45"/>
                    </a:cubicBezTo>
                    <a:cubicBezTo>
                      <a:pt x="24" y="46"/>
                      <a:pt x="24" y="47"/>
                      <a:pt x="25" y="47"/>
                    </a:cubicBezTo>
                    <a:cubicBezTo>
                      <a:pt x="25" y="47"/>
                      <a:pt x="26" y="47"/>
                      <a:pt x="26" y="47"/>
                    </a:cubicBezTo>
                    <a:cubicBezTo>
                      <a:pt x="27" y="47"/>
                      <a:pt x="28" y="47"/>
                      <a:pt x="28" y="46"/>
                    </a:cubicBezTo>
                    <a:cubicBezTo>
                      <a:pt x="29" y="45"/>
                      <a:pt x="29" y="44"/>
                      <a:pt x="29" y="43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7" y="40"/>
                      <a:pt x="24" y="39"/>
                      <a:pt x="21" y="39"/>
                    </a:cubicBezTo>
                    <a:moveTo>
                      <a:pt x="7" y="36"/>
                    </a:moveTo>
                    <a:cubicBezTo>
                      <a:pt x="7" y="39"/>
                      <a:pt x="7" y="41"/>
                      <a:pt x="7" y="43"/>
                    </a:cubicBezTo>
                    <a:cubicBezTo>
                      <a:pt x="7" y="44"/>
                      <a:pt x="8" y="45"/>
                      <a:pt x="8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5"/>
                      <a:pt x="10" y="45"/>
                      <a:pt x="11" y="45"/>
                    </a:cubicBezTo>
                    <a:cubicBezTo>
                      <a:pt x="14" y="43"/>
                      <a:pt x="16" y="41"/>
                      <a:pt x="18" y="38"/>
                    </a:cubicBezTo>
                    <a:cubicBezTo>
                      <a:pt x="14" y="37"/>
                      <a:pt x="10" y="37"/>
                      <a:pt x="7" y="36"/>
                    </a:cubicBezTo>
                    <a:moveTo>
                      <a:pt x="20" y="0"/>
                    </a:moveTo>
                    <a:cubicBezTo>
                      <a:pt x="18" y="4"/>
                      <a:pt x="15" y="7"/>
                      <a:pt x="14" y="11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12"/>
                      <a:pt x="3" y="17"/>
                      <a:pt x="5" y="20"/>
                    </a:cubicBezTo>
                    <a:cubicBezTo>
                      <a:pt x="4" y="21"/>
                      <a:pt x="2" y="22"/>
                      <a:pt x="1" y="24"/>
                    </a:cubicBezTo>
                    <a:cubicBezTo>
                      <a:pt x="1" y="24"/>
                      <a:pt x="0" y="24"/>
                      <a:pt x="0" y="24"/>
                    </a:cubicBezTo>
                    <a:cubicBezTo>
                      <a:pt x="2" y="24"/>
                      <a:pt x="4" y="24"/>
                      <a:pt x="7" y="24"/>
                    </a:cubicBezTo>
                    <a:cubicBezTo>
                      <a:pt x="16" y="24"/>
                      <a:pt x="26" y="24"/>
                      <a:pt x="36" y="25"/>
                    </a:cubicBezTo>
                    <a:cubicBezTo>
                      <a:pt x="36" y="25"/>
                      <a:pt x="36" y="24"/>
                      <a:pt x="36" y="24"/>
                    </a:cubicBezTo>
                    <a:cubicBezTo>
                      <a:pt x="34" y="21"/>
                      <a:pt x="39" y="15"/>
                      <a:pt x="37" y="12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2" y="11"/>
                      <a:pt x="29" y="13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4" y="13"/>
                      <a:pt x="24" y="12"/>
                    </a:cubicBezTo>
                    <a:cubicBezTo>
                      <a:pt x="22" y="8"/>
                      <a:pt x="23" y="4"/>
                      <a:pt x="20" y="0"/>
                    </a:cubicBezTo>
                  </a:path>
                </a:pathLst>
              </a:custGeom>
              <a:solidFill>
                <a:srgbClr val="B3CE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59" name="ïSḻíḓè" descr="4b451cb4-26db-4c8c-8c39-a5e4dea7e875">
                <a:extLst>
                  <a:ext uri="{FF2B5EF4-FFF2-40B4-BE49-F238E27FC236}">
                    <a16:creationId xmlns:a16="http://schemas.microsoft.com/office/drawing/2014/main" id="{D3E31B78-7B53-40D9-AA90-C5FEE4CEAB48}"/>
                  </a:ext>
                </a:extLst>
              </p:cNvPr>
              <p:cNvSpPr/>
              <p:nvPr/>
            </p:nvSpPr>
            <p:spPr bwMode="auto">
              <a:xfrm>
                <a:off x="4722253" y="1950127"/>
                <a:ext cx="38787" cy="13298"/>
              </a:xfrm>
              <a:custGeom>
                <a:avLst/>
                <a:gdLst>
                  <a:gd name="T0" fmla="*/ 8 w 45"/>
                  <a:gd name="T1" fmla="*/ 0 h 16"/>
                  <a:gd name="T2" fmla="*/ 1 w 45"/>
                  <a:gd name="T3" fmla="*/ 0 h 16"/>
                  <a:gd name="T4" fmla="*/ 0 w 45"/>
                  <a:gd name="T5" fmla="*/ 5 h 16"/>
                  <a:gd name="T6" fmla="*/ 7 w 45"/>
                  <a:gd name="T7" fmla="*/ 6 h 16"/>
                  <a:gd name="T8" fmla="*/ 8 w 45"/>
                  <a:gd name="T9" fmla="*/ 6 h 16"/>
                  <a:gd name="T10" fmla="*/ 8 w 45"/>
                  <a:gd name="T11" fmla="*/ 12 h 16"/>
                  <a:gd name="T12" fmla="*/ 19 w 45"/>
                  <a:gd name="T13" fmla="*/ 14 h 16"/>
                  <a:gd name="T14" fmla="*/ 20 w 45"/>
                  <a:gd name="T15" fmla="*/ 12 h 16"/>
                  <a:gd name="T16" fmla="*/ 22 w 45"/>
                  <a:gd name="T17" fmla="*/ 15 h 16"/>
                  <a:gd name="T18" fmla="*/ 31 w 45"/>
                  <a:gd name="T19" fmla="*/ 16 h 16"/>
                  <a:gd name="T20" fmla="*/ 32 w 45"/>
                  <a:gd name="T21" fmla="*/ 10 h 16"/>
                  <a:gd name="T22" fmla="*/ 33 w 45"/>
                  <a:gd name="T23" fmla="*/ 8 h 16"/>
                  <a:gd name="T24" fmla="*/ 34 w 45"/>
                  <a:gd name="T25" fmla="*/ 8 h 16"/>
                  <a:gd name="T26" fmla="*/ 45 w 45"/>
                  <a:gd name="T27" fmla="*/ 8 h 16"/>
                  <a:gd name="T28" fmla="*/ 42 w 45"/>
                  <a:gd name="T29" fmla="*/ 4 h 16"/>
                  <a:gd name="T30" fmla="*/ 37 w 45"/>
                  <a:gd name="T31" fmla="*/ 1 h 16"/>
                  <a:gd name="T32" fmla="*/ 8 w 45"/>
                  <a:gd name="T3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5" h="16">
                    <a:moveTo>
                      <a:pt x="8" y="0"/>
                    </a:moveTo>
                    <a:cubicBezTo>
                      <a:pt x="5" y="0"/>
                      <a:pt x="3" y="0"/>
                      <a:pt x="1" y="0"/>
                    </a:cubicBezTo>
                    <a:cubicBezTo>
                      <a:pt x="0" y="1"/>
                      <a:pt x="0" y="3"/>
                      <a:pt x="0" y="5"/>
                    </a:cubicBezTo>
                    <a:cubicBezTo>
                      <a:pt x="2" y="6"/>
                      <a:pt x="4" y="6"/>
                      <a:pt x="7" y="6"/>
                    </a:cubicBezTo>
                    <a:cubicBezTo>
                      <a:pt x="7" y="6"/>
                      <a:pt x="7" y="6"/>
                      <a:pt x="8" y="6"/>
                    </a:cubicBezTo>
                    <a:cubicBezTo>
                      <a:pt x="7" y="8"/>
                      <a:pt x="7" y="10"/>
                      <a:pt x="8" y="12"/>
                    </a:cubicBezTo>
                    <a:cubicBezTo>
                      <a:pt x="11" y="13"/>
                      <a:pt x="15" y="13"/>
                      <a:pt x="19" y="14"/>
                    </a:cubicBezTo>
                    <a:cubicBezTo>
                      <a:pt x="19" y="13"/>
                      <a:pt x="20" y="12"/>
                      <a:pt x="20" y="12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5" y="15"/>
                      <a:pt x="28" y="16"/>
                      <a:pt x="31" y="16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8"/>
                      <a:pt x="33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8" y="8"/>
                      <a:pt x="41" y="8"/>
                      <a:pt x="45" y="8"/>
                    </a:cubicBezTo>
                    <a:cubicBezTo>
                      <a:pt x="45" y="6"/>
                      <a:pt x="43" y="4"/>
                      <a:pt x="42" y="4"/>
                    </a:cubicBezTo>
                    <a:cubicBezTo>
                      <a:pt x="40" y="3"/>
                      <a:pt x="38" y="2"/>
                      <a:pt x="37" y="1"/>
                    </a:cubicBezTo>
                    <a:cubicBezTo>
                      <a:pt x="27" y="0"/>
                      <a:pt x="17" y="0"/>
                      <a:pt x="8" y="0"/>
                    </a:cubicBezTo>
                  </a:path>
                </a:pathLst>
              </a:custGeom>
              <a:solidFill>
                <a:srgbClr val="689D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0" name="íṡ1íḍè" descr="c00d9516-d0d1-45cb-8c4a-af7ae4556691">
                <a:extLst>
                  <a:ext uri="{FF2B5EF4-FFF2-40B4-BE49-F238E27FC236}">
                    <a16:creationId xmlns:a16="http://schemas.microsoft.com/office/drawing/2014/main" id="{2843E57E-28B4-4EF7-9FB2-0102FAEA3137}"/>
                  </a:ext>
                </a:extLst>
              </p:cNvPr>
              <p:cNvSpPr/>
              <p:nvPr/>
            </p:nvSpPr>
            <p:spPr bwMode="auto">
              <a:xfrm>
                <a:off x="4546052" y="1910233"/>
                <a:ext cx="38787" cy="39895"/>
              </a:xfrm>
              <a:custGeom>
                <a:avLst/>
                <a:gdLst>
                  <a:gd name="T0" fmla="*/ 22 w 46"/>
                  <a:gd name="T1" fmla="*/ 0 h 47"/>
                  <a:gd name="T2" fmla="*/ 16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29 h 47"/>
                  <a:gd name="T14" fmla="*/ 8 w 46"/>
                  <a:gd name="T15" fmla="*/ 29 h 47"/>
                  <a:gd name="T16" fmla="*/ 9 w 46"/>
                  <a:gd name="T17" fmla="*/ 43 h 47"/>
                  <a:gd name="T18" fmla="*/ 10 w 46"/>
                  <a:gd name="T19" fmla="*/ 45 h 47"/>
                  <a:gd name="T20" fmla="*/ 11 w 46"/>
                  <a:gd name="T21" fmla="*/ 45 h 47"/>
                  <a:gd name="T22" fmla="*/ 12 w 46"/>
                  <a:gd name="T23" fmla="*/ 44 h 47"/>
                  <a:gd name="T24" fmla="*/ 21 w 46"/>
                  <a:gd name="T25" fmla="*/ 35 h 47"/>
                  <a:gd name="T26" fmla="*/ 25 w 46"/>
                  <a:gd name="T27" fmla="*/ 44 h 47"/>
                  <a:gd name="T28" fmla="*/ 27 w 46"/>
                  <a:gd name="T29" fmla="*/ 47 h 47"/>
                  <a:gd name="T30" fmla="*/ 28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3 w 46"/>
                  <a:gd name="T37" fmla="*/ 33 h 47"/>
                  <a:gd name="T38" fmla="*/ 33 w 46"/>
                  <a:gd name="T39" fmla="*/ 32 h 47"/>
                  <a:gd name="T40" fmla="*/ 34 w 46"/>
                  <a:gd name="T41" fmla="*/ 32 h 47"/>
                  <a:gd name="T42" fmla="*/ 35 w 46"/>
                  <a:gd name="T43" fmla="*/ 32 h 47"/>
                  <a:gd name="T44" fmla="*/ 45 w 46"/>
                  <a:gd name="T45" fmla="*/ 32 h 47"/>
                  <a:gd name="T46" fmla="*/ 42 w 46"/>
                  <a:gd name="T47" fmla="*/ 27 h 47"/>
                  <a:gd name="T48" fmla="*/ 37 w 46"/>
                  <a:gd name="T49" fmla="*/ 24 h 47"/>
                  <a:gd name="T50" fmla="*/ 38 w 46"/>
                  <a:gd name="T51" fmla="*/ 12 h 47"/>
                  <a:gd name="T52" fmla="*/ 36 w 46"/>
                  <a:gd name="T53" fmla="*/ 10 h 47"/>
                  <a:gd name="T54" fmla="*/ 28 w 46"/>
                  <a:gd name="T55" fmla="*/ 13 h 47"/>
                  <a:gd name="T56" fmla="*/ 27 w 46"/>
                  <a:gd name="T57" fmla="*/ 14 h 47"/>
                  <a:gd name="T58" fmla="*/ 26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3"/>
                      <a:pt x="17" y="7"/>
                      <a:pt x="16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6"/>
                      <a:pt x="7" y="20"/>
                    </a:cubicBezTo>
                    <a:cubicBezTo>
                      <a:pt x="5" y="21"/>
                      <a:pt x="4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29"/>
                      <a:pt x="7" y="29"/>
                    </a:cubicBezTo>
                    <a:cubicBezTo>
                      <a:pt x="7" y="29"/>
                      <a:pt x="8" y="29"/>
                      <a:pt x="8" y="29"/>
                    </a:cubicBezTo>
                    <a:cubicBezTo>
                      <a:pt x="8" y="34"/>
                      <a:pt x="8" y="38"/>
                      <a:pt x="9" y="43"/>
                    </a:cubicBezTo>
                    <a:cubicBezTo>
                      <a:pt x="9" y="44"/>
                      <a:pt x="9" y="44"/>
                      <a:pt x="10" y="45"/>
                    </a:cubicBezTo>
                    <a:cubicBezTo>
                      <a:pt x="10" y="45"/>
                      <a:pt x="10" y="45"/>
                      <a:pt x="11" y="45"/>
                    </a:cubicBezTo>
                    <a:cubicBezTo>
                      <a:pt x="11" y="45"/>
                      <a:pt x="12" y="45"/>
                      <a:pt x="12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6" y="46"/>
                      <a:pt x="27" y="47"/>
                    </a:cubicBezTo>
                    <a:cubicBezTo>
                      <a:pt x="27" y="47"/>
                      <a:pt x="27" y="47"/>
                      <a:pt x="28" y="47"/>
                    </a:cubicBezTo>
                    <a:cubicBezTo>
                      <a:pt x="29" y="47"/>
                      <a:pt x="29" y="46"/>
                      <a:pt x="30" y="46"/>
                    </a:cubicBezTo>
                    <a:cubicBezTo>
                      <a:pt x="31" y="45"/>
                      <a:pt x="31" y="43"/>
                      <a:pt x="31" y="42"/>
                    </a:cubicBezTo>
                    <a:cubicBezTo>
                      <a:pt x="33" y="33"/>
                      <a:pt x="33" y="33"/>
                      <a:pt x="33" y="33"/>
                    </a:cubicBezTo>
                    <a:cubicBezTo>
                      <a:pt x="33" y="33"/>
                      <a:pt x="33" y="33"/>
                      <a:pt x="33" y="32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5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7"/>
                    </a:cubicBezTo>
                    <a:cubicBezTo>
                      <a:pt x="40" y="26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8" y="11"/>
                      <a:pt x="37" y="10"/>
                      <a:pt x="36" y="10"/>
                    </a:cubicBezTo>
                    <a:cubicBezTo>
                      <a:pt x="33" y="10"/>
                      <a:pt x="31" y="12"/>
                      <a:pt x="28" y="13"/>
                    </a:cubicBezTo>
                    <a:cubicBezTo>
                      <a:pt x="28" y="13"/>
                      <a:pt x="28" y="14"/>
                      <a:pt x="27" y="14"/>
                    </a:cubicBezTo>
                    <a:cubicBezTo>
                      <a:pt x="26" y="14"/>
                      <a:pt x="26" y="13"/>
                      <a:pt x="26" y="12"/>
                    </a:cubicBezTo>
                    <a:cubicBezTo>
                      <a:pt x="24" y="8"/>
                      <a:pt x="25" y="3"/>
                      <a:pt x="22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1" name="ïŝ1ïḓê" descr="507fc2d6-3315-49d5-8853-1e004e89bcbc">
                <a:extLst>
                  <a:ext uri="{FF2B5EF4-FFF2-40B4-BE49-F238E27FC236}">
                    <a16:creationId xmlns:a16="http://schemas.microsoft.com/office/drawing/2014/main" id="{F1031E88-4408-4D6A-AA98-420145B514BD}"/>
                  </a:ext>
                </a:extLst>
              </p:cNvPr>
              <p:cNvSpPr/>
              <p:nvPr/>
            </p:nvSpPr>
            <p:spPr bwMode="auto">
              <a:xfrm>
                <a:off x="4490643" y="1934613"/>
                <a:ext cx="38787" cy="38787"/>
              </a:xfrm>
              <a:custGeom>
                <a:avLst/>
                <a:gdLst>
                  <a:gd name="T0" fmla="*/ 22 w 46"/>
                  <a:gd name="T1" fmla="*/ 0 h 46"/>
                  <a:gd name="T2" fmla="*/ 15 w 46"/>
                  <a:gd name="T3" fmla="*/ 11 h 46"/>
                  <a:gd name="T4" fmla="*/ 5 w 46"/>
                  <a:gd name="T5" fmla="*/ 7 h 46"/>
                  <a:gd name="T6" fmla="*/ 7 w 46"/>
                  <a:gd name="T7" fmla="*/ 19 h 46"/>
                  <a:gd name="T8" fmla="*/ 2 w 46"/>
                  <a:gd name="T9" fmla="*/ 23 h 46"/>
                  <a:gd name="T10" fmla="*/ 1 w 46"/>
                  <a:gd name="T11" fmla="*/ 28 h 46"/>
                  <a:gd name="T12" fmla="*/ 7 w 46"/>
                  <a:gd name="T13" fmla="*/ 29 h 46"/>
                  <a:gd name="T14" fmla="*/ 8 w 46"/>
                  <a:gd name="T15" fmla="*/ 29 h 46"/>
                  <a:gd name="T16" fmla="*/ 9 w 46"/>
                  <a:gd name="T17" fmla="*/ 42 h 46"/>
                  <a:gd name="T18" fmla="*/ 10 w 46"/>
                  <a:gd name="T19" fmla="*/ 44 h 46"/>
                  <a:gd name="T20" fmla="*/ 10 w 46"/>
                  <a:gd name="T21" fmla="*/ 44 h 46"/>
                  <a:gd name="T22" fmla="*/ 12 w 46"/>
                  <a:gd name="T23" fmla="*/ 44 h 46"/>
                  <a:gd name="T24" fmla="*/ 21 w 46"/>
                  <a:gd name="T25" fmla="*/ 35 h 46"/>
                  <a:gd name="T26" fmla="*/ 25 w 46"/>
                  <a:gd name="T27" fmla="*/ 44 h 46"/>
                  <a:gd name="T28" fmla="*/ 26 w 46"/>
                  <a:gd name="T29" fmla="*/ 46 h 46"/>
                  <a:gd name="T30" fmla="*/ 27 w 46"/>
                  <a:gd name="T31" fmla="*/ 46 h 46"/>
                  <a:gd name="T32" fmla="*/ 30 w 46"/>
                  <a:gd name="T33" fmla="*/ 45 h 46"/>
                  <a:gd name="T34" fmla="*/ 31 w 46"/>
                  <a:gd name="T35" fmla="*/ 42 h 46"/>
                  <a:gd name="T36" fmla="*/ 32 w 46"/>
                  <a:gd name="T37" fmla="*/ 33 h 46"/>
                  <a:gd name="T38" fmla="*/ 33 w 46"/>
                  <a:gd name="T39" fmla="*/ 32 h 46"/>
                  <a:gd name="T40" fmla="*/ 34 w 46"/>
                  <a:gd name="T41" fmla="*/ 31 h 46"/>
                  <a:gd name="T42" fmla="*/ 34 w 46"/>
                  <a:gd name="T43" fmla="*/ 31 h 46"/>
                  <a:gd name="T44" fmla="*/ 45 w 46"/>
                  <a:gd name="T45" fmla="*/ 31 h 46"/>
                  <a:gd name="T46" fmla="*/ 42 w 46"/>
                  <a:gd name="T47" fmla="*/ 27 h 46"/>
                  <a:gd name="T48" fmla="*/ 37 w 46"/>
                  <a:gd name="T49" fmla="*/ 23 h 46"/>
                  <a:gd name="T50" fmla="*/ 38 w 46"/>
                  <a:gd name="T51" fmla="*/ 11 h 46"/>
                  <a:gd name="T52" fmla="*/ 35 w 46"/>
                  <a:gd name="T53" fmla="*/ 10 h 46"/>
                  <a:gd name="T54" fmla="*/ 28 w 46"/>
                  <a:gd name="T55" fmla="*/ 13 h 46"/>
                  <a:gd name="T56" fmla="*/ 27 w 46"/>
                  <a:gd name="T57" fmla="*/ 13 h 46"/>
                  <a:gd name="T58" fmla="*/ 25 w 46"/>
                  <a:gd name="T59" fmla="*/ 12 h 46"/>
                  <a:gd name="T60" fmla="*/ 22 w 46"/>
                  <a:gd name="T6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6">
                    <a:moveTo>
                      <a:pt x="22" y="0"/>
                    </a:moveTo>
                    <a:cubicBezTo>
                      <a:pt x="19" y="3"/>
                      <a:pt x="17" y="7"/>
                      <a:pt x="15" y="11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11"/>
                      <a:pt x="5" y="16"/>
                      <a:pt x="7" y="19"/>
                    </a:cubicBezTo>
                    <a:cubicBezTo>
                      <a:pt x="5" y="20"/>
                      <a:pt x="3" y="21"/>
                      <a:pt x="2" y="23"/>
                    </a:cubicBezTo>
                    <a:cubicBezTo>
                      <a:pt x="0" y="24"/>
                      <a:pt x="0" y="26"/>
                      <a:pt x="1" y="28"/>
                    </a:cubicBezTo>
                    <a:cubicBezTo>
                      <a:pt x="3" y="29"/>
                      <a:pt x="5" y="29"/>
                      <a:pt x="7" y="29"/>
                    </a:cubicBezTo>
                    <a:cubicBezTo>
                      <a:pt x="7" y="29"/>
                      <a:pt x="8" y="29"/>
                      <a:pt x="8" y="29"/>
                    </a:cubicBezTo>
                    <a:cubicBezTo>
                      <a:pt x="8" y="33"/>
                      <a:pt x="8" y="38"/>
                      <a:pt x="9" y="42"/>
                    </a:cubicBezTo>
                    <a:cubicBezTo>
                      <a:pt x="9" y="43"/>
                      <a:pt x="9" y="44"/>
                      <a:pt x="10" y="44"/>
                    </a:cubicBezTo>
                    <a:cubicBezTo>
                      <a:pt x="10" y="44"/>
                      <a:pt x="10" y="44"/>
                      <a:pt x="10" y="44"/>
                    </a:cubicBezTo>
                    <a:cubicBezTo>
                      <a:pt x="11" y="44"/>
                      <a:pt x="12" y="44"/>
                      <a:pt x="12" y="44"/>
                    </a:cubicBezTo>
                    <a:cubicBezTo>
                      <a:pt x="16" y="41"/>
                      <a:pt x="19" y="38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6" y="46"/>
                      <a:pt x="26" y="46"/>
                    </a:cubicBezTo>
                    <a:cubicBezTo>
                      <a:pt x="27" y="46"/>
                      <a:pt x="27" y="46"/>
                      <a:pt x="27" y="46"/>
                    </a:cubicBezTo>
                    <a:cubicBezTo>
                      <a:pt x="28" y="46"/>
                      <a:pt x="29" y="46"/>
                      <a:pt x="30" y="45"/>
                    </a:cubicBezTo>
                    <a:cubicBezTo>
                      <a:pt x="30" y="44"/>
                      <a:pt x="31" y="43"/>
                      <a:pt x="31" y="42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2"/>
                      <a:pt x="32" y="32"/>
                      <a:pt x="33" y="32"/>
                    </a:cubicBezTo>
                    <a:cubicBezTo>
                      <a:pt x="33" y="31"/>
                      <a:pt x="33" y="31"/>
                      <a:pt x="34" y="31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8" y="31"/>
                      <a:pt x="41" y="31"/>
                      <a:pt x="45" y="31"/>
                    </a:cubicBezTo>
                    <a:cubicBezTo>
                      <a:pt x="46" y="29"/>
                      <a:pt x="44" y="27"/>
                      <a:pt x="42" y="27"/>
                    </a:cubicBezTo>
                    <a:cubicBezTo>
                      <a:pt x="40" y="26"/>
                      <a:pt x="38" y="25"/>
                      <a:pt x="37" y="23"/>
                    </a:cubicBezTo>
                    <a:cubicBezTo>
                      <a:pt x="35" y="20"/>
                      <a:pt x="40" y="15"/>
                      <a:pt x="38" y="11"/>
                    </a:cubicBezTo>
                    <a:cubicBezTo>
                      <a:pt x="37" y="10"/>
                      <a:pt x="36" y="10"/>
                      <a:pt x="35" y="10"/>
                    </a:cubicBezTo>
                    <a:cubicBezTo>
                      <a:pt x="33" y="10"/>
                      <a:pt x="30" y="12"/>
                      <a:pt x="28" y="13"/>
                    </a:cubicBezTo>
                    <a:cubicBezTo>
                      <a:pt x="28" y="13"/>
                      <a:pt x="27" y="13"/>
                      <a:pt x="27" y="13"/>
                    </a:cubicBezTo>
                    <a:cubicBezTo>
                      <a:pt x="26" y="13"/>
                      <a:pt x="25" y="12"/>
                      <a:pt x="25" y="12"/>
                    </a:cubicBezTo>
                    <a:cubicBezTo>
                      <a:pt x="23" y="8"/>
                      <a:pt x="24" y="3"/>
                      <a:pt x="22" y="0"/>
                    </a:cubicBezTo>
                  </a:path>
                </a:pathLst>
              </a:custGeom>
              <a:solidFill>
                <a:srgbClr val="D1E1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2" name="íṡľîdè" descr="e21ec9cf-1997-468b-80bc-fa5e8e1a5c12">
                <a:extLst>
                  <a:ext uri="{FF2B5EF4-FFF2-40B4-BE49-F238E27FC236}">
                    <a16:creationId xmlns:a16="http://schemas.microsoft.com/office/drawing/2014/main" id="{05550177-1B36-4DF4-8C20-0743884935CF}"/>
                  </a:ext>
                </a:extLst>
              </p:cNvPr>
              <p:cNvSpPr/>
              <p:nvPr/>
            </p:nvSpPr>
            <p:spPr bwMode="auto">
              <a:xfrm>
                <a:off x="4439667" y="1788333"/>
                <a:ext cx="38787" cy="39895"/>
              </a:xfrm>
              <a:custGeom>
                <a:avLst/>
                <a:gdLst>
                  <a:gd name="T0" fmla="*/ 22 w 46"/>
                  <a:gd name="T1" fmla="*/ 0 h 47"/>
                  <a:gd name="T2" fmla="*/ 15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4 h 47"/>
                  <a:gd name="T10" fmla="*/ 1 w 46"/>
                  <a:gd name="T11" fmla="*/ 29 h 47"/>
                  <a:gd name="T12" fmla="*/ 7 w 46"/>
                  <a:gd name="T13" fmla="*/ 30 h 47"/>
                  <a:gd name="T14" fmla="*/ 8 w 46"/>
                  <a:gd name="T15" fmla="*/ 30 h 47"/>
                  <a:gd name="T16" fmla="*/ 9 w 46"/>
                  <a:gd name="T17" fmla="*/ 43 h 47"/>
                  <a:gd name="T18" fmla="*/ 10 w 46"/>
                  <a:gd name="T19" fmla="*/ 45 h 47"/>
                  <a:gd name="T20" fmla="*/ 10 w 46"/>
                  <a:gd name="T21" fmla="*/ 45 h 47"/>
                  <a:gd name="T22" fmla="*/ 12 w 46"/>
                  <a:gd name="T23" fmla="*/ 45 h 47"/>
                  <a:gd name="T24" fmla="*/ 21 w 46"/>
                  <a:gd name="T25" fmla="*/ 36 h 47"/>
                  <a:gd name="T26" fmla="*/ 25 w 46"/>
                  <a:gd name="T27" fmla="*/ 45 h 47"/>
                  <a:gd name="T28" fmla="*/ 26 w 46"/>
                  <a:gd name="T29" fmla="*/ 47 h 47"/>
                  <a:gd name="T30" fmla="*/ 27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2 w 46"/>
                  <a:gd name="T37" fmla="*/ 34 h 47"/>
                  <a:gd name="T38" fmla="*/ 33 w 46"/>
                  <a:gd name="T39" fmla="*/ 33 h 47"/>
                  <a:gd name="T40" fmla="*/ 34 w 46"/>
                  <a:gd name="T41" fmla="*/ 32 h 47"/>
                  <a:gd name="T42" fmla="*/ 34 w 46"/>
                  <a:gd name="T43" fmla="*/ 32 h 47"/>
                  <a:gd name="T44" fmla="*/ 45 w 46"/>
                  <a:gd name="T45" fmla="*/ 32 h 47"/>
                  <a:gd name="T46" fmla="*/ 42 w 46"/>
                  <a:gd name="T47" fmla="*/ 28 h 47"/>
                  <a:gd name="T48" fmla="*/ 37 w 46"/>
                  <a:gd name="T49" fmla="*/ 24 h 47"/>
                  <a:gd name="T50" fmla="*/ 38 w 46"/>
                  <a:gd name="T51" fmla="*/ 12 h 47"/>
                  <a:gd name="T52" fmla="*/ 35 w 46"/>
                  <a:gd name="T53" fmla="*/ 11 h 47"/>
                  <a:gd name="T54" fmla="*/ 28 w 46"/>
                  <a:gd name="T55" fmla="*/ 14 h 47"/>
                  <a:gd name="T56" fmla="*/ 27 w 46"/>
                  <a:gd name="T57" fmla="*/ 14 h 47"/>
                  <a:gd name="T58" fmla="*/ 25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4"/>
                      <a:pt x="17" y="7"/>
                      <a:pt x="15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7"/>
                      <a:pt x="7" y="20"/>
                    </a:cubicBezTo>
                    <a:cubicBezTo>
                      <a:pt x="5" y="21"/>
                      <a:pt x="3" y="22"/>
                      <a:pt x="2" y="24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30"/>
                      <a:pt x="7" y="30"/>
                    </a:cubicBezTo>
                    <a:cubicBezTo>
                      <a:pt x="7" y="30"/>
                      <a:pt x="8" y="30"/>
                      <a:pt x="8" y="30"/>
                    </a:cubicBezTo>
                    <a:cubicBezTo>
                      <a:pt x="8" y="34"/>
                      <a:pt x="8" y="39"/>
                      <a:pt x="9" y="43"/>
                    </a:cubicBezTo>
                    <a:cubicBezTo>
                      <a:pt x="9" y="44"/>
                      <a:pt x="9" y="45"/>
                      <a:pt x="10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1" y="45"/>
                      <a:pt x="12" y="45"/>
                      <a:pt x="12" y="45"/>
                    </a:cubicBezTo>
                    <a:cubicBezTo>
                      <a:pt x="16" y="42"/>
                      <a:pt x="19" y="39"/>
                      <a:pt x="21" y="3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6" y="47"/>
                      <a:pt x="26" y="47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8" y="47"/>
                      <a:pt x="29" y="47"/>
                      <a:pt x="30" y="46"/>
                    </a:cubicBezTo>
                    <a:cubicBezTo>
                      <a:pt x="30" y="45"/>
                      <a:pt x="31" y="44"/>
                      <a:pt x="31" y="42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2" y="33"/>
                      <a:pt x="32" y="33"/>
                      <a:pt x="33" y="33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8"/>
                    </a:cubicBezTo>
                    <a:cubicBezTo>
                      <a:pt x="40" y="27"/>
                      <a:pt x="38" y="26"/>
                      <a:pt x="37" y="24"/>
                    </a:cubicBezTo>
                    <a:cubicBezTo>
                      <a:pt x="35" y="21"/>
                      <a:pt x="40" y="15"/>
                      <a:pt x="38" y="12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3" y="11"/>
                      <a:pt x="30" y="12"/>
                      <a:pt x="28" y="14"/>
                    </a:cubicBezTo>
                    <a:cubicBezTo>
                      <a:pt x="28" y="14"/>
                      <a:pt x="27" y="14"/>
                      <a:pt x="27" y="14"/>
                    </a:cubicBezTo>
                    <a:cubicBezTo>
                      <a:pt x="26" y="14"/>
                      <a:pt x="26" y="13"/>
                      <a:pt x="25" y="12"/>
                    </a:cubicBezTo>
                    <a:cubicBezTo>
                      <a:pt x="23" y="8"/>
                      <a:pt x="24" y="4"/>
                      <a:pt x="22" y="0"/>
                    </a:cubicBezTo>
                  </a:path>
                </a:pathLst>
              </a:custGeom>
              <a:solidFill>
                <a:srgbClr val="E1EB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3" name="iṥļïḑê" descr="80718139-3048-4a08-b748-59f9b9104683">
                <a:extLst>
                  <a:ext uri="{FF2B5EF4-FFF2-40B4-BE49-F238E27FC236}">
                    <a16:creationId xmlns:a16="http://schemas.microsoft.com/office/drawing/2014/main" id="{E69D4541-F791-4939-B4E1-DE592C573E14}"/>
                  </a:ext>
                </a:extLst>
              </p:cNvPr>
              <p:cNvSpPr/>
              <p:nvPr/>
            </p:nvSpPr>
            <p:spPr bwMode="auto">
              <a:xfrm>
                <a:off x="4540512" y="1978940"/>
                <a:ext cx="38787" cy="38787"/>
              </a:xfrm>
              <a:custGeom>
                <a:avLst/>
                <a:gdLst>
                  <a:gd name="T0" fmla="*/ 22 w 46"/>
                  <a:gd name="T1" fmla="*/ 0 h 47"/>
                  <a:gd name="T2" fmla="*/ 15 w 46"/>
                  <a:gd name="T3" fmla="*/ 11 h 47"/>
                  <a:gd name="T4" fmla="*/ 5 w 46"/>
                  <a:gd name="T5" fmla="*/ 8 h 47"/>
                  <a:gd name="T6" fmla="*/ 7 w 46"/>
                  <a:gd name="T7" fmla="*/ 20 h 47"/>
                  <a:gd name="T8" fmla="*/ 2 w 46"/>
                  <a:gd name="T9" fmla="*/ 23 h 47"/>
                  <a:gd name="T10" fmla="*/ 1 w 46"/>
                  <a:gd name="T11" fmla="*/ 29 h 47"/>
                  <a:gd name="T12" fmla="*/ 7 w 46"/>
                  <a:gd name="T13" fmla="*/ 29 h 47"/>
                  <a:gd name="T14" fmla="*/ 8 w 46"/>
                  <a:gd name="T15" fmla="*/ 29 h 47"/>
                  <a:gd name="T16" fmla="*/ 9 w 46"/>
                  <a:gd name="T17" fmla="*/ 43 h 47"/>
                  <a:gd name="T18" fmla="*/ 10 w 46"/>
                  <a:gd name="T19" fmla="*/ 45 h 47"/>
                  <a:gd name="T20" fmla="*/ 10 w 46"/>
                  <a:gd name="T21" fmla="*/ 45 h 47"/>
                  <a:gd name="T22" fmla="*/ 12 w 46"/>
                  <a:gd name="T23" fmla="*/ 44 h 47"/>
                  <a:gd name="T24" fmla="*/ 21 w 46"/>
                  <a:gd name="T25" fmla="*/ 35 h 47"/>
                  <a:gd name="T26" fmla="*/ 25 w 46"/>
                  <a:gd name="T27" fmla="*/ 44 h 47"/>
                  <a:gd name="T28" fmla="*/ 26 w 46"/>
                  <a:gd name="T29" fmla="*/ 47 h 47"/>
                  <a:gd name="T30" fmla="*/ 27 w 46"/>
                  <a:gd name="T31" fmla="*/ 47 h 47"/>
                  <a:gd name="T32" fmla="*/ 30 w 46"/>
                  <a:gd name="T33" fmla="*/ 46 h 47"/>
                  <a:gd name="T34" fmla="*/ 31 w 46"/>
                  <a:gd name="T35" fmla="*/ 42 h 47"/>
                  <a:gd name="T36" fmla="*/ 32 w 46"/>
                  <a:gd name="T37" fmla="*/ 33 h 47"/>
                  <a:gd name="T38" fmla="*/ 33 w 46"/>
                  <a:gd name="T39" fmla="*/ 32 h 47"/>
                  <a:gd name="T40" fmla="*/ 34 w 46"/>
                  <a:gd name="T41" fmla="*/ 32 h 47"/>
                  <a:gd name="T42" fmla="*/ 34 w 46"/>
                  <a:gd name="T43" fmla="*/ 32 h 47"/>
                  <a:gd name="T44" fmla="*/ 45 w 46"/>
                  <a:gd name="T45" fmla="*/ 32 h 47"/>
                  <a:gd name="T46" fmla="*/ 42 w 46"/>
                  <a:gd name="T47" fmla="*/ 27 h 47"/>
                  <a:gd name="T48" fmla="*/ 37 w 46"/>
                  <a:gd name="T49" fmla="*/ 24 h 47"/>
                  <a:gd name="T50" fmla="*/ 38 w 46"/>
                  <a:gd name="T51" fmla="*/ 12 h 47"/>
                  <a:gd name="T52" fmla="*/ 35 w 46"/>
                  <a:gd name="T53" fmla="*/ 11 h 47"/>
                  <a:gd name="T54" fmla="*/ 28 w 46"/>
                  <a:gd name="T55" fmla="*/ 13 h 47"/>
                  <a:gd name="T56" fmla="*/ 27 w 46"/>
                  <a:gd name="T57" fmla="*/ 14 h 47"/>
                  <a:gd name="T58" fmla="*/ 25 w 46"/>
                  <a:gd name="T59" fmla="*/ 12 h 47"/>
                  <a:gd name="T60" fmla="*/ 22 w 46"/>
                  <a:gd name="T6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6" h="47">
                    <a:moveTo>
                      <a:pt x="22" y="0"/>
                    </a:moveTo>
                    <a:cubicBezTo>
                      <a:pt x="19" y="3"/>
                      <a:pt x="17" y="7"/>
                      <a:pt x="15" y="11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12"/>
                      <a:pt x="5" y="16"/>
                      <a:pt x="7" y="20"/>
                    </a:cubicBezTo>
                    <a:cubicBezTo>
                      <a:pt x="5" y="21"/>
                      <a:pt x="3" y="22"/>
                      <a:pt x="2" y="23"/>
                    </a:cubicBezTo>
                    <a:cubicBezTo>
                      <a:pt x="1" y="25"/>
                      <a:pt x="0" y="27"/>
                      <a:pt x="1" y="29"/>
                    </a:cubicBezTo>
                    <a:cubicBezTo>
                      <a:pt x="3" y="29"/>
                      <a:pt x="5" y="29"/>
                      <a:pt x="7" y="29"/>
                    </a:cubicBezTo>
                    <a:cubicBezTo>
                      <a:pt x="7" y="29"/>
                      <a:pt x="8" y="29"/>
                      <a:pt x="8" y="29"/>
                    </a:cubicBezTo>
                    <a:cubicBezTo>
                      <a:pt x="8" y="34"/>
                      <a:pt x="8" y="39"/>
                      <a:pt x="9" y="43"/>
                    </a:cubicBezTo>
                    <a:cubicBezTo>
                      <a:pt x="9" y="44"/>
                      <a:pt x="9" y="44"/>
                      <a:pt x="10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1" y="45"/>
                      <a:pt x="12" y="45"/>
                      <a:pt x="12" y="44"/>
                    </a:cubicBezTo>
                    <a:cubicBezTo>
                      <a:pt x="16" y="42"/>
                      <a:pt x="19" y="39"/>
                      <a:pt x="21" y="35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6" y="46"/>
                      <a:pt x="26" y="47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8" y="47"/>
                      <a:pt x="29" y="46"/>
                      <a:pt x="30" y="46"/>
                    </a:cubicBezTo>
                    <a:cubicBezTo>
                      <a:pt x="30" y="45"/>
                      <a:pt x="31" y="43"/>
                      <a:pt x="31" y="42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3"/>
                      <a:pt x="32" y="33"/>
                      <a:pt x="33" y="32"/>
                    </a:cubicBezTo>
                    <a:cubicBezTo>
                      <a:pt x="33" y="32"/>
                      <a:pt x="34" y="32"/>
                      <a:pt x="34" y="3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8" y="32"/>
                      <a:pt x="42" y="32"/>
                      <a:pt x="45" y="32"/>
                    </a:cubicBezTo>
                    <a:cubicBezTo>
                      <a:pt x="46" y="30"/>
                      <a:pt x="44" y="28"/>
                      <a:pt x="42" y="27"/>
                    </a:cubicBezTo>
                    <a:cubicBezTo>
                      <a:pt x="40" y="26"/>
                      <a:pt x="38" y="26"/>
                      <a:pt x="37" y="24"/>
                    </a:cubicBezTo>
                    <a:cubicBezTo>
                      <a:pt x="35" y="20"/>
                      <a:pt x="40" y="15"/>
                      <a:pt x="38" y="12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3" y="11"/>
                      <a:pt x="30" y="12"/>
                      <a:pt x="28" y="13"/>
                    </a:cubicBezTo>
                    <a:cubicBezTo>
                      <a:pt x="28" y="13"/>
                      <a:pt x="27" y="14"/>
                      <a:pt x="27" y="14"/>
                    </a:cubicBezTo>
                    <a:cubicBezTo>
                      <a:pt x="26" y="14"/>
                      <a:pt x="26" y="13"/>
                      <a:pt x="25" y="12"/>
                    </a:cubicBezTo>
                    <a:cubicBezTo>
                      <a:pt x="24" y="8"/>
                      <a:pt x="25" y="3"/>
                      <a:pt x="22" y="0"/>
                    </a:cubicBezTo>
                  </a:path>
                </a:pathLst>
              </a:custGeom>
              <a:solidFill>
                <a:srgbClr val="D1E1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4" name="ïṣļïḓê" descr="5e54b253-7b51-4a71-9f1f-b5a5ab73704b">
                <a:extLst>
                  <a:ext uri="{FF2B5EF4-FFF2-40B4-BE49-F238E27FC236}">
                    <a16:creationId xmlns:a16="http://schemas.microsoft.com/office/drawing/2014/main" id="{B8595D1B-9C84-4AFD-9AB5-0D15858D5D61}"/>
                  </a:ext>
                </a:extLst>
              </p:cNvPr>
              <p:cNvSpPr/>
              <p:nvPr/>
            </p:nvSpPr>
            <p:spPr bwMode="auto">
              <a:xfrm>
                <a:off x="4600353" y="3750921"/>
                <a:ext cx="113034" cy="477626"/>
              </a:xfrm>
              <a:custGeom>
                <a:avLst/>
                <a:gdLst>
                  <a:gd name="T0" fmla="*/ 117 w 134"/>
                  <a:gd name="T1" fmla="*/ 132 h 566"/>
                  <a:gd name="T2" fmla="*/ 130 w 134"/>
                  <a:gd name="T3" fmla="*/ 82 h 566"/>
                  <a:gd name="T4" fmla="*/ 67 w 134"/>
                  <a:gd name="T5" fmla="*/ 0 h 566"/>
                  <a:gd name="T6" fmla="*/ 4 w 134"/>
                  <a:gd name="T7" fmla="*/ 82 h 566"/>
                  <a:gd name="T8" fmla="*/ 17 w 134"/>
                  <a:gd name="T9" fmla="*/ 132 h 566"/>
                  <a:gd name="T10" fmla="*/ 17 w 134"/>
                  <a:gd name="T11" fmla="*/ 233 h 566"/>
                  <a:gd name="T12" fmla="*/ 17 w 134"/>
                  <a:gd name="T13" fmla="*/ 333 h 566"/>
                  <a:gd name="T14" fmla="*/ 17 w 134"/>
                  <a:gd name="T15" fmla="*/ 433 h 566"/>
                  <a:gd name="T16" fmla="*/ 4 w 134"/>
                  <a:gd name="T17" fmla="*/ 484 h 566"/>
                  <a:gd name="T18" fmla="*/ 67 w 134"/>
                  <a:gd name="T19" fmla="*/ 566 h 566"/>
                  <a:gd name="T20" fmla="*/ 130 w 134"/>
                  <a:gd name="T21" fmla="*/ 484 h 566"/>
                  <a:gd name="T22" fmla="*/ 117 w 134"/>
                  <a:gd name="T23" fmla="*/ 433 h 566"/>
                  <a:gd name="T24" fmla="*/ 117 w 134"/>
                  <a:gd name="T25" fmla="*/ 333 h 566"/>
                  <a:gd name="T26" fmla="*/ 117 w 134"/>
                  <a:gd name="T27" fmla="*/ 233 h 566"/>
                  <a:gd name="T28" fmla="*/ 117 w 134"/>
                  <a:gd name="T29" fmla="*/ 132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4" h="566">
                    <a:moveTo>
                      <a:pt x="117" y="132"/>
                    </a:moveTo>
                    <a:cubicBezTo>
                      <a:pt x="125" y="117"/>
                      <a:pt x="130" y="100"/>
                      <a:pt x="130" y="82"/>
                    </a:cubicBezTo>
                    <a:cubicBezTo>
                      <a:pt x="130" y="37"/>
                      <a:pt x="102" y="0"/>
                      <a:pt x="67" y="0"/>
                    </a:cubicBezTo>
                    <a:cubicBezTo>
                      <a:pt x="32" y="0"/>
                      <a:pt x="4" y="37"/>
                      <a:pt x="4" y="82"/>
                    </a:cubicBezTo>
                    <a:cubicBezTo>
                      <a:pt x="4" y="100"/>
                      <a:pt x="9" y="117"/>
                      <a:pt x="17" y="132"/>
                    </a:cubicBezTo>
                    <a:cubicBezTo>
                      <a:pt x="0" y="164"/>
                      <a:pt x="0" y="202"/>
                      <a:pt x="17" y="233"/>
                    </a:cubicBezTo>
                    <a:cubicBezTo>
                      <a:pt x="0" y="264"/>
                      <a:pt x="0" y="302"/>
                      <a:pt x="17" y="333"/>
                    </a:cubicBezTo>
                    <a:cubicBezTo>
                      <a:pt x="0" y="364"/>
                      <a:pt x="0" y="402"/>
                      <a:pt x="17" y="433"/>
                    </a:cubicBezTo>
                    <a:cubicBezTo>
                      <a:pt x="9" y="449"/>
                      <a:pt x="4" y="466"/>
                      <a:pt x="4" y="484"/>
                    </a:cubicBezTo>
                    <a:cubicBezTo>
                      <a:pt x="4" y="529"/>
                      <a:pt x="32" y="566"/>
                      <a:pt x="67" y="566"/>
                    </a:cubicBezTo>
                    <a:cubicBezTo>
                      <a:pt x="102" y="566"/>
                      <a:pt x="130" y="529"/>
                      <a:pt x="130" y="484"/>
                    </a:cubicBezTo>
                    <a:cubicBezTo>
                      <a:pt x="130" y="466"/>
                      <a:pt x="125" y="449"/>
                      <a:pt x="117" y="433"/>
                    </a:cubicBezTo>
                    <a:cubicBezTo>
                      <a:pt x="134" y="402"/>
                      <a:pt x="134" y="364"/>
                      <a:pt x="117" y="333"/>
                    </a:cubicBezTo>
                    <a:cubicBezTo>
                      <a:pt x="134" y="302"/>
                      <a:pt x="134" y="264"/>
                      <a:pt x="117" y="233"/>
                    </a:cubicBezTo>
                    <a:cubicBezTo>
                      <a:pt x="134" y="202"/>
                      <a:pt x="134" y="164"/>
                      <a:pt x="117" y="132"/>
                    </a:cubicBezTo>
                  </a:path>
                </a:pathLst>
              </a:cu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5" name="iŝ1îḓé" descr="f758fb01-35c8-4f1a-ab7c-e7f42d17bc85">
                <a:extLst>
                  <a:ext uri="{FF2B5EF4-FFF2-40B4-BE49-F238E27FC236}">
                    <a16:creationId xmlns:a16="http://schemas.microsoft.com/office/drawing/2014/main" id="{1951905C-E3A9-4BCE-B559-A50F7A8C395B}"/>
                  </a:ext>
                </a:extLst>
              </p:cNvPr>
              <p:cNvSpPr/>
              <p:nvPr/>
            </p:nvSpPr>
            <p:spPr bwMode="auto">
              <a:xfrm>
                <a:off x="4603678" y="3666699"/>
                <a:ext cx="106385" cy="138523"/>
              </a:xfrm>
              <a:prstGeom prst="ellipse">
                <a:avLst/>
              </a:pr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6" name="ïṣḻîḍê" descr="4f0f09d8-77ab-4e78-821b-4eceebd901fe">
                <a:extLst>
                  <a:ext uri="{FF2B5EF4-FFF2-40B4-BE49-F238E27FC236}">
                    <a16:creationId xmlns:a16="http://schemas.microsoft.com/office/drawing/2014/main" id="{AC2541AB-5F2D-4720-B007-24F0AC439259}"/>
                  </a:ext>
                </a:extLst>
              </p:cNvPr>
              <p:cNvSpPr/>
              <p:nvPr/>
            </p:nvSpPr>
            <p:spPr bwMode="auto">
              <a:xfrm>
                <a:off x="4603678" y="3581369"/>
                <a:ext cx="106385" cy="138523"/>
              </a:xfrm>
              <a:prstGeom prst="ellipse">
                <a:avLst/>
              </a:pr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7" name="ïšḻîḓé" descr="09d75248-d737-4343-bdfc-7c41962c0460">
                <a:extLst>
                  <a:ext uri="{FF2B5EF4-FFF2-40B4-BE49-F238E27FC236}">
                    <a16:creationId xmlns:a16="http://schemas.microsoft.com/office/drawing/2014/main" id="{F0D6E49E-2109-40C4-A974-95FE173838A3}"/>
                  </a:ext>
                </a:extLst>
              </p:cNvPr>
              <p:cNvSpPr/>
              <p:nvPr/>
            </p:nvSpPr>
            <p:spPr bwMode="auto">
              <a:xfrm>
                <a:off x="4386474" y="2625009"/>
                <a:ext cx="561848" cy="1202376"/>
              </a:xfrm>
              <a:custGeom>
                <a:avLst/>
                <a:gdLst>
                  <a:gd name="T0" fmla="*/ 85 w 665"/>
                  <a:gd name="T1" fmla="*/ 529 h 1425"/>
                  <a:gd name="T2" fmla="*/ 62 w 665"/>
                  <a:gd name="T3" fmla="*/ 495 h 1425"/>
                  <a:gd name="T4" fmla="*/ 227 w 665"/>
                  <a:gd name="T5" fmla="*/ 468 h 1425"/>
                  <a:gd name="T6" fmla="*/ 49 w 665"/>
                  <a:gd name="T7" fmla="*/ 469 h 1425"/>
                  <a:gd name="T8" fmla="*/ 43 w 665"/>
                  <a:gd name="T9" fmla="*/ 231 h 1425"/>
                  <a:gd name="T10" fmla="*/ 282 w 665"/>
                  <a:gd name="T11" fmla="*/ 355 h 1425"/>
                  <a:gd name="T12" fmla="*/ 61 w 665"/>
                  <a:gd name="T13" fmla="*/ 193 h 1425"/>
                  <a:gd name="T14" fmla="*/ 471 w 665"/>
                  <a:gd name="T15" fmla="*/ 82 h 1425"/>
                  <a:gd name="T16" fmla="*/ 582 w 665"/>
                  <a:gd name="T17" fmla="*/ 493 h 1425"/>
                  <a:gd name="T18" fmla="*/ 557 w 665"/>
                  <a:gd name="T19" fmla="*/ 529 h 1425"/>
                  <a:gd name="T20" fmla="*/ 592 w 665"/>
                  <a:gd name="T21" fmla="*/ 584 h 1425"/>
                  <a:gd name="T22" fmla="*/ 378 w 665"/>
                  <a:gd name="T23" fmla="*/ 695 h 1425"/>
                  <a:gd name="T24" fmla="*/ 606 w 665"/>
                  <a:gd name="T25" fmla="*/ 619 h 1425"/>
                  <a:gd name="T26" fmla="*/ 557 w 665"/>
                  <a:gd name="T27" fmla="*/ 901 h 1425"/>
                  <a:gd name="T28" fmla="*/ 507 w 665"/>
                  <a:gd name="T29" fmla="*/ 1322 h 1425"/>
                  <a:gd name="T30" fmla="*/ 85 w 665"/>
                  <a:gd name="T31" fmla="*/ 1272 h 1425"/>
                  <a:gd name="T32" fmla="*/ 85 w 665"/>
                  <a:gd name="T33" fmla="*/ 901 h 1425"/>
                  <a:gd name="T34" fmla="*/ 85 w 665"/>
                  <a:gd name="T35" fmla="*/ 529 h 1425"/>
                  <a:gd name="T36" fmla="*/ 85 w 665"/>
                  <a:gd name="T37" fmla="*/ 529 h 1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65" h="1425">
                    <a:moveTo>
                      <a:pt x="85" y="529"/>
                    </a:moveTo>
                    <a:cubicBezTo>
                      <a:pt x="77" y="518"/>
                      <a:pt x="69" y="507"/>
                      <a:pt x="62" y="495"/>
                    </a:cubicBezTo>
                    <a:cubicBezTo>
                      <a:pt x="227" y="468"/>
                      <a:pt x="227" y="468"/>
                      <a:pt x="227" y="468"/>
                    </a:cubicBezTo>
                    <a:cubicBezTo>
                      <a:pt x="49" y="469"/>
                      <a:pt x="49" y="469"/>
                      <a:pt x="49" y="469"/>
                    </a:cubicBezTo>
                    <a:cubicBezTo>
                      <a:pt x="14" y="394"/>
                      <a:pt x="12" y="308"/>
                      <a:pt x="43" y="231"/>
                    </a:cubicBezTo>
                    <a:cubicBezTo>
                      <a:pt x="282" y="355"/>
                      <a:pt x="282" y="355"/>
                      <a:pt x="282" y="355"/>
                    </a:cubicBezTo>
                    <a:cubicBezTo>
                      <a:pt x="61" y="193"/>
                      <a:pt x="61" y="193"/>
                      <a:pt x="61" y="193"/>
                    </a:cubicBezTo>
                    <a:cubicBezTo>
                      <a:pt x="144" y="49"/>
                      <a:pt x="328" y="0"/>
                      <a:pt x="471" y="82"/>
                    </a:cubicBezTo>
                    <a:cubicBezTo>
                      <a:pt x="615" y="165"/>
                      <a:pt x="665" y="349"/>
                      <a:pt x="582" y="493"/>
                    </a:cubicBezTo>
                    <a:cubicBezTo>
                      <a:pt x="575" y="505"/>
                      <a:pt x="567" y="518"/>
                      <a:pt x="557" y="529"/>
                    </a:cubicBezTo>
                    <a:cubicBezTo>
                      <a:pt x="571" y="546"/>
                      <a:pt x="582" y="564"/>
                      <a:pt x="592" y="584"/>
                    </a:cubicBezTo>
                    <a:cubicBezTo>
                      <a:pt x="378" y="695"/>
                      <a:pt x="378" y="695"/>
                      <a:pt x="378" y="695"/>
                    </a:cubicBezTo>
                    <a:cubicBezTo>
                      <a:pt x="606" y="619"/>
                      <a:pt x="606" y="619"/>
                      <a:pt x="606" y="619"/>
                    </a:cubicBezTo>
                    <a:cubicBezTo>
                      <a:pt x="638" y="715"/>
                      <a:pt x="620" y="821"/>
                      <a:pt x="557" y="901"/>
                    </a:cubicBezTo>
                    <a:cubicBezTo>
                      <a:pt x="660" y="1031"/>
                      <a:pt x="638" y="1220"/>
                      <a:pt x="507" y="1322"/>
                    </a:cubicBezTo>
                    <a:cubicBezTo>
                      <a:pt x="377" y="1425"/>
                      <a:pt x="188" y="1403"/>
                      <a:pt x="85" y="1272"/>
                    </a:cubicBezTo>
                    <a:cubicBezTo>
                      <a:pt x="0" y="1163"/>
                      <a:pt x="0" y="1010"/>
                      <a:pt x="85" y="901"/>
                    </a:cubicBezTo>
                    <a:cubicBezTo>
                      <a:pt x="0" y="792"/>
                      <a:pt x="0" y="638"/>
                      <a:pt x="85" y="529"/>
                    </a:cubicBezTo>
                    <a:cubicBezTo>
                      <a:pt x="85" y="529"/>
                      <a:pt x="85" y="529"/>
                      <a:pt x="85" y="529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8" name="íśļiḍê" descr="bf7e9ffb-0223-479c-98d8-c4c114695373">
                <a:extLst>
                  <a:ext uri="{FF2B5EF4-FFF2-40B4-BE49-F238E27FC236}">
                    <a16:creationId xmlns:a16="http://schemas.microsoft.com/office/drawing/2014/main" id="{1643FB05-C232-40E3-B18B-ACAA56719DB8}"/>
                  </a:ext>
                </a:extLst>
              </p:cNvPr>
              <p:cNvSpPr/>
              <p:nvPr/>
            </p:nvSpPr>
            <p:spPr bwMode="auto">
              <a:xfrm>
                <a:off x="4885155" y="3231184"/>
                <a:ext cx="26596" cy="107494"/>
              </a:xfrm>
              <a:custGeom>
                <a:avLst/>
                <a:gdLst>
                  <a:gd name="T0" fmla="*/ 31 w 31"/>
                  <a:gd name="T1" fmla="*/ 0 h 128"/>
                  <a:gd name="T2" fmla="*/ 0 w 31"/>
                  <a:gd name="T3" fmla="*/ 128 h 128"/>
                  <a:gd name="T4" fmla="*/ 31 w 31"/>
                  <a:gd name="T5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128">
                    <a:moveTo>
                      <a:pt x="31" y="0"/>
                    </a:moveTo>
                    <a:cubicBezTo>
                      <a:pt x="30" y="44"/>
                      <a:pt x="20" y="88"/>
                      <a:pt x="0" y="128"/>
                    </a:cubicBezTo>
                    <a:cubicBezTo>
                      <a:pt x="20" y="89"/>
                      <a:pt x="30" y="45"/>
                      <a:pt x="31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9" name="íšļîďe" descr="29e91b13-2176-42c4-98ef-64a7e4132791">
                <a:extLst>
                  <a:ext uri="{FF2B5EF4-FFF2-40B4-BE49-F238E27FC236}">
                    <a16:creationId xmlns:a16="http://schemas.microsoft.com/office/drawing/2014/main" id="{5786E600-66A8-470E-A4DA-7E06F6A66600}"/>
                  </a:ext>
                </a:extLst>
              </p:cNvPr>
              <p:cNvSpPr/>
              <p:nvPr/>
            </p:nvSpPr>
            <p:spPr bwMode="auto">
              <a:xfrm>
                <a:off x="4404205" y="3385221"/>
                <a:ext cx="54301" cy="156254"/>
              </a:xfrm>
              <a:custGeom>
                <a:avLst/>
                <a:gdLst>
                  <a:gd name="T0" fmla="*/ 64 w 64"/>
                  <a:gd name="T1" fmla="*/ 0 h 185"/>
                  <a:gd name="T2" fmla="*/ 0 w 64"/>
                  <a:gd name="T3" fmla="*/ 185 h 185"/>
                  <a:gd name="T4" fmla="*/ 64 w 64"/>
                  <a:gd name="T5" fmla="*/ 0 h 185"/>
                  <a:gd name="T6" fmla="*/ 64 w 64"/>
                  <a:gd name="T7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185">
                    <a:moveTo>
                      <a:pt x="64" y="0"/>
                    </a:moveTo>
                    <a:cubicBezTo>
                      <a:pt x="22" y="54"/>
                      <a:pt x="0" y="120"/>
                      <a:pt x="0" y="185"/>
                    </a:cubicBezTo>
                    <a:cubicBezTo>
                      <a:pt x="0" y="120"/>
                      <a:pt x="22" y="54"/>
                      <a:pt x="64" y="0"/>
                    </a:cubicBezTo>
                    <a:cubicBezTo>
                      <a:pt x="64" y="0"/>
                      <a:pt x="64" y="0"/>
                      <a:pt x="64" y="0"/>
                    </a:cubicBezTo>
                  </a:path>
                </a:pathLst>
              </a:custGeom>
              <a:solidFill>
                <a:srgbClr val="356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0" name="îŝlíḍê" descr="e1b49b4c-5cb1-4202-93ca-447145e439de">
                <a:extLst>
                  <a:ext uri="{FF2B5EF4-FFF2-40B4-BE49-F238E27FC236}">
                    <a16:creationId xmlns:a16="http://schemas.microsoft.com/office/drawing/2014/main" id="{607A4076-290B-47C5-8FCE-8AE520A38F11}"/>
                  </a:ext>
                </a:extLst>
              </p:cNvPr>
              <p:cNvSpPr/>
              <p:nvPr/>
            </p:nvSpPr>
            <p:spPr bwMode="auto">
              <a:xfrm>
                <a:off x="4857451" y="3385221"/>
                <a:ext cx="54301" cy="156254"/>
              </a:xfrm>
              <a:custGeom>
                <a:avLst/>
                <a:gdLst>
                  <a:gd name="T0" fmla="*/ 1 w 65"/>
                  <a:gd name="T1" fmla="*/ 0 h 185"/>
                  <a:gd name="T2" fmla="*/ 0 w 65"/>
                  <a:gd name="T3" fmla="*/ 0 h 185"/>
                  <a:gd name="T4" fmla="*/ 65 w 65"/>
                  <a:gd name="T5" fmla="*/ 185 h 185"/>
                  <a:gd name="T6" fmla="*/ 1 w 65"/>
                  <a:gd name="T7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185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4" y="55"/>
                      <a:pt x="65" y="120"/>
                      <a:pt x="65" y="185"/>
                    </a:cubicBezTo>
                    <a:cubicBezTo>
                      <a:pt x="65" y="120"/>
                      <a:pt x="44" y="55"/>
                      <a:pt x="1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1" name="íŝľíďè" descr="cad23bd4-32e9-4fed-94f4-634af21b7577">
                <a:extLst>
                  <a:ext uri="{FF2B5EF4-FFF2-40B4-BE49-F238E27FC236}">
                    <a16:creationId xmlns:a16="http://schemas.microsoft.com/office/drawing/2014/main" id="{1EEB5C5F-074F-43B5-AB6A-E7B2C1343094}"/>
                  </a:ext>
                </a:extLst>
              </p:cNvPr>
              <p:cNvSpPr/>
              <p:nvPr/>
            </p:nvSpPr>
            <p:spPr bwMode="auto">
              <a:xfrm>
                <a:off x="4404205" y="3224535"/>
                <a:ext cx="507546" cy="570713"/>
              </a:xfrm>
              <a:custGeom>
                <a:avLst/>
                <a:gdLst>
                  <a:gd name="T0" fmla="*/ 588 w 601"/>
                  <a:gd name="T1" fmla="*/ 0 h 677"/>
                  <a:gd name="T2" fmla="*/ 64 w 601"/>
                  <a:gd name="T3" fmla="*/ 191 h 677"/>
                  <a:gd name="T4" fmla="*/ 64 w 601"/>
                  <a:gd name="T5" fmla="*/ 191 h 677"/>
                  <a:gd name="T6" fmla="*/ 64 w 601"/>
                  <a:gd name="T7" fmla="*/ 191 h 677"/>
                  <a:gd name="T8" fmla="*/ 0 w 601"/>
                  <a:gd name="T9" fmla="*/ 376 h 677"/>
                  <a:gd name="T10" fmla="*/ 64 w 601"/>
                  <a:gd name="T11" fmla="*/ 562 h 677"/>
                  <a:gd name="T12" fmla="*/ 301 w 601"/>
                  <a:gd name="T13" fmla="*/ 677 h 677"/>
                  <a:gd name="T14" fmla="*/ 486 w 601"/>
                  <a:gd name="T15" fmla="*/ 612 h 677"/>
                  <a:gd name="T16" fmla="*/ 601 w 601"/>
                  <a:gd name="T17" fmla="*/ 376 h 677"/>
                  <a:gd name="T18" fmla="*/ 536 w 601"/>
                  <a:gd name="T19" fmla="*/ 191 h 677"/>
                  <a:gd name="T20" fmla="*/ 537 w 601"/>
                  <a:gd name="T21" fmla="*/ 191 h 677"/>
                  <a:gd name="T22" fmla="*/ 536 w 601"/>
                  <a:gd name="T23" fmla="*/ 191 h 677"/>
                  <a:gd name="T24" fmla="*/ 570 w 601"/>
                  <a:gd name="T25" fmla="*/ 136 h 677"/>
                  <a:gd name="T26" fmla="*/ 601 w 601"/>
                  <a:gd name="T27" fmla="*/ 8 h 677"/>
                  <a:gd name="T28" fmla="*/ 601 w 601"/>
                  <a:gd name="T29" fmla="*/ 5 h 677"/>
                  <a:gd name="T30" fmla="*/ 588 w 601"/>
                  <a:gd name="T31" fmla="*/ 0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1" h="677">
                    <a:moveTo>
                      <a:pt x="588" y="0"/>
                    </a:moveTo>
                    <a:cubicBezTo>
                      <a:pt x="502" y="0"/>
                      <a:pt x="28" y="144"/>
                      <a:pt x="64" y="191"/>
                    </a:cubicBezTo>
                    <a:cubicBezTo>
                      <a:pt x="64" y="191"/>
                      <a:pt x="64" y="191"/>
                      <a:pt x="64" y="191"/>
                    </a:cubicBezTo>
                    <a:cubicBezTo>
                      <a:pt x="64" y="191"/>
                      <a:pt x="64" y="191"/>
                      <a:pt x="64" y="191"/>
                    </a:cubicBezTo>
                    <a:cubicBezTo>
                      <a:pt x="22" y="245"/>
                      <a:pt x="0" y="311"/>
                      <a:pt x="0" y="376"/>
                    </a:cubicBezTo>
                    <a:cubicBezTo>
                      <a:pt x="0" y="442"/>
                      <a:pt x="22" y="508"/>
                      <a:pt x="64" y="562"/>
                    </a:cubicBezTo>
                    <a:cubicBezTo>
                      <a:pt x="124" y="637"/>
                      <a:pt x="212" y="677"/>
                      <a:pt x="301" y="677"/>
                    </a:cubicBezTo>
                    <a:cubicBezTo>
                      <a:pt x="366" y="677"/>
                      <a:pt x="431" y="656"/>
                      <a:pt x="486" y="612"/>
                    </a:cubicBezTo>
                    <a:cubicBezTo>
                      <a:pt x="561" y="553"/>
                      <a:pt x="601" y="465"/>
                      <a:pt x="601" y="376"/>
                    </a:cubicBezTo>
                    <a:cubicBezTo>
                      <a:pt x="601" y="311"/>
                      <a:pt x="580" y="246"/>
                      <a:pt x="536" y="191"/>
                    </a:cubicBezTo>
                    <a:cubicBezTo>
                      <a:pt x="536" y="191"/>
                      <a:pt x="536" y="191"/>
                      <a:pt x="537" y="191"/>
                    </a:cubicBezTo>
                    <a:cubicBezTo>
                      <a:pt x="536" y="191"/>
                      <a:pt x="536" y="191"/>
                      <a:pt x="536" y="191"/>
                    </a:cubicBezTo>
                    <a:cubicBezTo>
                      <a:pt x="550" y="174"/>
                      <a:pt x="561" y="156"/>
                      <a:pt x="570" y="136"/>
                    </a:cubicBezTo>
                    <a:cubicBezTo>
                      <a:pt x="590" y="96"/>
                      <a:pt x="600" y="52"/>
                      <a:pt x="601" y="8"/>
                    </a:cubicBezTo>
                    <a:cubicBezTo>
                      <a:pt x="601" y="7"/>
                      <a:pt x="601" y="6"/>
                      <a:pt x="601" y="5"/>
                    </a:cubicBezTo>
                    <a:cubicBezTo>
                      <a:pt x="601" y="2"/>
                      <a:pt x="596" y="0"/>
                      <a:pt x="588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2" name="iṧ1îḓê" descr="7e329a47-36bf-41e6-8f8b-4eaba5b7fb62">
                <a:extLst>
                  <a:ext uri="{FF2B5EF4-FFF2-40B4-BE49-F238E27FC236}">
                    <a16:creationId xmlns:a16="http://schemas.microsoft.com/office/drawing/2014/main" id="{EE3134CB-7FFE-4F51-B175-FE1E48F3AE6E}"/>
                  </a:ext>
                </a:extLst>
              </p:cNvPr>
              <p:cNvSpPr/>
              <p:nvPr/>
            </p:nvSpPr>
            <p:spPr bwMode="auto">
              <a:xfrm>
                <a:off x="2655497" y="3769760"/>
                <a:ext cx="119683" cy="504223"/>
              </a:xfrm>
              <a:custGeom>
                <a:avLst/>
                <a:gdLst>
                  <a:gd name="T0" fmla="*/ 124 w 142"/>
                  <a:gd name="T1" fmla="*/ 140 h 598"/>
                  <a:gd name="T2" fmla="*/ 137 w 142"/>
                  <a:gd name="T3" fmla="*/ 87 h 598"/>
                  <a:gd name="T4" fmla="*/ 71 w 142"/>
                  <a:gd name="T5" fmla="*/ 0 h 598"/>
                  <a:gd name="T6" fmla="*/ 5 w 142"/>
                  <a:gd name="T7" fmla="*/ 87 h 598"/>
                  <a:gd name="T8" fmla="*/ 19 w 142"/>
                  <a:gd name="T9" fmla="*/ 140 h 598"/>
                  <a:gd name="T10" fmla="*/ 19 w 142"/>
                  <a:gd name="T11" fmla="*/ 246 h 598"/>
                  <a:gd name="T12" fmla="*/ 19 w 142"/>
                  <a:gd name="T13" fmla="*/ 352 h 598"/>
                  <a:gd name="T14" fmla="*/ 19 w 142"/>
                  <a:gd name="T15" fmla="*/ 458 h 598"/>
                  <a:gd name="T16" fmla="*/ 5 w 142"/>
                  <a:gd name="T17" fmla="*/ 511 h 598"/>
                  <a:gd name="T18" fmla="*/ 71 w 142"/>
                  <a:gd name="T19" fmla="*/ 598 h 598"/>
                  <a:gd name="T20" fmla="*/ 137 w 142"/>
                  <a:gd name="T21" fmla="*/ 511 h 598"/>
                  <a:gd name="T22" fmla="*/ 124 w 142"/>
                  <a:gd name="T23" fmla="*/ 458 h 598"/>
                  <a:gd name="T24" fmla="*/ 124 w 142"/>
                  <a:gd name="T25" fmla="*/ 352 h 598"/>
                  <a:gd name="T26" fmla="*/ 124 w 142"/>
                  <a:gd name="T27" fmla="*/ 246 h 598"/>
                  <a:gd name="T28" fmla="*/ 124 w 142"/>
                  <a:gd name="T29" fmla="*/ 140 h 5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" h="598">
                    <a:moveTo>
                      <a:pt x="124" y="140"/>
                    </a:moveTo>
                    <a:cubicBezTo>
                      <a:pt x="133" y="124"/>
                      <a:pt x="138" y="105"/>
                      <a:pt x="137" y="87"/>
                    </a:cubicBezTo>
                    <a:cubicBezTo>
                      <a:pt x="137" y="39"/>
                      <a:pt x="108" y="0"/>
                      <a:pt x="71" y="0"/>
                    </a:cubicBezTo>
                    <a:cubicBezTo>
                      <a:pt x="34" y="0"/>
                      <a:pt x="5" y="39"/>
                      <a:pt x="5" y="87"/>
                    </a:cubicBezTo>
                    <a:cubicBezTo>
                      <a:pt x="4" y="105"/>
                      <a:pt x="9" y="124"/>
                      <a:pt x="19" y="140"/>
                    </a:cubicBezTo>
                    <a:cubicBezTo>
                      <a:pt x="0" y="173"/>
                      <a:pt x="0" y="213"/>
                      <a:pt x="19" y="246"/>
                    </a:cubicBezTo>
                    <a:cubicBezTo>
                      <a:pt x="0" y="279"/>
                      <a:pt x="0" y="319"/>
                      <a:pt x="19" y="352"/>
                    </a:cubicBezTo>
                    <a:cubicBezTo>
                      <a:pt x="0" y="385"/>
                      <a:pt x="0" y="425"/>
                      <a:pt x="19" y="458"/>
                    </a:cubicBezTo>
                    <a:cubicBezTo>
                      <a:pt x="9" y="475"/>
                      <a:pt x="4" y="493"/>
                      <a:pt x="5" y="511"/>
                    </a:cubicBezTo>
                    <a:cubicBezTo>
                      <a:pt x="5" y="559"/>
                      <a:pt x="34" y="598"/>
                      <a:pt x="71" y="598"/>
                    </a:cubicBezTo>
                    <a:cubicBezTo>
                      <a:pt x="108" y="598"/>
                      <a:pt x="137" y="559"/>
                      <a:pt x="137" y="511"/>
                    </a:cubicBezTo>
                    <a:cubicBezTo>
                      <a:pt x="138" y="493"/>
                      <a:pt x="133" y="475"/>
                      <a:pt x="124" y="458"/>
                    </a:cubicBezTo>
                    <a:cubicBezTo>
                      <a:pt x="142" y="425"/>
                      <a:pt x="142" y="385"/>
                      <a:pt x="124" y="352"/>
                    </a:cubicBezTo>
                    <a:cubicBezTo>
                      <a:pt x="142" y="319"/>
                      <a:pt x="142" y="279"/>
                      <a:pt x="124" y="246"/>
                    </a:cubicBezTo>
                    <a:cubicBezTo>
                      <a:pt x="142" y="213"/>
                      <a:pt x="142" y="173"/>
                      <a:pt x="124" y="140"/>
                    </a:cubicBezTo>
                  </a:path>
                </a:pathLst>
              </a:cu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3" name="íṥḷiḑê" descr="e7d185c1-c053-455c-9a50-719735e83b68">
                <a:extLst>
                  <a:ext uri="{FF2B5EF4-FFF2-40B4-BE49-F238E27FC236}">
                    <a16:creationId xmlns:a16="http://schemas.microsoft.com/office/drawing/2014/main" id="{EFBB70C6-B9B4-443B-A3D8-2BC0A5473A0E}"/>
                  </a:ext>
                </a:extLst>
              </p:cNvPr>
              <p:cNvSpPr/>
              <p:nvPr/>
            </p:nvSpPr>
            <p:spPr bwMode="auto">
              <a:xfrm>
                <a:off x="2658822" y="3678889"/>
                <a:ext cx="111927" cy="147388"/>
              </a:xfrm>
              <a:prstGeom prst="ellipse">
                <a:avLst/>
              </a:pr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4" name="ïṩḻiḋe" descr="32876e1c-d341-4223-879d-63578579e277">
                <a:extLst>
                  <a:ext uri="{FF2B5EF4-FFF2-40B4-BE49-F238E27FC236}">
                    <a16:creationId xmlns:a16="http://schemas.microsoft.com/office/drawing/2014/main" id="{848C1F5D-4653-4822-914F-E0A2E03765BD}"/>
                  </a:ext>
                </a:extLst>
              </p:cNvPr>
              <p:cNvSpPr/>
              <p:nvPr/>
            </p:nvSpPr>
            <p:spPr bwMode="auto">
              <a:xfrm>
                <a:off x="2658822" y="3589127"/>
                <a:ext cx="111927" cy="147388"/>
              </a:xfrm>
              <a:prstGeom prst="ellipse">
                <a:avLst/>
              </a:pr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5" name="ïŝḻïḓê" descr="6bc38bcb-2df8-4e65-8d6a-85b0087af745">
                <a:extLst>
                  <a:ext uri="{FF2B5EF4-FFF2-40B4-BE49-F238E27FC236}">
                    <a16:creationId xmlns:a16="http://schemas.microsoft.com/office/drawing/2014/main" id="{DF2CDE93-B2AC-4ED4-B97B-A8F87F027A85}"/>
                  </a:ext>
                </a:extLst>
              </p:cNvPr>
              <p:cNvSpPr/>
              <p:nvPr/>
            </p:nvSpPr>
            <p:spPr bwMode="auto">
              <a:xfrm>
                <a:off x="2407265" y="2577357"/>
                <a:ext cx="595093" cy="1273300"/>
              </a:xfrm>
              <a:custGeom>
                <a:avLst/>
                <a:gdLst>
                  <a:gd name="T0" fmla="*/ 613 w 704"/>
                  <a:gd name="T1" fmla="*/ 559 h 1508"/>
                  <a:gd name="T2" fmla="*/ 637 w 704"/>
                  <a:gd name="T3" fmla="*/ 523 h 1508"/>
                  <a:gd name="T4" fmla="*/ 463 w 704"/>
                  <a:gd name="T5" fmla="*/ 494 h 1508"/>
                  <a:gd name="T6" fmla="*/ 652 w 704"/>
                  <a:gd name="T7" fmla="*/ 496 h 1508"/>
                  <a:gd name="T8" fmla="*/ 658 w 704"/>
                  <a:gd name="T9" fmla="*/ 244 h 1508"/>
                  <a:gd name="T10" fmla="*/ 404 w 704"/>
                  <a:gd name="T11" fmla="*/ 375 h 1508"/>
                  <a:gd name="T12" fmla="*/ 638 w 704"/>
                  <a:gd name="T13" fmla="*/ 203 h 1508"/>
                  <a:gd name="T14" fmla="*/ 203 w 704"/>
                  <a:gd name="T15" fmla="*/ 88 h 1508"/>
                  <a:gd name="T16" fmla="*/ 88 w 704"/>
                  <a:gd name="T17" fmla="*/ 523 h 1508"/>
                  <a:gd name="T18" fmla="*/ 113 w 704"/>
                  <a:gd name="T19" fmla="*/ 559 h 1508"/>
                  <a:gd name="T20" fmla="*/ 76 w 704"/>
                  <a:gd name="T21" fmla="*/ 617 h 1508"/>
                  <a:gd name="T22" fmla="*/ 303 w 704"/>
                  <a:gd name="T23" fmla="*/ 735 h 1508"/>
                  <a:gd name="T24" fmla="*/ 62 w 704"/>
                  <a:gd name="T25" fmla="*/ 654 h 1508"/>
                  <a:gd name="T26" fmla="*/ 113 w 704"/>
                  <a:gd name="T27" fmla="*/ 952 h 1508"/>
                  <a:gd name="T28" fmla="*/ 166 w 704"/>
                  <a:gd name="T29" fmla="*/ 1399 h 1508"/>
                  <a:gd name="T30" fmla="*/ 613 w 704"/>
                  <a:gd name="T31" fmla="*/ 1346 h 1508"/>
                  <a:gd name="T32" fmla="*/ 613 w 704"/>
                  <a:gd name="T33" fmla="*/ 952 h 1508"/>
                  <a:gd name="T34" fmla="*/ 613 w 704"/>
                  <a:gd name="T35" fmla="*/ 559 h 1508"/>
                  <a:gd name="T36" fmla="*/ 613 w 704"/>
                  <a:gd name="T37" fmla="*/ 559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04" h="1508">
                    <a:moveTo>
                      <a:pt x="613" y="559"/>
                    </a:moveTo>
                    <a:cubicBezTo>
                      <a:pt x="622" y="548"/>
                      <a:pt x="630" y="536"/>
                      <a:pt x="637" y="523"/>
                    </a:cubicBezTo>
                    <a:cubicBezTo>
                      <a:pt x="463" y="494"/>
                      <a:pt x="463" y="494"/>
                      <a:pt x="463" y="494"/>
                    </a:cubicBezTo>
                    <a:cubicBezTo>
                      <a:pt x="652" y="496"/>
                      <a:pt x="652" y="496"/>
                      <a:pt x="652" y="496"/>
                    </a:cubicBezTo>
                    <a:cubicBezTo>
                      <a:pt x="688" y="416"/>
                      <a:pt x="690" y="325"/>
                      <a:pt x="658" y="244"/>
                    </a:cubicBezTo>
                    <a:cubicBezTo>
                      <a:pt x="404" y="375"/>
                      <a:pt x="404" y="375"/>
                      <a:pt x="404" y="375"/>
                    </a:cubicBezTo>
                    <a:cubicBezTo>
                      <a:pt x="638" y="203"/>
                      <a:pt x="638" y="203"/>
                      <a:pt x="638" y="203"/>
                    </a:cubicBezTo>
                    <a:cubicBezTo>
                      <a:pt x="550" y="51"/>
                      <a:pt x="355" y="0"/>
                      <a:pt x="203" y="88"/>
                    </a:cubicBezTo>
                    <a:cubicBezTo>
                      <a:pt x="51" y="176"/>
                      <a:pt x="0" y="371"/>
                      <a:pt x="88" y="523"/>
                    </a:cubicBezTo>
                    <a:cubicBezTo>
                      <a:pt x="95" y="535"/>
                      <a:pt x="104" y="548"/>
                      <a:pt x="113" y="559"/>
                    </a:cubicBezTo>
                    <a:cubicBezTo>
                      <a:pt x="98" y="577"/>
                      <a:pt x="86" y="597"/>
                      <a:pt x="76" y="617"/>
                    </a:cubicBezTo>
                    <a:cubicBezTo>
                      <a:pt x="303" y="735"/>
                      <a:pt x="303" y="735"/>
                      <a:pt x="303" y="735"/>
                    </a:cubicBezTo>
                    <a:cubicBezTo>
                      <a:pt x="62" y="654"/>
                      <a:pt x="62" y="654"/>
                      <a:pt x="62" y="654"/>
                    </a:cubicBezTo>
                    <a:cubicBezTo>
                      <a:pt x="27" y="756"/>
                      <a:pt x="46" y="868"/>
                      <a:pt x="113" y="952"/>
                    </a:cubicBezTo>
                    <a:cubicBezTo>
                      <a:pt x="4" y="1090"/>
                      <a:pt x="28" y="1290"/>
                      <a:pt x="166" y="1399"/>
                    </a:cubicBezTo>
                    <a:cubicBezTo>
                      <a:pt x="304" y="1508"/>
                      <a:pt x="504" y="1484"/>
                      <a:pt x="613" y="1346"/>
                    </a:cubicBezTo>
                    <a:cubicBezTo>
                      <a:pt x="704" y="1230"/>
                      <a:pt x="704" y="1068"/>
                      <a:pt x="613" y="952"/>
                    </a:cubicBezTo>
                    <a:cubicBezTo>
                      <a:pt x="704" y="837"/>
                      <a:pt x="704" y="675"/>
                      <a:pt x="613" y="559"/>
                    </a:cubicBezTo>
                    <a:cubicBezTo>
                      <a:pt x="613" y="559"/>
                      <a:pt x="613" y="559"/>
                      <a:pt x="613" y="559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6" name="ïṣḷïḓe" descr="9978b3c2-b093-4826-9c1f-b9ff9c2a629c">
                <a:extLst>
                  <a:ext uri="{FF2B5EF4-FFF2-40B4-BE49-F238E27FC236}">
                    <a16:creationId xmlns:a16="http://schemas.microsoft.com/office/drawing/2014/main" id="{48DACAE5-BC02-44CA-9C55-6EE58B743568}"/>
                  </a:ext>
                </a:extLst>
              </p:cNvPr>
              <p:cNvSpPr/>
              <p:nvPr/>
            </p:nvSpPr>
            <p:spPr bwMode="auto">
              <a:xfrm>
                <a:off x="2513650" y="3725433"/>
                <a:ext cx="150712" cy="86438"/>
              </a:xfrm>
              <a:custGeom>
                <a:avLst/>
                <a:gdLst>
                  <a:gd name="T0" fmla="*/ 0 w 179"/>
                  <a:gd name="T1" fmla="*/ 0 h 102"/>
                  <a:gd name="T2" fmla="*/ 0 w 179"/>
                  <a:gd name="T3" fmla="*/ 1 h 102"/>
                  <a:gd name="T4" fmla="*/ 41 w 179"/>
                  <a:gd name="T5" fmla="*/ 39 h 102"/>
                  <a:gd name="T6" fmla="*/ 179 w 179"/>
                  <a:gd name="T7" fmla="*/ 102 h 102"/>
                  <a:gd name="T8" fmla="*/ 179 w 179"/>
                  <a:gd name="T9" fmla="*/ 102 h 102"/>
                  <a:gd name="T10" fmla="*/ 41 w 179"/>
                  <a:gd name="T11" fmla="*/ 39 h 102"/>
                  <a:gd name="T12" fmla="*/ 0 w 179"/>
                  <a:gd name="T13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" h="10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2" y="14"/>
                      <a:pt x="26" y="27"/>
                      <a:pt x="41" y="39"/>
                    </a:cubicBezTo>
                    <a:cubicBezTo>
                      <a:pt x="83" y="72"/>
                      <a:pt x="130" y="93"/>
                      <a:pt x="179" y="102"/>
                    </a:cubicBezTo>
                    <a:cubicBezTo>
                      <a:pt x="179" y="102"/>
                      <a:pt x="179" y="102"/>
                      <a:pt x="179" y="102"/>
                    </a:cubicBezTo>
                    <a:cubicBezTo>
                      <a:pt x="130" y="92"/>
                      <a:pt x="83" y="72"/>
                      <a:pt x="41" y="39"/>
                    </a:cubicBezTo>
                    <a:cubicBezTo>
                      <a:pt x="26" y="27"/>
                      <a:pt x="12" y="14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7" name="îṩľîdê" descr="4c881d4b-307b-4a1d-ac08-11bf2b38d947">
                <a:extLst>
                  <a:ext uri="{FF2B5EF4-FFF2-40B4-BE49-F238E27FC236}">
                    <a16:creationId xmlns:a16="http://schemas.microsoft.com/office/drawing/2014/main" id="{04E30785-32D7-471D-9D73-237BB34A52C5}"/>
                  </a:ext>
                </a:extLst>
              </p:cNvPr>
              <p:cNvSpPr/>
              <p:nvPr/>
            </p:nvSpPr>
            <p:spPr bwMode="auto">
              <a:xfrm>
                <a:off x="2513650" y="3725433"/>
                <a:ext cx="0" cy="1109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8" name="iṣ1îďè" descr="ac128ecb-b947-4bac-9ed5-730b3ac4769d">
                <a:extLst>
                  <a:ext uri="{FF2B5EF4-FFF2-40B4-BE49-F238E27FC236}">
                    <a16:creationId xmlns:a16="http://schemas.microsoft.com/office/drawing/2014/main" id="{C16E1BAC-3AE0-4FC1-8548-3D1841266335}"/>
                  </a:ext>
                </a:extLst>
              </p:cNvPr>
              <p:cNvSpPr/>
              <p:nvPr/>
            </p:nvSpPr>
            <p:spPr bwMode="auto">
              <a:xfrm>
                <a:off x="2420563" y="3214562"/>
                <a:ext cx="93087" cy="510872"/>
              </a:xfrm>
              <a:custGeom>
                <a:avLst/>
                <a:gdLst>
                  <a:gd name="T0" fmla="*/ 29 w 109"/>
                  <a:gd name="T1" fmla="*/ 0 h 605"/>
                  <a:gd name="T2" fmla="*/ 29 w 109"/>
                  <a:gd name="T3" fmla="*/ 1 h 605"/>
                  <a:gd name="T4" fmla="*/ 97 w 109"/>
                  <a:gd name="T5" fmla="*/ 197 h 605"/>
                  <a:gd name="T6" fmla="*/ 109 w 109"/>
                  <a:gd name="T7" fmla="*/ 605 h 605"/>
                  <a:gd name="T8" fmla="*/ 109 w 109"/>
                  <a:gd name="T9" fmla="*/ 605 h 605"/>
                  <a:gd name="T10" fmla="*/ 97 w 109"/>
                  <a:gd name="T11" fmla="*/ 197 h 605"/>
                  <a:gd name="T12" fmla="*/ 29 w 109"/>
                  <a:gd name="T13" fmla="*/ 0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" h="605">
                    <a:moveTo>
                      <a:pt x="29" y="0"/>
                    </a:moveTo>
                    <a:cubicBezTo>
                      <a:pt x="29" y="0"/>
                      <a:pt x="29" y="0"/>
                      <a:pt x="29" y="1"/>
                    </a:cubicBezTo>
                    <a:cubicBezTo>
                      <a:pt x="28" y="72"/>
                      <a:pt x="52" y="141"/>
                      <a:pt x="97" y="197"/>
                    </a:cubicBezTo>
                    <a:cubicBezTo>
                      <a:pt x="0" y="320"/>
                      <a:pt x="8" y="493"/>
                      <a:pt x="109" y="605"/>
                    </a:cubicBezTo>
                    <a:cubicBezTo>
                      <a:pt x="109" y="605"/>
                      <a:pt x="109" y="605"/>
                      <a:pt x="109" y="605"/>
                    </a:cubicBezTo>
                    <a:cubicBezTo>
                      <a:pt x="8" y="492"/>
                      <a:pt x="0" y="320"/>
                      <a:pt x="97" y="197"/>
                    </a:cubicBezTo>
                    <a:cubicBezTo>
                      <a:pt x="52" y="140"/>
                      <a:pt x="29" y="71"/>
                      <a:pt x="29" y="0"/>
                    </a:cubicBezTo>
                  </a:path>
                </a:pathLst>
              </a:custGeom>
              <a:solidFill>
                <a:srgbClr val="356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79" name="îSļídê" descr="6086baf4-6ba1-439d-be25-246bac94a28e">
                <a:extLst>
                  <a:ext uri="{FF2B5EF4-FFF2-40B4-BE49-F238E27FC236}">
                    <a16:creationId xmlns:a16="http://schemas.microsoft.com/office/drawing/2014/main" id="{EE8ADBF3-A082-410E-946C-56CB0EC706A4}"/>
                  </a:ext>
                </a:extLst>
              </p:cNvPr>
              <p:cNvSpPr/>
              <p:nvPr/>
            </p:nvSpPr>
            <p:spPr bwMode="auto">
              <a:xfrm>
                <a:off x="2664363" y="3811871"/>
                <a:ext cx="19947" cy="2216"/>
              </a:xfrm>
              <a:custGeom>
                <a:avLst/>
                <a:gdLst>
                  <a:gd name="T0" fmla="*/ 0 w 24"/>
                  <a:gd name="T1" fmla="*/ 0 h 3"/>
                  <a:gd name="T2" fmla="*/ 0 w 24"/>
                  <a:gd name="T3" fmla="*/ 0 h 3"/>
                  <a:gd name="T4" fmla="*/ 24 w 24"/>
                  <a:gd name="T5" fmla="*/ 3 h 3"/>
                  <a:gd name="T6" fmla="*/ 24 w 24"/>
                  <a:gd name="T7" fmla="*/ 3 h 3"/>
                  <a:gd name="T8" fmla="*/ 0 w 24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8" y="1"/>
                      <a:pt x="16" y="2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16" y="2"/>
                      <a:pt x="8" y="1"/>
                      <a:pt x="0" y="0"/>
                    </a:cubicBezTo>
                  </a:path>
                </a:pathLst>
              </a:custGeom>
              <a:solidFill>
                <a:srgbClr val="3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0" name="ïṣḻiḓê" descr="c68378ed-519b-4366-bef8-d759758e5940">
                <a:extLst>
                  <a:ext uri="{FF2B5EF4-FFF2-40B4-BE49-F238E27FC236}">
                    <a16:creationId xmlns:a16="http://schemas.microsoft.com/office/drawing/2014/main" id="{E596D1F5-E567-474E-B6E8-45DA8C222016}"/>
                  </a:ext>
                </a:extLst>
              </p:cNvPr>
              <p:cNvSpPr/>
              <p:nvPr/>
            </p:nvSpPr>
            <p:spPr bwMode="auto">
              <a:xfrm>
                <a:off x="2684310" y="3814087"/>
                <a:ext cx="28813" cy="1109"/>
              </a:xfrm>
              <a:custGeom>
                <a:avLst/>
                <a:gdLst>
                  <a:gd name="T0" fmla="*/ 0 w 34"/>
                  <a:gd name="T1" fmla="*/ 0 h 2"/>
                  <a:gd name="T2" fmla="*/ 0 w 34"/>
                  <a:gd name="T3" fmla="*/ 0 h 2"/>
                  <a:gd name="T4" fmla="*/ 34 w 34"/>
                  <a:gd name="T5" fmla="*/ 2 h 2"/>
                  <a:gd name="T6" fmla="*/ 34 w 34"/>
                  <a:gd name="T7" fmla="*/ 2 h 2"/>
                  <a:gd name="T8" fmla="*/ 0 w 3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1" y="1"/>
                      <a:pt x="23" y="2"/>
                      <a:pt x="34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23" y="2"/>
                      <a:pt x="11" y="1"/>
                      <a:pt x="0" y="0"/>
                    </a:cubicBezTo>
                  </a:path>
                </a:pathLst>
              </a:custGeom>
              <a:solidFill>
                <a:srgbClr val="3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1" name="ïṧḷíḓe" descr="255ea84f-c09b-4687-80ba-8498fd5c1940">
                <a:extLst>
                  <a:ext uri="{FF2B5EF4-FFF2-40B4-BE49-F238E27FC236}">
                    <a16:creationId xmlns:a16="http://schemas.microsoft.com/office/drawing/2014/main" id="{626F2216-5693-48F1-A6CD-AEE7121B0F9E}"/>
                  </a:ext>
                </a:extLst>
              </p:cNvPr>
              <p:cNvSpPr/>
              <p:nvPr/>
            </p:nvSpPr>
            <p:spPr bwMode="auto">
              <a:xfrm>
                <a:off x="2420563" y="3211237"/>
                <a:ext cx="580686" cy="603959"/>
              </a:xfrm>
              <a:custGeom>
                <a:avLst/>
                <a:gdLst>
                  <a:gd name="T0" fmla="*/ 42 w 687"/>
                  <a:gd name="T1" fmla="*/ 0 h 716"/>
                  <a:gd name="T2" fmla="*/ 29 w 687"/>
                  <a:gd name="T3" fmla="*/ 4 h 716"/>
                  <a:gd name="T4" fmla="*/ 97 w 687"/>
                  <a:gd name="T5" fmla="*/ 201 h 716"/>
                  <a:gd name="T6" fmla="*/ 109 w 687"/>
                  <a:gd name="T7" fmla="*/ 609 h 716"/>
                  <a:gd name="T8" fmla="*/ 109 w 687"/>
                  <a:gd name="T9" fmla="*/ 609 h 716"/>
                  <a:gd name="T10" fmla="*/ 150 w 687"/>
                  <a:gd name="T11" fmla="*/ 648 h 716"/>
                  <a:gd name="T12" fmla="*/ 288 w 687"/>
                  <a:gd name="T13" fmla="*/ 711 h 716"/>
                  <a:gd name="T14" fmla="*/ 312 w 687"/>
                  <a:gd name="T15" fmla="*/ 714 h 716"/>
                  <a:gd name="T16" fmla="*/ 346 w 687"/>
                  <a:gd name="T17" fmla="*/ 716 h 716"/>
                  <a:gd name="T18" fmla="*/ 597 w 687"/>
                  <a:gd name="T19" fmla="*/ 595 h 716"/>
                  <a:gd name="T20" fmla="*/ 597 w 687"/>
                  <a:gd name="T21" fmla="*/ 201 h 716"/>
                  <a:gd name="T22" fmla="*/ 42 w 687"/>
                  <a:gd name="T23" fmla="*/ 0 h 7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87" h="716">
                    <a:moveTo>
                      <a:pt x="42" y="0"/>
                    </a:moveTo>
                    <a:cubicBezTo>
                      <a:pt x="34" y="0"/>
                      <a:pt x="30" y="1"/>
                      <a:pt x="29" y="4"/>
                    </a:cubicBezTo>
                    <a:cubicBezTo>
                      <a:pt x="29" y="75"/>
                      <a:pt x="52" y="144"/>
                      <a:pt x="97" y="201"/>
                    </a:cubicBezTo>
                    <a:cubicBezTo>
                      <a:pt x="0" y="324"/>
                      <a:pt x="8" y="496"/>
                      <a:pt x="109" y="609"/>
                    </a:cubicBezTo>
                    <a:cubicBezTo>
                      <a:pt x="109" y="609"/>
                      <a:pt x="109" y="609"/>
                      <a:pt x="109" y="609"/>
                    </a:cubicBezTo>
                    <a:cubicBezTo>
                      <a:pt x="121" y="623"/>
                      <a:pt x="135" y="636"/>
                      <a:pt x="150" y="648"/>
                    </a:cubicBezTo>
                    <a:cubicBezTo>
                      <a:pt x="192" y="681"/>
                      <a:pt x="239" y="701"/>
                      <a:pt x="288" y="711"/>
                    </a:cubicBezTo>
                    <a:cubicBezTo>
                      <a:pt x="296" y="712"/>
                      <a:pt x="304" y="713"/>
                      <a:pt x="312" y="714"/>
                    </a:cubicBezTo>
                    <a:cubicBezTo>
                      <a:pt x="323" y="715"/>
                      <a:pt x="335" y="716"/>
                      <a:pt x="346" y="716"/>
                    </a:cubicBezTo>
                    <a:cubicBezTo>
                      <a:pt x="441" y="716"/>
                      <a:pt x="534" y="674"/>
                      <a:pt x="597" y="595"/>
                    </a:cubicBezTo>
                    <a:cubicBezTo>
                      <a:pt x="687" y="479"/>
                      <a:pt x="687" y="317"/>
                      <a:pt x="597" y="201"/>
                    </a:cubicBezTo>
                    <a:cubicBezTo>
                      <a:pt x="635" y="152"/>
                      <a:pt x="133" y="0"/>
                      <a:pt x="42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2" name="iśḷïḋê" descr="a6efbbe1-dba8-4141-a1df-f01a0b56a98c">
                <a:extLst>
                  <a:ext uri="{FF2B5EF4-FFF2-40B4-BE49-F238E27FC236}">
                    <a16:creationId xmlns:a16="http://schemas.microsoft.com/office/drawing/2014/main" id="{7857DA23-C741-402A-B07C-BC01700BD578}"/>
                  </a:ext>
                </a:extLst>
              </p:cNvPr>
              <p:cNvSpPr/>
              <p:nvPr/>
            </p:nvSpPr>
            <p:spPr bwMode="auto">
              <a:xfrm>
                <a:off x="1828795" y="4176463"/>
                <a:ext cx="3670292" cy="178417"/>
              </a:xfrm>
              <a:prstGeom prst="ellipse">
                <a:avLst/>
              </a:pr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3" name="iṩḷïḋê" descr="d907aeb5-a50f-4cf7-9470-7545c649319b">
                <a:extLst>
                  <a:ext uri="{FF2B5EF4-FFF2-40B4-BE49-F238E27FC236}">
                    <a16:creationId xmlns:a16="http://schemas.microsoft.com/office/drawing/2014/main" id="{78471F28-F001-415B-BBDB-1DA39088C47F}"/>
                  </a:ext>
                </a:extLst>
              </p:cNvPr>
              <p:cNvSpPr/>
              <p:nvPr/>
            </p:nvSpPr>
            <p:spPr bwMode="auto">
              <a:xfrm>
                <a:off x="3678348" y="3871712"/>
                <a:ext cx="18839" cy="19947"/>
              </a:xfrm>
              <a:prstGeom prst="rect">
                <a:avLst/>
              </a:pr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4" name="íSľiḓè" descr="c3efeda7-9b2a-4ce3-a25e-bd056a683f82">
                <a:extLst>
                  <a:ext uri="{FF2B5EF4-FFF2-40B4-BE49-F238E27FC236}">
                    <a16:creationId xmlns:a16="http://schemas.microsoft.com/office/drawing/2014/main" id="{97E93A2E-221B-43D4-AC95-1A4C76803404}"/>
                  </a:ext>
                </a:extLst>
              </p:cNvPr>
              <p:cNvSpPr/>
              <p:nvPr/>
            </p:nvSpPr>
            <p:spPr bwMode="auto">
              <a:xfrm>
                <a:off x="3678348" y="3871712"/>
                <a:ext cx="18839" cy="199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5" name="íSľïḋé" descr="abe72025-e068-4244-9f2e-9da875238605">
                <a:extLst>
                  <a:ext uri="{FF2B5EF4-FFF2-40B4-BE49-F238E27FC236}">
                    <a16:creationId xmlns:a16="http://schemas.microsoft.com/office/drawing/2014/main" id="{FC3162F7-FFDE-4A10-80D4-76A94316D6B7}"/>
                  </a:ext>
                </a:extLst>
              </p:cNvPr>
              <p:cNvSpPr/>
              <p:nvPr/>
            </p:nvSpPr>
            <p:spPr bwMode="auto">
              <a:xfrm>
                <a:off x="3616290" y="4075618"/>
                <a:ext cx="52085" cy="82005"/>
              </a:xfrm>
              <a:custGeom>
                <a:avLst/>
                <a:gdLst>
                  <a:gd name="T0" fmla="*/ 46 w 62"/>
                  <a:gd name="T1" fmla="*/ 35 h 97"/>
                  <a:gd name="T2" fmla="*/ 35 w 62"/>
                  <a:gd name="T3" fmla="*/ 58 h 97"/>
                  <a:gd name="T4" fmla="*/ 22 w 62"/>
                  <a:gd name="T5" fmla="*/ 74 h 97"/>
                  <a:gd name="T6" fmla="*/ 18 w 62"/>
                  <a:gd name="T7" fmla="*/ 96 h 97"/>
                  <a:gd name="T8" fmla="*/ 13 w 62"/>
                  <a:gd name="T9" fmla="*/ 97 h 97"/>
                  <a:gd name="T10" fmla="*/ 2 w 62"/>
                  <a:gd name="T11" fmla="*/ 97 h 97"/>
                  <a:gd name="T12" fmla="*/ 0 w 62"/>
                  <a:gd name="T13" fmla="*/ 88 h 97"/>
                  <a:gd name="T14" fmla="*/ 2 w 62"/>
                  <a:gd name="T15" fmla="*/ 83 h 97"/>
                  <a:gd name="T16" fmla="*/ 9 w 62"/>
                  <a:gd name="T17" fmla="*/ 60 h 97"/>
                  <a:gd name="T18" fmla="*/ 9 w 62"/>
                  <a:gd name="T19" fmla="*/ 55 h 97"/>
                  <a:gd name="T20" fmla="*/ 25 w 62"/>
                  <a:gd name="T21" fmla="*/ 13 h 97"/>
                  <a:gd name="T22" fmla="*/ 28 w 62"/>
                  <a:gd name="T23" fmla="*/ 9 h 97"/>
                  <a:gd name="T24" fmla="*/ 29 w 62"/>
                  <a:gd name="T25" fmla="*/ 0 h 97"/>
                  <a:gd name="T26" fmla="*/ 58 w 62"/>
                  <a:gd name="T27" fmla="*/ 2 h 97"/>
                  <a:gd name="T28" fmla="*/ 59 w 62"/>
                  <a:gd name="T29" fmla="*/ 10 h 97"/>
                  <a:gd name="T30" fmla="*/ 60 w 62"/>
                  <a:gd name="T31" fmla="*/ 14 h 97"/>
                  <a:gd name="T32" fmla="*/ 46 w 62"/>
                  <a:gd name="T33" fmla="*/ 3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" h="97">
                    <a:moveTo>
                      <a:pt x="46" y="35"/>
                    </a:moveTo>
                    <a:cubicBezTo>
                      <a:pt x="44" y="45"/>
                      <a:pt x="41" y="53"/>
                      <a:pt x="35" y="58"/>
                    </a:cubicBezTo>
                    <a:cubicBezTo>
                      <a:pt x="30" y="63"/>
                      <a:pt x="26" y="68"/>
                      <a:pt x="22" y="74"/>
                    </a:cubicBezTo>
                    <a:cubicBezTo>
                      <a:pt x="22" y="91"/>
                      <a:pt x="18" y="96"/>
                      <a:pt x="18" y="96"/>
                    </a:cubicBezTo>
                    <a:cubicBezTo>
                      <a:pt x="13" y="97"/>
                      <a:pt x="13" y="97"/>
                      <a:pt x="13" y="97"/>
                    </a:cubicBezTo>
                    <a:cubicBezTo>
                      <a:pt x="2" y="97"/>
                      <a:pt x="2" y="97"/>
                      <a:pt x="2" y="97"/>
                    </a:cubicBezTo>
                    <a:cubicBezTo>
                      <a:pt x="1" y="94"/>
                      <a:pt x="0" y="91"/>
                      <a:pt x="0" y="88"/>
                    </a:cubicBezTo>
                    <a:cubicBezTo>
                      <a:pt x="0" y="86"/>
                      <a:pt x="1" y="85"/>
                      <a:pt x="2" y="83"/>
                    </a:cubicBezTo>
                    <a:cubicBezTo>
                      <a:pt x="6" y="76"/>
                      <a:pt x="8" y="68"/>
                      <a:pt x="9" y="60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8" y="25"/>
                      <a:pt x="20" y="15"/>
                      <a:pt x="25" y="13"/>
                    </a:cubicBezTo>
                    <a:cubicBezTo>
                      <a:pt x="27" y="12"/>
                      <a:pt x="28" y="10"/>
                      <a:pt x="28" y="9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58" y="2"/>
                      <a:pt x="58" y="2"/>
                      <a:pt x="58" y="2"/>
                    </a:cubicBezTo>
                    <a:cubicBezTo>
                      <a:pt x="58" y="4"/>
                      <a:pt x="58" y="7"/>
                      <a:pt x="59" y="10"/>
                    </a:cubicBezTo>
                    <a:cubicBezTo>
                      <a:pt x="59" y="11"/>
                      <a:pt x="59" y="13"/>
                      <a:pt x="60" y="14"/>
                    </a:cubicBezTo>
                    <a:cubicBezTo>
                      <a:pt x="62" y="24"/>
                      <a:pt x="46" y="34"/>
                      <a:pt x="46" y="35"/>
                    </a:cubicBezTo>
                  </a:path>
                </a:pathLst>
              </a:custGeom>
              <a:solidFill>
                <a:srgbClr val="A061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6" name="îṥḷiḍe" descr="4037b705-5c09-4389-a810-d8711b83ac07">
                <a:extLst>
                  <a:ext uri="{FF2B5EF4-FFF2-40B4-BE49-F238E27FC236}">
                    <a16:creationId xmlns:a16="http://schemas.microsoft.com/office/drawing/2014/main" id="{35F8600A-E97E-4AD1-AE7E-936E1F03E3F7}"/>
                  </a:ext>
                </a:extLst>
              </p:cNvPr>
              <p:cNvSpPr/>
              <p:nvPr/>
            </p:nvSpPr>
            <p:spPr bwMode="auto">
              <a:xfrm>
                <a:off x="3659508" y="4075618"/>
                <a:ext cx="37678" cy="97520"/>
              </a:xfrm>
              <a:custGeom>
                <a:avLst/>
                <a:gdLst>
                  <a:gd name="T0" fmla="*/ 44 w 45"/>
                  <a:gd name="T1" fmla="*/ 14 h 115"/>
                  <a:gd name="T2" fmla="*/ 40 w 45"/>
                  <a:gd name="T3" fmla="*/ 27 h 115"/>
                  <a:gd name="T4" fmla="*/ 38 w 45"/>
                  <a:gd name="T5" fmla="*/ 39 h 115"/>
                  <a:gd name="T6" fmla="*/ 38 w 45"/>
                  <a:gd name="T7" fmla="*/ 39 h 115"/>
                  <a:gd name="T8" fmla="*/ 30 w 45"/>
                  <a:gd name="T9" fmla="*/ 74 h 115"/>
                  <a:gd name="T10" fmla="*/ 18 w 45"/>
                  <a:gd name="T11" fmla="*/ 102 h 115"/>
                  <a:gd name="T12" fmla="*/ 17 w 45"/>
                  <a:gd name="T13" fmla="*/ 115 h 115"/>
                  <a:gd name="T14" fmla="*/ 0 w 45"/>
                  <a:gd name="T15" fmla="*/ 114 h 115"/>
                  <a:gd name="T16" fmla="*/ 1 w 45"/>
                  <a:gd name="T17" fmla="*/ 86 h 115"/>
                  <a:gd name="T18" fmla="*/ 9 w 45"/>
                  <a:gd name="T19" fmla="*/ 39 h 115"/>
                  <a:gd name="T20" fmla="*/ 11 w 45"/>
                  <a:gd name="T21" fmla="*/ 29 h 115"/>
                  <a:gd name="T22" fmla="*/ 12 w 45"/>
                  <a:gd name="T23" fmla="*/ 10 h 115"/>
                  <a:gd name="T24" fmla="*/ 12 w 45"/>
                  <a:gd name="T25" fmla="*/ 5 h 115"/>
                  <a:gd name="T26" fmla="*/ 44 w 45"/>
                  <a:gd name="T27" fmla="*/ 7 h 115"/>
                  <a:gd name="T28" fmla="*/ 44 w 45"/>
                  <a:gd name="T29" fmla="*/ 14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5" h="115">
                    <a:moveTo>
                      <a:pt x="44" y="14"/>
                    </a:moveTo>
                    <a:cubicBezTo>
                      <a:pt x="43" y="19"/>
                      <a:pt x="42" y="23"/>
                      <a:pt x="40" y="27"/>
                    </a:cubicBezTo>
                    <a:cubicBezTo>
                      <a:pt x="39" y="31"/>
                      <a:pt x="38" y="35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7" y="51"/>
                      <a:pt x="35" y="63"/>
                      <a:pt x="30" y="74"/>
                    </a:cubicBezTo>
                    <a:cubicBezTo>
                      <a:pt x="26" y="85"/>
                      <a:pt x="20" y="99"/>
                      <a:pt x="18" y="102"/>
                    </a:cubicBezTo>
                    <a:cubicBezTo>
                      <a:pt x="17" y="106"/>
                      <a:pt x="16" y="111"/>
                      <a:pt x="17" y="115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0" y="70"/>
                      <a:pt x="3" y="54"/>
                      <a:pt x="9" y="39"/>
                    </a:cubicBezTo>
                    <a:cubicBezTo>
                      <a:pt x="10" y="36"/>
                      <a:pt x="11" y="32"/>
                      <a:pt x="11" y="2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5"/>
                      <a:pt x="42" y="0"/>
                      <a:pt x="44" y="7"/>
                    </a:cubicBezTo>
                    <a:cubicBezTo>
                      <a:pt x="45" y="10"/>
                      <a:pt x="45" y="12"/>
                      <a:pt x="44" y="14"/>
                    </a:cubicBezTo>
                  </a:path>
                </a:pathLst>
              </a:custGeom>
              <a:solidFill>
                <a:srgbClr val="A061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7" name="íṡľídè" descr="d394f26e-ebdd-4742-8d63-103223dd084e">
                <a:extLst>
                  <a:ext uri="{FF2B5EF4-FFF2-40B4-BE49-F238E27FC236}">
                    <a16:creationId xmlns:a16="http://schemas.microsoft.com/office/drawing/2014/main" id="{3C4CC519-B96D-400E-BA9D-48FD7342675C}"/>
                  </a:ext>
                </a:extLst>
              </p:cNvPr>
              <p:cNvSpPr/>
              <p:nvPr/>
            </p:nvSpPr>
            <p:spPr bwMode="auto">
              <a:xfrm>
                <a:off x="3616290" y="4075618"/>
                <a:ext cx="52085" cy="82005"/>
              </a:xfrm>
              <a:custGeom>
                <a:avLst/>
                <a:gdLst>
                  <a:gd name="T0" fmla="*/ 46 w 62"/>
                  <a:gd name="T1" fmla="*/ 35 h 97"/>
                  <a:gd name="T2" fmla="*/ 35 w 62"/>
                  <a:gd name="T3" fmla="*/ 58 h 97"/>
                  <a:gd name="T4" fmla="*/ 22 w 62"/>
                  <a:gd name="T5" fmla="*/ 74 h 97"/>
                  <a:gd name="T6" fmla="*/ 18 w 62"/>
                  <a:gd name="T7" fmla="*/ 96 h 97"/>
                  <a:gd name="T8" fmla="*/ 13 w 62"/>
                  <a:gd name="T9" fmla="*/ 97 h 97"/>
                  <a:gd name="T10" fmla="*/ 2 w 62"/>
                  <a:gd name="T11" fmla="*/ 97 h 97"/>
                  <a:gd name="T12" fmla="*/ 0 w 62"/>
                  <a:gd name="T13" fmla="*/ 88 h 97"/>
                  <a:gd name="T14" fmla="*/ 2 w 62"/>
                  <a:gd name="T15" fmla="*/ 83 h 97"/>
                  <a:gd name="T16" fmla="*/ 9 w 62"/>
                  <a:gd name="T17" fmla="*/ 60 h 97"/>
                  <a:gd name="T18" fmla="*/ 9 w 62"/>
                  <a:gd name="T19" fmla="*/ 55 h 97"/>
                  <a:gd name="T20" fmla="*/ 25 w 62"/>
                  <a:gd name="T21" fmla="*/ 13 h 97"/>
                  <a:gd name="T22" fmla="*/ 28 w 62"/>
                  <a:gd name="T23" fmla="*/ 9 h 97"/>
                  <a:gd name="T24" fmla="*/ 29 w 62"/>
                  <a:gd name="T25" fmla="*/ 0 h 97"/>
                  <a:gd name="T26" fmla="*/ 58 w 62"/>
                  <a:gd name="T27" fmla="*/ 2 h 97"/>
                  <a:gd name="T28" fmla="*/ 59 w 62"/>
                  <a:gd name="T29" fmla="*/ 10 h 97"/>
                  <a:gd name="T30" fmla="*/ 60 w 62"/>
                  <a:gd name="T31" fmla="*/ 14 h 97"/>
                  <a:gd name="T32" fmla="*/ 46 w 62"/>
                  <a:gd name="T33" fmla="*/ 3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" h="97">
                    <a:moveTo>
                      <a:pt x="46" y="35"/>
                    </a:moveTo>
                    <a:cubicBezTo>
                      <a:pt x="44" y="45"/>
                      <a:pt x="41" y="53"/>
                      <a:pt x="35" y="58"/>
                    </a:cubicBezTo>
                    <a:cubicBezTo>
                      <a:pt x="30" y="63"/>
                      <a:pt x="26" y="68"/>
                      <a:pt x="22" y="74"/>
                    </a:cubicBezTo>
                    <a:cubicBezTo>
                      <a:pt x="22" y="91"/>
                      <a:pt x="18" y="96"/>
                      <a:pt x="18" y="96"/>
                    </a:cubicBezTo>
                    <a:cubicBezTo>
                      <a:pt x="13" y="97"/>
                      <a:pt x="13" y="97"/>
                      <a:pt x="13" y="97"/>
                    </a:cubicBezTo>
                    <a:cubicBezTo>
                      <a:pt x="2" y="97"/>
                      <a:pt x="2" y="97"/>
                      <a:pt x="2" y="97"/>
                    </a:cubicBezTo>
                    <a:cubicBezTo>
                      <a:pt x="1" y="94"/>
                      <a:pt x="0" y="91"/>
                      <a:pt x="0" y="88"/>
                    </a:cubicBezTo>
                    <a:cubicBezTo>
                      <a:pt x="0" y="86"/>
                      <a:pt x="1" y="85"/>
                      <a:pt x="2" y="83"/>
                    </a:cubicBezTo>
                    <a:cubicBezTo>
                      <a:pt x="6" y="76"/>
                      <a:pt x="8" y="68"/>
                      <a:pt x="9" y="60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8" y="25"/>
                      <a:pt x="20" y="15"/>
                      <a:pt x="25" y="13"/>
                    </a:cubicBezTo>
                    <a:cubicBezTo>
                      <a:pt x="27" y="12"/>
                      <a:pt x="28" y="10"/>
                      <a:pt x="28" y="9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58" y="2"/>
                      <a:pt x="58" y="2"/>
                      <a:pt x="58" y="2"/>
                    </a:cubicBezTo>
                    <a:cubicBezTo>
                      <a:pt x="58" y="4"/>
                      <a:pt x="58" y="7"/>
                      <a:pt x="59" y="10"/>
                    </a:cubicBezTo>
                    <a:cubicBezTo>
                      <a:pt x="59" y="11"/>
                      <a:pt x="59" y="13"/>
                      <a:pt x="60" y="14"/>
                    </a:cubicBezTo>
                    <a:cubicBezTo>
                      <a:pt x="62" y="24"/>
                      <a:pt x="46" y="34"/>
                      <a:pt x="46" y="35"/>
                    </a:cubicBezTo>
                  </a:path>
                </a:pathLst>
              </a:custGeom>
              <a:solidFill>
                <a:srgbClr val="8E53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8" name="îṩļîďé" descr="eb88e950-e3a8-4da1-adf7-14bb0261d9cd">
                <a:extLst>
                  <a:ext uri="{FF2B5EF4-FFF2-40B4-BE49-F238E27FC236}">
                    <a16:creationId xmlns:a16="http://schemas.microsoft.com/office/drawing/2014/main" id="{DECF69FE-A38C-4C32-8AA2-B969F488D437}"/>
                  </a:ext>
                </a:extLst>
              </p:cNvPr>
              <p:cNvSpPr/>
              <p:nvPr/>
            </p:nvSpPr>
            <p:spPr bwMode="auto">
              <a:xfrm>
                <a:off x="3659508" y="4075618"/>
                <a:ext cx="37678" cy="97520"/>
              </a:xfrm>
              <a:custGeom>
                <a:avLst/>
                <a:gdLst>
                  <a:gd name="T0" fmla="*/ 44 w 45"/>
                  <a:gd name="T1" fmla="*/ 14 h 115"/>
                  <a:gd name="T2" fmla="*/ 40 w 45"/>
                  <a:gd name="T3" fmla="*/ 27 h 115"/>
                  <a:gd name="T4" fmla="*/ 38 w 45"/>
                  <a:gd name="T5" fmla="*/ 39 h 115"/>
                  <a:gd name="T6" fmla="*/ 38 w 45"/>
                  <a:gd name="T7" fmla="*/ 39 h 115"/>
                  <a:gd name="T8" fmla="*/ 30 w 45"/>
                  <a:gd name="T9" fmla="*/ 74 h 115"/>
                  <a:gd name="T10" fmla="*/ 18 w 45"/>
                  <a:gd name="T11" fmla="*/ 102 h 115"/>
                  <a:gd name="T12" fmla="*/ 17 w 45"/>
                  <a:gd name="T13" fmla="*/ 115 h 115"/>
                  <a:gd name="T14" fmla="*/ 0 w 45"/>
                  <a:gd name="T15" fmla="*/ 114 h 115"/>
                  <a:gd name="T16" fmla="*/ 1 w 45"/>
                  <a:gd name="T17" fmla="*/ 86 h 115"/>
                  <a:gd name="T18" fmla="*/ 9 w 45"/>
                  <a:gd name="T19" fmla="*/ 39 h 115"/>
                  <a:gd name="T20" fmla="*/ 11 w 45"/>
                  <a:gd name="T21" fmla="*/ 29 h 115"/>
                  <a:gd name="T22" fmla="*/ 12 w 45"/>
                  <a:gd name="T23" fmla="*/ 10 h 115"/>
                  <a:gd name="T24" fmla="*/ 12 w 45"/>
                  <a:gd name="T25" fmla="*/ 5 h 115"/>
                  <a:gd name="T26" fmla="*/ 44 w 45"/>
                  <a:gd name="T27" fmla="*/ 7 h 115"/>
                  <a:gd name="T28" fmla="*/ 44 w 45"/>
                  <a:gd name="T29" fmla="*/ 14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5" h="115">
                    <a:moveTo>
                      <a:pt x="44" y="14"/>
                    </a:moveTo>
                    <a:cubicBezTo>
                      <a:pt x="43" y="19"/>
                      <a:pt x="42" y="23"/>
                      <a:pt x="40" y="27"/>
                    </a:cubicBezTo>
                    <a:cubicBezTo>
                      <a:pt x="39" y="31"/>
                      <a:pt x="38" y="35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7" y="51"/>
                      <a:pt x="35" y="63"/>
                      <a:pt x="30" y="74"/>
                    </a:cubicBezTo>
                    <a:cubicBezTo>
                      <a:pt x="26" y="85"/>
                      <a:pt x="20" y="99"/>
                      <a:pt x="18" y="102"/>
                    </a:cubicBezTo>
                    <a:cubicBezTo>
                      <a:pt x="17" y="106"/>
                      <a:pt x="16" y="111"/>
                      <a:pt x="17" y="115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0" y="70"/>
                      <a:pt x="3" y="54"/>
                      <a:pt x="9" y="39"/>
                    </a:cubicBezTo>
                    <a:cubicBezTo>
                      <a:pt x="10" y="36"/>
                      <a:pt x="11" y="32"/>
                      <a:pt x="11" y="2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5"/>
                      <a:pt x="42" y="0"/>
                      <a:pt x="44" y="7"/>
                    </a:cubicBezTo>
                    <a:cubicBezTo>
                      <a:pt x="45" y="10"/>
                      <a:pt x="45" y="12"/>
                      <a:pt x="44" y="14"/>
                    </a:cubicBezTo>
                  </a:path>
                </a:pathLst>
              </a:custGeom>
              <a:solidFill>
                <a:srgbClr val="8E53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9" name="íṡļíḍè" descr="b6f7636c-747e-40d4-8ff2-6fe90c2e1d4c">
                <a:extLst>
                  <a:ext uri="{FF2B5EF4-FFF2-40B4-BE49-F238E27FC236}">
                    <a16:creationId xmlns:a16="http://schemas.microsoft.com/office/drawing/2014/main" id="{15E5D8F5-E7E1-4993-BDF3-63C51FA646F2}"/>
                  </a:ext>
                </a:extLst>
              </p:cNvPr>
              <p:cNvSpPr/>
              <p:nvPr/>
            </p:nvSpPr>
            <p:spPr bwMode="auto">
              <a:xfrm>
                <a:off x="3666157" y="4083375"/>
                <a:ext cx="0" cy="1109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  <a:gd name="T3" fmla="*/ 1 h 1"/>
                  <a:gd name="T4" fmla="*/ 0 h 1"/>
                  <a:gd name="T5" fmla="*/ 0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0" name="íṡḻïďè" descr="0690b82c-4956-4673-bf7a-528ba19ef4fe">
                <a:extLst>
                  <a:ext uri="{FF2B5EF4-FFF2-40B4-BE49-F238E27FC236}">
                    <a16:creationId xmlns:a16="http://schemas.microsoft.com/office/drawing/2014/main" id="{36BE5322-7637-4B4D-99A5-E8A9C00CF143}"/>
                  </a:ext>
                </a:extLst>
              </p:cNvPr>
              <p:cNvSpPr/>
              <p:nvPr/>
            </p:nvSpPr>
            <p:spPr bwMode="auto">
              <a:xfrm>
                <a:off x="3639561" y="4081159"/>
                <a:ext cx="26596" cy="3325"/>
              </a:xfrm>
              <a:custGeom>
                <a:avLst/>
                <a:gdLst>
                  <a:gd name="T0" fmla="*/ 0 w 31"/>
                  <a:gd name="T1" fmla="*/ 0 h 3"/>
                  <a:gd name="T2" fmla="*/ 0 w 31"/>
                  <a:gd name="T3" fmla="*/ 2 h 3"/>
                  <a:gd name="T4" fmla="*/ 31 w 31"/>
                  <a:gd name="T5" fmla="*/ 3 h 3"/>
                  <a:gd name="T6" fmla="*/ 31 w 31"/>
                  <a:gd name="T7" fmla="*/ 3 h 3"/>
                  <a:gd name="T8" fmla="*/ 31 w 31"/>
                  <a:gd name="T9" fmla="*/ 2 h 3"/>
                  <a:gd name="T10" fmla="*/ 31 w 31"/>
                  <a:gd name="T11" fmla="*/ 2 h 3"/>
                  <a:gd name="T12" fmla="*/ 0 w 31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3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1" y="3"/>
                      <a:pt x="31" y="2"/>
                      <a:pt x="31" y="2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04B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1" name="íṣḻíḍê" descr="5beb0825-16b0-4c77-998c-f7c143a2b2f8">
                <a:extLst>
                  <a:ext uri="{FF2B5EF4-FFF2-40B4-BE49-F238E27FC236}">
                    <a16:creationId xmlns:a16="http://schemas.microsoft.com/office/drawing/2014/main" id="{F59FAA68-A1A8-4773-BC9B-9030B047B620}"/>
                  </a:ext>
                </a:extLst>
              </p:cNvPr>
              <p:cNvSpPr/>
              <p:nvPr/>
            </p:nvSpPr>
            <p:spPr bwMode="auto">
              <a:xfrm>
                <a:off x="3697186" y="4086700"/>
                <a:ext cx="0" cy="1109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2" name="ïśľíḍé" descr="ade24dee-eb4e-4e35-bcec-d40d61b53f5f">
                <a:extLst>
                  <a:ext uri="{FF2B5EF4-FFF2-40B4-BE49-F238E27FC236}">
                    <a16:creationId xmlns:a16="http://schemas.microsoft.com/office/drawing/2014/main" id="{29157992-5861-466A-9E72-F3A9DF5852FB}"/>
                  </a:ext>
                </a:extLst>
              </p:cNvPr>
              <p:cNvSpPr/>
              <p:nvPr/>
            </p:nvSpPr>
            <p:spPr bwMode="auto">
              <a:xfrm>
                <a:off x="3669482" y="4083375"/>
                <a:ext cx="27705" cy="4433"/>
              </a:xfrm>
              <a:custGeom>
                <a:avLst/>
                <a:gdLst>
                  <a:gd name="T0" fmla="*/ 0 w 32"/>
                  <a:gd name="T1" fmla="*/ 0 h 5"/>
                  <a:gd name="T2" fmla="*/ 0 w 32"/>
                  <a:gd name="T3" fmla="*/ 1 h 5"/>
                  <a:gd name="T4" fmla="*/ 32 w 32"/>
                  <a:gd name="T5" fmla="*/ 5 h 5"/>
                  <a:gd name="T6" fmla="*/ 32 w 32"/>
                  <a:gd name="T7" fmla="*/ 5 h 5"/>
                  <a:gd name="T8" fmla="*/ 32 w 32"/>
                  <a:gd name="T9" fmla="*/ 4 h 5"/>
                  <a:gd name="T10" fmla="*/ 0 w 32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5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4"/>
                      <a:pt x="32" y="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04B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3" name="işļíḋè" descr="10930518-70f9-4948-8c89-984246df0f46">
                <a:extLst>
                  <a:ext uri="{FF2B5EF4-FFF2-40B4-BE49-F238E27FC236}">
                    <a16:creationId xmlns:a16="http://schemas.microsoft.com/office/drawing/2014/main" id="{0ECC44D4-90A7-46F6-BBE5-82ED53787E00}"/>
                  </a:ext>
                </a:extLst>
              </p:cNvPr>
              <p:cNvSpPr/>
              <p:nvPr/>
            </p:nvSpPr>
            <p:spPr bwMode="auto">
              <a:xfrm>
                <a:off x="3626263" y="3978098"/>
                <a:ext cx="88654" cy="108602"/>
              </a:xfrm>
              <a:custGeom>
                <a:avLst/>
                <a:gdLst>
                  <a:gd name="T0" fmla="*/ 100 w 104"/>
                  <a:gd name="T1" fmla="*/ 72 h 128"/>
                  <a:gd name="T2" fmla="*/ 87 w 104"/>
                  <a:gd name="T3" fmla="*/ 128 h 128"/>
                  <a:gd name="T4" fmla="*/ 49 w 104"/>
                  <a:gd name="T5" fmla="*/ 123 h 128"/>
                  <a:gd name="T6" fmla="*/ 49 w 104"/>
                  <a:gd name="T7" fmla="*/ 104 h 128"/>
                  <a:gd name="T8" fmla="*/ 46 w 104"/>
                  <a:gd name="T9" fmla="*/ 124 h 128"/>
                  <a:gd name="T10" fmla="*/ 0 w 104"/>
                  <a:gd name="T11" fmla="*/ 122 h 128"/>
                  <a:gd name="T12" fmla="*/ 3 w 104"/>
                  <a:gd name="T13" fmla="*/ 78 h 128"/>
                  <a:gd name="T14" fmla="*/ 8 w 104"/>
                  <a:gd name="T15" fmla="*/ 51 h 128"/>
                  <a:gd name="T16" fmla="*/ 16 w 104"/>
                  <a:gd name="T17" fmla="*/ 6 h 128"/>
                  <a:gd name="T18" fmla="*/ 17 w 104"/>
                  <a:gd name="T19" fmla="*/ 0 h 128"/>
                  <a:gd name="T20" fmla="*/ 100 w 104"/>
                  <a:gd name="T21" fmla="*/ 22 h 128"/>
                  <a:gd name="T22" fmla="*/ 102 w 104"/>
                  <a:gd name="T23" fmla="*/ 28 h 128"/>
                  <a:gd name="T24" fmla="*/ 100 w 104"/>
                  <a:gd name="T25" fmla="*/ 7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4" h="128">
                    <a:moveTo>
                      <a:pt x="100" y="72"/>
                    </a:moveTo>
                    <a:cubicBezTo>
                      <a:pt x="87" y="128"/>
                      <a:pt x="87" y="128"/>
                      <a:pt x="87" y="128"/>
                    </a:cubicBezTo>
                    <a:cubicBezTo>
                      <a:pt x="49" y="123"/>
                      <a:pt x="49" y="123"/>
                      <a:pt x="49" y="123"/>
                    </a:cubicBezTo>
                    <a:cubicBezTo>
                      <a:pt x="49" y="104"/>
                      <a:pt x="49" y="104"/>
                      <a:pt x="49" y="104"/>
                    </a:cubicBezTo>
                    <a:cubicBezTo>
                      <a:pt x="46" y="124"/>
                      <a:pt x="46" y="124"/>
                      <a:pt x="46" y="124"/>
                    </a:cubicBezTo>
                    <a:cubicBezTo>
                      <a:pt x="0" y="122"/>
                      <a:pt x="0" y="122"/>
                      <a:pt x="0" y="122"/>
                    </a:cubicBezTo>
                    <a:cubicBezTo>
                      <a:pt x="3" y="78"/>
                      <a:pt x="3" y="78"/>
                      <a:pt x="3" y="78"/>
                    </a:cubicBezTo>
                    <a:cubicBezTo>
                      <a:pt x="5" y="69"/>
                      <a:pt x="7" y="60"/>
                      <a:pt x="8" y="51"/>
                    </a:cubicBezTo>
                    <a:cubicBezTo>
                      <a:pt x="9" y="42"/>
                      <a:pt x="13" y="17"/>
                      <a:pt x="16" y="6"/>
                    </a:cubicBezTo>
                    <a:cubicBezTo>
                      <a:pt x="16" y="2"/>
                      <a:pt x="17" y="0"/>
                      <a:pt x="17" y="0"/>
                    </a:cubicBezTo>
                    <a:cubicBezTo>
                      <a:pt x="17" y="0"/>
                      <a:pt x="95" y="16"/>
                      <a:pt x="100" y="22"/>
                    </a:cubicBezTo>
                    <a:cubicBezTo>
                      <a:pt x="101" y="24"/>
                      <a:pt x="102" y="26"/>
                      <a:pt x="102" y="28"/>
                    </a:cubicBezTo>
                    <a:cubicBezTo>
                      <a:pt x="104" y="42"/>
                      <a:pt x="100" y="72"/>
                      <a:pt x="100" y="72"/>
                    </a:cubicBezTo>
                  </a:path>
                </a:pathLst>
              </a:custGeom>
              <a:solidFill>
                <a:srgbClr val="2F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4" name="ïşļïḓè" descr="7d12cfe7-8bfa-4f37-b1c2-495581073987">
                <a:extLst>
                  <a:ext uri="{FF2B5EF4-FFF2-40B4-BE49-F238E27FC236}">
                    <a16:creationId xmlns:a16="http://schemas.microsoft.com/office/drawing/2014/main" id="{C0E44EF8-2DD6-4BED-9206-DBCD7A097563}"/>
                  </a:ext>
                </a:extLst>
              </p:cNvPr>
              <p:cNvSpPr/>
              <p:nvPr/>
            </p:nvSpPr>
            <p:spPr bwMode="auto">
              <a:xfrm>
                <a:off x="3634020" y="4031291"/>
                <a:ext cx="32138" cy="11082"/>
              </a:xfrm>
              <a:custGeom>
                <a:avLst/>
                <a:gdLst>
                  <a:gd name="T0" fmla="*/ 35 w 38"/>
                  <a:gd name="T1" fmla="*/ 0 h 13"/>
                  <a:gd name="T2" fmla="*/ 0 w 38"/>
                  <a:gd name="T3" fmla="*/ 13 h 13"/>
                  <a:gd name="T4" fmla="*/ 38 w 38"/>
                  <a:gd name="T5" fmla="*/ 0 h 13"/>
                  <a:gd name="T6" fmla="*/ 35 w 38"/>
                  <a:gd name="T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" h="13">
                    <a:moveTo>
                      <a:pt x="35" y="0"/>
                    </a:moveTo>
                    <a:cubicBezTo>
                      <a:pt x="25" y="0"/>
                      <a:pt x="0" y="13"/>
                      <a:pt x="0" y="13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7" y="0"/>
                      <a:pt x="36" y="0"/>
                      <a:pt x="35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5" name="isliḋè" descr="5ce123c0-ff2a-4637-8ee4-527630cd57e7">
                <a:extLst>
                  <a:ext uri="{FF2B5EF4-FFF2-40B4-BE49-F238E27FC236}">
                    <a16:creationId xmlns:a16="http://schemas.microsoft.com/office/drawing/2014/main" id="{E1E75C9E-A81F-4216-8364-9C851CE1B5CC}"/>
                  </a:ext>
                </a:extLst>
              </p:cNvPr>
              <p:cNvSpPr/>
              <p:nvPr/>
            </p:nvSpPr>
            <p:spPr bwMode="auto">
              <a:xfrm>
                <a:off x="3648426" y="3998045"/>
                <a:ext cx="22164" cy="21056"/>
              </a:xfrm>
              <a:custGeom>
                <a:avLst/>
                <a:gdLst>
                  <a:gd name="T0" fmla="*/ 0 w 26"/>
                  <a:gd name="T1" fmla="*/ 0 h 25"/>
                  <a:gd name="T2" fmla="*/ 26 w 26"/>
                  <a:gd name="T3" fmla="*/ 25 h 25"/>
                  <a:gd name="T4" fmla="*/ 0 w 26"/>
                  <a:gd name="T5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" h="25">
                    <a:moveTo>
                      <a:pt x="0" y="0"/>
                    </a:moveTo>
                    <a:cubicBezTo>
                      <a:pt x="26" y="25"/>
                      <a:pt x="26" y="25"/>
                      <a:pt x="26" y="25"/>
                    </a:cubicBezTo>
                    <a:cubicBezTo>
                      <a:pt x="25" y="20"/>
                      <a:pt x="0" y="0"/>
                      <a:pt x="0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6" name="íŝļiḋê" descr="f039916b-7a53-4338-82d4-4ef90b0e8489">
                <a:extLst>
                  <a:ext uri="{FF2B5EF4-FFF2-40B4-BE49-F238E27FC236}">
                    <a16:creationId xmlns:a16="http://schemas.microsoft.com/office/drawing/2014/main" id="{6C067EED-AC85-45B5-B5C3-D2A3A0162665}"/>
                  </a:ext>
                </a:extLst>
              </p:cNvPr>
              <p:cNvSpPr/>
              <p:nvPr/>
            </p:nvSpPr>
            <p:spPr bwMode="auto">
              <a:xfrm>
                <a:off x="3642886" y="4054563"/>
                <a:ext cx="19947" cy="3325"/>
              </a:xfrm>
              <a:custGeom>
                <a:avLst/>
                <a:gdLst>
                  <a:gd name="T0" fmla="*/ 2 w 24"/>
                  <a:gd name="T1" fmla="*/ 0 h 4"/>
                  <a:gd name="T2" fmla="*/ 0 w 24"/>
                  <a:gd name="T3" fmla="*/ 0 h 4"/>
                  <a:gd name="T4" fmla="*/ 24 w 24"/>
                  <a:gd name="T5" fmla="*/ 4 h 4"/>
                  <a:gd name="T6" fmla="*/ 2 w 2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4">
                    <a:moveTo>
                      <a:pt x="2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0" y="0"/>
                      <a:pt x="8" y="0"/>
                      <a:pt x="2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7" name="iṥlide" descr="5778a3c9-cec8-4499-b931-a247cfaeb475">
                <a:extLst>
                  <a:ext uri="{FF2B5EF4-FFF2-40B4-BE49-F238E27FC236}">
                    <a16:creationId xmlns:a16="http://schemas.microsoft.com/office/drawing/2014/main" id="{28924906-BBCC-4A3D-9A58-A1F8C1650AEA}"/>
                  </a:ext>
                </a:extLst>
              </p:cNvPr>
              <p:cNvSpPr/>
              <p:nvPr/>
            </p:nvSpPr>
            <p:spPr bwMode="auto">
              <a:xfrm>
                <a:off x="3668374" y="4036832"/>
                <a:ext cx="9974" cy="33245"/>
              </a:xfrm>
              <a:custGeom>
                <a:avLst/>
                <a:gdLst>
                  <a:gd name="T0" fmla="*/ 3 w 12"/>
                  <a:gd name="T1" fmla="*/ 0 h 40"/>
                  <a:gd name="T2" fmla="*/ 0 w 12"/>
                  <a:gd name="T3" fmla="*/ 35 h 40"/>
                  <a:gd name="T4" fmla="*/ 5 w 12"/>
                  <a:gd name="T5" fmla="*/ 40 h 40"/>
                  <a:gd name="T6" fmla="*/ 8 w 12"/>
                  <a:gd name="T7" fmla="*/ 37 h 40"/>
                  <a:gd name="T8" fmla="*/ 3 w 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40">
                    <a:moveTo>
                      <a:pt x="3" y="0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2" y="40"/>
                      <a:pt x="5" y="40"/>
                    </a:cubicBezTo>
                    <a:cubicBezTo>
                      <a:pt x="6" y="40"/>
                      <a:pt x="7" y="39"/>
                      <a:pt x="8" y="37"/>
                    </a:cubicBezTo>
                    <a:cubicBezTo>
                      <a:pt x="12" y="29"/>
                      <a:pt x="3" y="0"/>
                      <a:pt x="3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8" name="iṡ1îḋê" descr="aaf5f215-fa1f-48f1-9237-2b730daf837a">
                <a:extLst>
                  <a:ext uri="{FF2B5EF4-FFF2-40B4-BE49-F238E27FC236}">
                    <a16:creationId xmlns:a16="http://schemas.microsoft.com/office/drawing/2014/main" id="{184037CA-6B33-4D7D-98E8-3EA3271C140B}"/>
                  </a:ext>
                </a:extLst>
              </p:cNvPr>
              <p:cNvSpPr/>
              <p:nvPr/>
            </p:nvSpPr>
            <p:spPr bwMode="auto">
              <a:xfrm>
                <a:off x="3652859" y="4163164"/>
                <a:ext cx="24380" cy="43219"/>
              </a:xfrm>
              <a:custGeom>
                <a:avLst/>
                <a:gdLst>
                  <a:gd name="T0" fmla="*/ 9 w 29"/>
                  <a:gd name="T1" fmla="*/ 0 h 51"/>
                  <a:gd name="T2" fmla="*/ 2 w 29"/>
                  <a:gd name="T3" fmla="*/ 22 h 51"/>
                  <a:gd name="T4" fmla="*/ 9 w 29"/>
                  <a:gd name="T5" fmla="*/ 47 h 51"/>
                  <a:gd name="T6" fmla="*/ 26 w 29"/>
                  <a:gd name="T7" fmla="*/ 43 h 51"/>
                  <a:gd name="T8" fmla="*/ 26 w 29"/>
                  <a:gd name="T9" fmla="*/ 16 h 51"/>
                  <a:gd name="T10" fmla="*/ 25 w 29"/>
                  <a:gd name="T11" fmla="*/ 5 h 51"/>
                  <a:gd name="T12" fmla="*/ 24 w 29"/>
                  <a:gd name="T13" fmla="*/ 9 h 51"/>
                  <a:gd name="T14" fmla="*/ 10 w 29"/>
                  <a:gd name="T15" fmla="*/ 7 h 51"/>
                  <a:gd name="T16" fmla="*/ 9 w 29"/>
                  <a:gd name="T17" fmla="*/ 3 h 51"/>
                  <a:gd name="T18" fmla="*/ 9 w 29"/>
                  <a:gd name="T1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51">
                    <a:moveTo>
                      <a:pt x="9" y="0"/>
                    </a:moveTo>
                    <a:cubicBezTo>
                      <a:pt x="9" y="0"/>
                      <a:pt x="0" y="1"/>
                      <a:pt x="2" y="22"/>
                    </a:cubicBezTo>
                    <a:cubicBezTo>
                      <a:pt x="3" y="43"/>
                      <a:pt x="6" y="47"/>
                      <a:pt x="9" y="47"/>
                    </a:cubicBezTo>
                    <a:cubicBezTo>
                      <a:pt x="12" y="47"/>
                      <a:pt x="27" y="51"/>
                      <a:pt x="26" y="43"/>
                    </a:cubicBezTo>
                    <a:cubicBezTo>
                      <a:pt x="26" y="36"/>
                      <a:pt x="25" y="19"/>
                      <a:pt x="26" y="16"/>
                    </a:cubicBezTo>
                    <a:cubicBezTo>
                      <a:pt x="27" y="13"/>
                      <a:pt x="29" y="6"/>
                      <a:pt x="25" y="5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9"/>
                      <a:pt x="15" y="1"/>
                      <a:pt x="10" y="7"/>
                    </a:cubicBezTo>
                    <a:cubicBezTo>
                      <a:pt x="10" y="5"/>
                      <a:pt x="10" y="4"/>
                      <a:pt x="9" y="3"/>
                    </a:cubicBezTo>
                    <a:cubicBezTo>
                      <a:pt x="9" y="1"/>
                      <a:pt x="8" y="1"/>
                      <a:pt x="9" y="0"/>
                    </a:cubicBezTo>
                  </a:path>
                </a:pathLst>
              </a:custGeom>
              <a:solidFill>
                <a:srgbClr val="2F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99" name="islïďé" descr="bd277508-bfab-4054-8234-603793c7f2a7">
                <a:extLst>
                  <a:ext uri="{FF2B5EF4-FFF2-40B4-BE49-F238E27FC236}">
                    <a16:creationId xmlns:a16="http://schemas.microsoft.com/office/drawing/2014/main" id="{FA43F24D-ECF7-4946-9621-75EB7DDD2B4D}"/>
                  </a:ext>
                </a:extLst>
              </p:cNvPr>
              <p:cNvSpPr/>
              <p:nvPr/>
            </p:nvSpPr>
            <p:spPr bwMode="auto">
              <a:xfrm>
                <a:off x="3737081" y="3918256"/>
                <a:ext cx="56518" cy="35462"/>
              </a:xfrm>
              <a:custGeom>
                <a:avLst/>
                <a:gdLst>
                  <a:gd name="T0" fmla="*/ 68 w 68"/>
                  <a:gd name="T1" fmla="*/ 34 h 43"/>
                  <a:gd name="T2" fmla="*/ 63 w 68"/>
                  <a:gd name="T3" fmla="*/ 36 h 43"/>
                  <a:gd name="T4" fmla="*/ 47 w 68"/>
                  <a:gd name="T5" fmla="*/ 42 h 43"/>
                  <a:gd name="T6" fmla="*/ 27 w 68"/>
                  <a:gd name="T7" fmla="*/ 36 h 43"/>
                  <a:gd name="T8" fmla="*/ 3 w 68"/>
                  <a:gd name="T9" fmla="*/ 21 h 43"/>
                  <a:gd name="T10" fmla="*/ 0 w 68"/>
                  <a:gd name="T11" fmla="*/ 20 h 43"/>
                  <a:gd name="T12" fmla="*/ 0 w 68"/>
                  <a:gd name="T13" fmla="*/ 20 h 43"/>
                  <a:gd name="T14" fmla="*/ 4 w 68"/>
                  <a:gd name="T15" fmla="*/ 8 h 43"/>
                  <a:gd name="T16" fmla="*/ 20 w 68"/>
                  <a:gd name="T17" fmla="*/ 0 h 43"/>
                  <a:gd name="T18" fmla="*/ 24 w 68"/>
                  <a:gd name="T19" fmla="*/ 3 h 43"/>
                  <a:gd name="T20" fmla="*/ 35 w 68"/>
                  <a:gd name="T21" fmla="*/ 13 h 43"/>
                  <a:gd name="T22" fmla="*/ 40 w 68"/>
                  <a:gd name="T23" fmla="*/ 15 h 43"/>
                  <a:gd name="T24" fmla="*/ 58 w 68"/>
                  <a:gd name="T25" fmla="*/ 16 h 43"/>
                  <a:gd name="T26" fmla="*/ 61 w 68"/>
                  <a:gd name="T27" fmla="*/ 17 h 43"/>
                  <a:gd name="T28" fmla="*/ 67 w 68"/>
                  <a:gd name="T29" fmla="*/ 18 h 43"/>
                  <a:gd name="T30" fmla="*/ 68 w 68"/>
                  <a:gd name="T31" fmla="*/ 3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8" h="43">
                    <a:moveTo>
                      <a:pt x="68" y="34"/>
                    </a:moveTo>
                    <a:cubicBezTo>
                      <a:pt x="68" y="34"/>
                      <a:pt x="66" y="35"/>
                      <a:pt x="63" y="36"/>
                    </a:cubicBezTo>
                    <a:cubicBezTo>
                      <a:pt x="58" y="39"/>
                      <a:pt x="52" y="41"/>
                      <a:pt x="47" y="42"/>
                    </a:cubicBezTo>
                    <a:cubicBezTo>
                      <a:pt x="39" y="42"/>
                      <a:pt x="36" y="43"/>
                      <a:pt x="27" y="36"/>
                    </a:cubicBezTo>
                    <a:cubicBezTo>
                      <a:pt x="20" y="31"/>
                      <a:pt x="8" y="24"/>
                      <a:pt x="3" y="21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6" y="14"/>
                      <a:pt x="38" y="15"/>
                      <a:pt x="40" y="15"/>
                    </a:cubicBezTo>
                    <a:cubicBezTo>
                      <a:pt x="42" y="15"/>
                      <a:pt x="58" y="16"/>
                      <a:pt x="58" y="16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34"/>
                      <a:pt x="68" y="34"/>
                      <a:pt x="68" y="34"/>
                    </a:cubicBezTo>
                  </a:path>
                </a:pathLst>
              </a:custGeom>
              <a:solidFill>
                <a:srgbClr val="A061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0" name="íŝľiḍè" descr="4bce1ce4-a506-4ed4-9d01-b366c0efe040">
                <a:extLst>
                  <a:ext uri="{FF2B5EF4-FFF2-40B4-BE49-F238E27FC236}">
                    <a16:creationId xmlns:a16="http://schemas.microsoft.com/office/drawing/2014/main" id="{CC98D111-599A-4C6B-B986-0C86B906BE22}"/>
                  </a:ext>
                </a:extLst>
              </p:cNvPr>
              <p:cNvSpPr/>
              <p:nvPr/>
            </p:nvSpPr>
            <p:spPr bwMode="auto">
              <a:xfrm>
                <a:off x="3786949" y="3932663"/>
                <a:ext cx="5541" cy="0"/>
              </a:xfrm>
              <a:custGeom>
                <a:avLst/>
                <a:gdLst>
                  <a:gd name="T0" fmla="*/ 0 w 6"/>
                  <a:gd name="T1" fmla="*/ 0 h 1"/>
                  <a:gd name="T2" fmla="*/ 0 w 6"/>
                  <a:gd name="T3" fmla="*/ 0 h 1"/>
                  <a:gd name="T4" fmla="*/ 1 w 6"/>
                  <a:gd name="T5" fmla="*/ 0 h 1"/>
                  <a:gd name="T6" fmla="*/ 6 w 6"/>
                  <a:gd name="T7" fmla="*/ 1 h 1"/>
                  <a:gd name="T8" fmla="*/ 6 w 6"/>
                  <a:gd name="T9" fmla="*/ 1 h 1"/>
                  <a:gd name="T10" fmla="*/ 0 w 6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1" name="îSľïďé" descr="64020f35-4dcb-408d-a6bd-2fa1ea4e43ef">
                <a:extLst>
                  <a:ext uri="{FF2B5EF4-FFF2-40B4-BE49-F238E27FC236}">
                    <a16:creationId xmlns:a16="http://schemas.microsoft.com/office/drawing/2014/main" id="{DC4A88CD-2DD8-4F43-9527-2B26BD109364}"/>
                  </a:ext>
                </a:extLst>
              </p:cNvPr>
              <p:cNvSpPr/>
              <p:nvPr/>
            </p:nvSpPr>
            <p:spPr bwMode="auto">
              <a:xfrm>
                <a:off x="3783624" y="3932663"/>
                <a:ext cx="9974" cy="15515"/>
              </a:xfrm>
              <a:custGeom>
                <a:avLst/>
                <a:gdLst>
                  <a:gd name="T0" fmla="*/ 4 w 12"/>
                  <a:gd name="T1" fmla="*/ 0 h 19"/>
                  <a:gd name="T2" fmla="*/ 2 w 12"/>
                  <a:gd name="T3" fmla="*/ 10 h 19"/>
                  <a:gd name="T4" fmla="*/ 7 w 12"/>
                  <a:gd name="T5" fmla="*/ 19 h 19"/>
                  <a:gd name="T6" fmla="*/ 12 w 12"/>
                  <a:gd name="T7" fmla="*/ 17 h 19"/>
                  <a:gd name="T8" fmla="*/ 12 w 12"/>
                  <a:gd name="T9" fmla="*/ 17 h 19"/>
                  <a:gd name="T10" fmla="*/ 10 w 12"/>
                  <a:gd name="T11" fmla="*/ 1 h 19"/>
                  <a:gd name="T12" fmla="*/ 5 w 12"/>
                  <a:gd name="T13" fmla="*/ 0 h 19"/>
                  <a:gd name="T14" fmla="*/ 4 w 12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19">
                    <a:moveTo>
                      <a:pt x="4" y="0"/>
                    </a:moveTo>
                    <a:cubicBezTo>
                      <a:pt x="3" y="2"/>
                      <a:pt x="3" y="5"/>
                      <a:pt x="2" y="10"/>
                    </a:cubicBezTo>
                    <a:cubicBezTo>
                      <a:pt x="0" y="15"/>
                      <a:pt x="4" y="18"/>
                      <a:pt x="7" y="19"/>
                    </a:cubicBezTo>
                    <a:cubicBezTo>
                      <a:pt x="10" y="18"/>
                      <a:pt x="12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9057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2" name="íšļiḓè" descr="ceff7a45-0f5d-4d4e-b3e6-046f7d27488e">
                <a:extLst>
                  <a:ext uri="{FF2B5EF4-FFF2-40B4-BE49-F238E27FC236}">
                    <a16:creationId xmlns:a16="http://schemas.microsoft.com/office/drawing/2014/main" id="{3FDB2292-FCAF-4B0E-8AC3-B5DD120817C2}"/>
                  </a:ext>
                </a:extLst>
              </p:cNvPr>
              <p:cNvSpPr/>
              <p:nvPr/>
            </p:nvSpPr>
            <p:spPr bwMode="auto">
              <a:xfrm>
                <a:off x="3783624" y="3924905"/>
                <a:ext cx="23272" cy="34354"/>
              </a:xfrm>
              <a:custGeom>
                <a:avLst/>
                <a:gdLst>
                  <a:gd name="T0" fmla="*/ 10 w 27"/>
                  <a:gd name="T1" fmla="*/ 5 h 41"/>
                  <a:gd name="T2" fmla="*/ 26 w 27"/>
                  <a:gd name="T3" fmla="*/ 20 h 41"/>
                  <a:gd name="T4" fmla="*/ 11 w 27"/>
                  <a:gd name="T5" fmla="*/ 30 h 41"/>
                  <a:gd name="T6" fmla="*/ 2 w 27"/>
                  <a:gd name="T7" fmla="*/ 19 h 41"/>
                  <a:gd name="T8" fmla="*/ 10 w 27"/>
                  <a:gd name="T9" fmla="*/ 5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41">
                    <a:moveTo>
                      <a:pt x="10" y="5"/>
                    </a:moveTo>
                    <a:cubicBezTo>
                      <a:pt x="10" y="5"/>
                      <a:pt x="27" y="0"/>
                      <a:pt x="26" y="20"/>
                    </a:cubicBezTo>
                    <a:cubicBezTo>
                      <a:pt x="24" y="41"/>
                      <a:pt x="11" y="30"/>
                      <a:pt x="11" y="30"/>
                    </a:cubicBezTo>
                    <a:cubicBezTo>
                      <a:pt x="11" y="30"/>
                      <a:pt x="0" y="27"/>
                      <a:pt x="2" y="19"/>
                    </a:cubicBezTo>
                    <a:cubicBezTo>
                      <a:pt x="5" y="11"/>
                      <a:pt x="4" y="6"/>
                      <a:pt x="10" y="5"/>
                    </a:cubicBezTo>
                    <a:close/>
                  </a:path>
                </a:pathLst>
              </a:custGeom>
              <a:solidFill>
                <a:srgbClr val="A061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3" name="iS1ïḑê" descr="9c270a2f-b332-4738-8906-e9e18f2932f7">
                <a:extLst>
                  <a:ext uri="{FF2B5EF4-FFF2-40B4-BE49-F238E27FC236}">
                    <a16:creationId xmlns:a16="http://schemas.microsoft.com/office/drawing/2014/main" id="{5E020C89-1F99-42A8-9F28-03B61671E933}"/>
                  </a:ext>
                </a:extLst>
              </p:cNvPr>
              <p:cNvSpPr/>
              <p:nvPr/>
            </p:nvSpPr>
            <p:spPr bwMode="auto">
              <a:xfrm>
                <a:off x="3586368" y="3754245"/>
                <a:ext cx="56518" cy="124116"/>
              </a:xfrm>
              <a:custGeom>
                <a:avLst/>
                <a:gdLst>
                  <a:gd name="T0" fmla="*/ 67 w 67"/>
                  <a:gd name="T1" fmla="*/ 140 h 147"/>
                  <a:gd name="T2" fmla="*/ 49 w 67"/>
                  <a:gd name="T3" fmla="*/ 147 h 147"/>
                  <a:gd name="T4" fmla="*/ 48 w 67"/>
                  <a:gd name="T5" fmla="*/ 147 h 147"/>
                  <a:gd name="T6" fmla="*/ 48 w 67"/>
                  <a:gd name="T7" fmla="*/ 147 h 147"/>
                  <a:gd name="T8" fmla="*/ 47 w 67"/>
                  <a:gd name="T9" fmla="*/ 147 h 147"/>
                  <a:gd name="T10" fmla="*/ 17 w 67"/>
                  <a:gd name="T11" fmla="*/ 132 h 147"/>
                  <a:gd name="T12" fmla="*/ 7 w 67"/>
                  <a:gd name="T13" fmla="*/ 121 h 147"/>
                  <a:gd name="T14" fmla="*/ 5 w 67"/>
                  <a:gd name="T15" fmla="*/ 63 h 147"/>
                  <a:gd name="T16" fmla="*/ 2 w 67"/>
                  <a:gd name="T17" fmla="*/ 53 h 147"/>
                  <a:gd name="T18" fmla="*/ 17 w 67"/>
                  <a:gd name="T19" fmla="*/ 9 h 147"/>
                  <a:gd name="T20" fmla="*/ 23 w 67"/>
                  <a:gd name="T21" fmla="*/ 60 h 147"/>
                  <a:gd name="T22" fmla="*/ 24 w 67"/>
                  <a:gd name="T23" fmla="*/ 72 h 147"/>
                  <a:gd name="T24" fmla="*/ 29 w 67"/>
                  <a:gd name="T25" fmla="*/ 95 h 147"/>
                  <a:gd name="T26" fmla="*/ 30 w 67"/>
                  <a:gd name="T27" fmla="*/ 103 h 147"/>
                  <a:gd name="T28" fmla="*/ 35 w 67"/>
                  <a:gd name="T29" fmla="*/ 111 h 147"/>
                  <a:gd name="T30" fmla="*/ 53 w 67"/>
                  <a:gd name="T31" fmla="*/ 117 h 147"/>
                  <a:gd name="T32" fmla="*/ 58 w 67"/>
                  <a:gd name="T33" fmla="*/ 121 h 147"/>
                  <a:gd name="T34" fmla="*/ 67 w 67"/>
                  <a:gd name="T35" fmla="*/ 140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7" h="147">
                    <a:moveTo>
                      <a:pt x="67" y="140"/>
                    </a:moveTo>
                    <a:cubicBezTo>
                      <a:pt x="49" y="147"/>
                      <a:pt x="49" y="147"/>
                      <a:pt x="49" y="147"/>
                    </a:cubicBezTo>
                    <a:cubicBezTo>
                      <a:pt x="48" y="147"/>
                      <a:pt x="48" y="147"/>
                      <a:pt x="48" y="147"/>
                    </a:cubicBezTo>
                    <a:cubicBezTo>
                      <a:pt x="48" y="147"/>
                      <a:pt x="48" y="147"/>
                      <a:pt x="48" y="147"/>
                    </a:cubicBezTo>
                    <a:cubicBezTo>
                      <a:pt x="47" y="147"/>
                      <a:pt x="47" y="147"/>
                      <a:pt x="47" y="147"/>
                    </a:cubicBezTo>
                    <a:cubicBezTo>
                      <a:pt x="43" y="144"/>
                      <a:pt x="27" y="137"/>
                      <a:pt x="17" y="132"/>
                    </a:cubicBezTo>
                    <a:cubicBezTo>
                      <a:pt x="5" y="126"/>
                      <a:pt x="7" y="121"/>
                      <a:pt x="7" y="121"/>
                    </a:cubicBezTo>
                    <a:cubicBezTo>
                      <a:pt x="5" y="63"/>
                      <a:pt x="5" y="63"/>
                      <a:pt x="5" y="6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0" y="18"/>
                      <a:pt x="17" y="9"/>
                    </a:cubicBezTo>
                    <a:cubicBezTo>
                      <a:pt x="34" y="0"/>
                      <a:pt x="23" y="60"/>
                      <a:pt x="23" y="60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5" y="80"/>
                      <a:pt x="27" y="88"/>
                      <a:pt x="29" y="95"/>
                    </a:cubicBezTo>
                    <a:cubicBezTo>
                      <a:pt x="30" y="98"/>
                      <a:pt x="30" y="101"/>
                      <a:pt x="30" y="103"/>
                    </a:cubicBezTo>
                    <a:cubicBezTo>
                      <a:pt x="31" y="112"/>
                      <a:pt x="35" y="111"/>
                      <a:pt x="35" y="111"/>
                    </a:cubicBezTo>
                    <a:cubicBezTo>
                      <a:pt x="41" y="112"/>
                      <a:pt x="47" y="114"/>
                      <a:pt x="53" y="117"/>
                    </a:cubicBezTo>
                    <a:cubicBezTo>
                      <a:pt x="55" y="118"/>
                      <a:pt x="57" y="120"/>
                      <a:pt x="58" y="121"/>
                    </a:cubicBezTo>
                    <a:cubicBezTo>
                      <a:pt x="67" y="140"/>
                      <a:pt x="67" y="140"/>
                      <a:pt x="67" y="140"/>
                    </a:cubicBezTo>
                  </a:path>
                </a:pathLst>
              </a:custGeom>
              <a:solidFill>
                <a:srgbClr val="A061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4" name="ïşľïde" descr="5df3fb43-045c-470f-bea7-1bd73f37b380">
                <a:extLst>
                  <a:ext uri="{FF2B5EF4-FFF2-40B4-BE49-F238E27FC236}">
                    <a16:creationId xmlns:a16="http://schemas.microsoft.com/office/drawing/2014/main" id="{B8AE4D9A-1D71-4A84-A4DE-07A7A148EA83}"/>
                  </a:ext>
                </a:extLst>
              </p:cNvPr>
              <p:cNvSpPr/>
              <p:nvPr/>
            </p:nvSpPr>
            <p:spPr bwMode="auto">
              <a:xfrm>
                <a:off x="3683888" y="3861739"/>
                <a:ext cx="41003" cy="33245"/>
              </a:xfrm>
              <a:custGeom>
                <a:avLst/>
                <a:gdLst>
                  <a:gd name="T0" fmla="*/ 15 w 49"/>
                  <a:gd name="T1" fmla="*/ 40 h 40"/>
                  <a:gd name="T2" fmla="*/ 0 w 49"/>
                  <a:gd name="T3" fmla="*/ 39 h 40"/>
                  <a:gd name="T4" fmla="*/ 6 w 49"/>
                  <a:gd name="T5" fmla="*/ 25 h 40"/>
                  <a:gd name="T6" fmla="*/ 7 w 49"/>
                  <a:gd name="T7" fmla="*/ 23 h 40"/>
                  <a:gd name="T8" fmla="*/ 6 w 49"/>
                  <a:gd name="T9" fmla="*/ 16 h 40"/>
                  <a:gd name="T10" fmla="*/ 32 w 49"/>
                  <a:gd name="T11" fmla="*/ 0 h 40"/>
                  <a:gd name="T12" fmla="*/ 32 w 49"/>
                  <a:gd name="T13" fmla="*/ 11 h 40"/>
                  <a:gd name="T14" fmla="*/ 33 w 49"/>
                  <a:gd name="T15" fmla="*/ 19 h 40"/>
                  <a:gd name="T16" fmla="*/ 39 w 49"/>
                  <a:gd name="T17" fmla="*/ 31 h 40"/>
                  <a:gd name="T18" fmla="*/ 15 w 49"/>
                  <a:gd name="T1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" h="40">
                    <a:moveTo>
                      <a:pt x="15" y="4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2" y="35"/>
                      <a:pt x="5" y="30"/>
                      <a:pt x="6" y="25"/>
                    </a:cubicBezTo>
                    <a:cubicBezTo>
                      <a:pt x="6" y="25"/>
                      <a:pt x="7" y="24"/>
                      <a:pt x="7" y="23"/>
                    </a:cubicBezTo>
                    <a:cubicBezTo>
                      <a:pt x="7" y="21"/>
                      <a:pt x="7" y="18"/>
                      <a:pt x="6" y="16"/>
                    </a:cubicBezTo>
                    <a:cubicBezTo>
                      <a:pt x="2" y="10"/>
                      <a:pt x="32" y="0"/>
                      <a:pt x="32" y="0"/>
                    </a:cubicBezTo>
                    <a:cubicBezTo>
                      <a:pt x="32" y="4"/>
                      <a:pt x="32" y="8"/>
                      <a:pt x="32" y="11"/>
                    </a:cubicBezTo>
                    <a:cubicBezTo>
                      <a:pt x="32" y="14"/>
                      <a:pt x="33" y="16"/>
                      <a:pt x="33" y="19"/>
                    </a:cubicBezTo>
                    <a:cubicBezTo>
                      <a:pt x="33" y="24"/>
                      <a:pt x="36" y="28"/>
                      <a:pt x="39" y="31"/>
                    </a:cubicBezTo>
                    <a:cubicBezTo>
                      <a:pt x="49" y="38"/>
                      <a:pt x="15" y="40"/>
                      <a:pt x="15" y="40"/>
                    </a:cubicBezTo>
                  </a:path>
                </a:pathLst>
              </a:custGeom>
              <a:solidFill>
                <a:srgbClr val="8E53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5" name="íṥ1ïḋè" descr="87e409e6-29b6-41a2-9999-2139a01c9a99">
                <a:extLst>
                  <a:ext uri="{FF2B5EF4-FFF2-40B4-BE49-F238E27FC236}">
                    <a16:creationId xmlns:a16="http://schemas.microsoft.com/office/drawing/2014/main" id="{523D3334-7CC2-4A89-85A4-245D5F546F03}"/>
                  </a:ext>
                </a:extLst>
              </p:cNvPr>
              <p:cNvSpPr/>
              <p:nvPr/>
            </p:nvSpPr>
            <p:spPr bwMode="auto">
              <a:xfrm>
                <a:off x="3711593" y="3877254"/>
                <a:ext cx="0" cy="1109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6" name="î$ļiḓé" descr="a86479c3-6dc9-408d-9982-931608e11305">
                <a:extLst>
                  <a:ext uri="{FF2B5EF4-FFF2-40B4-BE49-F238E27FC236}">
                    <a16:creationId xmlns:a16="http://schemas.microsoft.com/office/drawing/2014/main" id="{3DA14A5D-4C1B-48B4-94AC-C4E33E714AA1}"/>
                  </a:ext>
                </a:extLst>
              </p:cNvPr>
              <p:cNvSpPr/>
              <p:nvPr/>
            </p:nvSpPr>
            <p:spPr bwMode="auto">
              <a:xfrm>
                <a:off x="3688321" y="3877254"/>
                <a:ext cx="23272" cy="8865"/>
              </a:xfrm>
              <a:custGeom>
                <a:avLst/>
                <a:gdLst>
                  <a:gd name="T0" fmla="*/ 27 w 27"/>
                  <a:gd name="T1" fmla="*/ 0 h 10"/>
                  <a:gd name="T2" fmla="*/ 8 w 27"/>
                  <a:gd name="T3" fmla="*/ 10 h 10"/>
                  <a:gd name="T4" fmla="*/ 5 w 27"/>
                  <a:gd name="T5" fmla="*/ 9 h 10"/>
                  <a:gd name="T6" fmla="*/ 0 w 27"/>
                  <a:gd name="T7" fmla="*/ 6 h 10"/>
                  <a:gd name="T8" fmla="*/ 0 w 27"/>
                  <a:gd name="T9" fmla="*/ 6 h 10"/>
                  <a:gd name="T10" fmla="*/ 0 w 27"/>
                  <a:gd name="T11" fmla="*/ 7 h 10"/>
                  <a:gd name="T12" fmla="*/ 5 w 27"/>
                  <a:gd name="T13" fmla="*/ 10 h 10"/>
                  <a:gd name="T14" fmla="*/ 5 w 27"/>
                  <a:gd name="T15" fmla="*/ 10 h 10"/>
                  <a:gd name="T16" fmla="*/ 8 w 27"/>
                  <a:gd name="T17" fmla="*/ 10 h 10"/>
                  <a:gd name="T18" fmla="*/ 27 w 27"/>
                  <a:gd name="T19" fmla="*/ 1 h 10"/>
                  <a:gd name="T20" fmla="*/ 27 w 27"/>
                  <a:gd name="T2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10">
                    <a:moveTo>
                      <a:pt x="27" y="0"/>
                    </a:moveTo>
                    <a:cubicBezTo>
                      <a:pt x="22" y="8"/>
                      <a:pt x="13" y="10"/>
                      <a:pt x="8" y="10"/>
                    </a:cubicBezTo>
                    <a:cubicBezTo>
                      <a:pt x="6" y="10"/>
                      <a:pt x="5" y="9"/>
                      <a:pt x="5" y="9"/>
                    </a:cubicBezTo>
                    <a:cubicBezTo>
                      <a:pt x="3" y="9"/>
                      <a:pt x="2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9"/>
                      <a:pt x="3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6" y="10"/>
                      <a:pt x="8" y="10"/>
                    </a:cubicBezTo>
                    <a:cubicBezTo>
                      <a:pt x="13" y="10"/>
                      <a:pt x="22" y="9"/>
                      <a:pt x="27" y="1"/>
                    </a:cubicBezTo>
                    <a:cubicBezTo>
                      <a:pt x="27" y="0"/>
                      <a:pt x="27" y="0"/>
                      <a:pt x="27" y="0"/>
                    </a:cubicBezTo>
                  </a:path>
                </a:pathLst>
              </a:custGeom>
              <a:solidFill>
                <a:srgbClr val="804B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7" name="iś1îḋe" descr="7a9505e2-ae33-42ed-bf5d-cd8249d04535">
                <a:extLst>
                  <a:ext uri="{FF2B5EF4-FFF2-40B4-BE49-F238E27FC236}">
                    <a16:creationId xmlns:a16="http://schemas.microsoft.com/office/drawing/2014/main" id="{10316165-B8E3-4146-9CDB-E4FF82F2F882}"/>
                  </a:ext>
                </a:extLst>
              </p:cNvPr>
              <p:cNvSpPr/>
              <p:nvPr/>
            </p:nvSpPr>
            <p:spPr bwMode="auto">
              <a:xfrm>
                <a:off x="3738189" y="3935987"/>
                <a:ext cx="0" cy="0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8" name="íSlïḓé" descr="922bd5e8-d0ec-4620-9a95-36a2b1c97d12">
                <a:extLst>
                  <a:ext uri="{FF2B5EF4-FFF2-40B4-BE49-F238E27FC236}">
                    <a16:creationId xmlns:a16="http://schemas.microsoft.com/office/drawing/2014/main" id="{336D5CEC-721B-41DF-82BE-56B7E573529F}"/>
                  </a:ext>
                </a:extLst>
              </p:cNvPr>
              <p:cNvSpPr/>
              <p:nvPr/>
            </p:nvSpPr>
            <p:spPr bwMode="auto">
              <a:xfrm>
                <a:off x="3738189" y="3919365"/>
                <a:ext cx="18839" cy="16623"/>
              </a:xfrm>
              <a:custGeom>
                <a:avLst/>
                <a:gdLst>
                  <a:gd name="T0" fmla="*/ 20 w 22"/>
                  <a:gd name="T1" fmla="*/ 0 h 19"/>
                  <a:gd name="T2" fmla="*/ 0 w 22"/>
                  <a:gd name="T3" fmla="*/ 19 h 19"/>
                  <a:gd name="T4" fmla="*/ 0 w 22"/>
                  <a:gd name="T5" fmla="*/ 19 h 19"/>
                  <a:gd name="T6" fmla="*/ 22 w 22"/>
                  <a:gd name="T7" fmla="*/ 1 h 19"/>
                  <a:gd name="T8" fmla="*/ 20 w 22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9">
                    <a:moveTo>
                      <a:pt x="20" y="0"/>
                    </a:moveTo>
                    <a:cubicBezTo>
                      <a:pt x="15" y="2"/>
                      <a:pt x="0" y="9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" y="9"/>
                      <a:pt x="16" y="3"/>
                      <a:pt x="22" y="1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rgbClr val="9057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09" name="îŝļíďè" descr="0e7d533b-bebd-473c-9696-e7a12f68920a">
                <a:extLst>
                  <a:ext uri="{FF2B5EF4-FFF2-40B4-BE49-F238E27FC236}">
                    <a16:creationId xmlns:a16="http://schemas.microsoft.com/office/drawing/2014/main" id="{72C03C7A-D3A6-4B3C-9684-88972292A9CC}"/>
                  </a:ext>
                </a:extLst>
              </p:cNvPr>
              <p:cNvSpPr/>
              <p:nvPr/>
            </p:nvSpPr>
            <p:spPr bwMode="auto">
              <a:xfrm>
                <a:off x="3626263" y="3852874"/>
                <a:ext cx="5541" cy="25489"/>
              </a:xfrm>
              <a:custGeom>
                <a:avLst/>
                <a:gdLst>
                  <a:gd name="T0" fmla="*/ 0 w 7"/>
                  <a:gd name="T1" fmla="*/ 30 h 30"/>
                  <a:gd name="T2" fmla="*/ 0 w 7"/>
                  <a:gd name="T3" fmla="*/ 30 h 30"/>
                  <a:gd name="T4" fmla="*/ 1 w 7"/>
                  <a:gd name="T5" fmla="*/ 30 h 30"/>
                  <a:gd name="T6" fmla="*/ 1 w 7"/>
                  <a:gd name="T7" fmla="*/ 30 h 30"/>
                  <a:gd name="T8" fmla="*/ 0 w 7"/>
                  <a:gd name="T9" fmla="*/ 30 h 30"/>
                  <a:gd name="T10" fmla="*/ 0 w 7"/>
                  <a:gd name="T11" fmla="*/ 30 h 30"/>
                  <a:gd name="T12" fmla="*/ 6 w 7"/>
                  <a:gd name="T13" fmla="*/ 0 h 30"/>
                  <a:gd name="T14" fmla="*/ 6 w 7"/>
                  <a:gd name="T15" fmla="*/ 0 h 30"/>
                  <a:gd name="T16" fmla="*/ 7 w 7"/>
                  <a:gd name="T17" fmla="*/ 1 h 30"/>
                  <a:gd name="T18" fmla="*/ 7 w 7"/>
                  <a:gd name="T19" fmla="*/ 1 h 30"/>
                  <a:gd name="T20" fmla="*/ 6 w 7"/>
                  <a:gd name="T2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30">
                    <a:moveTo>
                      <a:pt x="0" y="3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0" y="30"/>
                      <a:pt x="0" y="30"/>
                    </a:cubicBezTo>
                    <a:moveTo>
                      <a:pt x="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6" y="0"/>
                      <a:pt x="6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0" name="išlîḍe" descr="e022a656-3c82-44f8-acd5-b4d2e60084d8">
                <a:extLst>
                  <a:ext uri="{FF2B5EF4-FFF2-40B4-BE49-F238E27FC236}">
                    <a16:creationId xmlns:a16="http://schemas.microsoft.com/office/drawing/2014/main" id="{40F8496B-3D13-4ECD-816A-A9B66AEC65FC}"/>
                  </a:ext>
                </a:extLst>
              </p:cNvPr>
              <p:cNvSpPr/>
              <p:nvPr/>
            </p:nvSpPr>
            <p:spPr bwMode="auto">
              <a:xfrm>
                <a:off x="3626263" y="3852874"/>
                <a:ext cx="7758" cy="25489"/>
              </a:xfrm>
              <a:custGeom>
                <a:avLst/>
                <a:gdLst>
                  <a:gd name="T0" fmla="*/ 6 w 9"/>
                  <a:gd name="T1" fmla="*/ 0 h 30"/>
                  <a:gd name="T2" fmla="*/ 0 w 9"/>
                  <a:gd name="T3" fmla="*/ 30 h 30"/>
                  <a:gd name="T4" fmla="*/ 0 w 9"/>
                  <a:gd name="T5" fmla="*/ 30 h 30"/>
                  <a:gd name="T6" fmla="*/ 0 w 9"/>
                  <a:gd name="T7" fmla="*/ 30 h 30"/>
                  <a:gd name="T8" fmla="*/ 1 w 9"/>
                  <a:gd name="T9" fmla="*/ 30 h 30"/>
                  <a:gd name="T10" fmla="*/ 7 w 9"/>
                  <a:gd name="T11" fmla="*/ 1 h 30"/>
                  <a:gd name="T12" fmla="*/ 6 w 9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30">
                    <a:moveTo>
                      <a:pt x="6" y="0"/>
                    </a:moveTo>
                    <a:cubicBezTo>
                      <a:pt x="8" y="9"/>
                      <a:pt x="2" y="26"/>
                      <a:pt x="0" y="3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2" y="28"/>
                      <a:pt x="9" y="10"/>
                      <a:pt x="7" y="1"/>
                    </a:cubicBezTo>
                    <a:cubicBezTo>
                      <a:pt x="7" y="1"/>
                      <a:pt x="6" y="0"/>
                      <a:pt x="6" y="0"/>
                    </a:cubicBezTo>
                  </a:path>
                </a:pathLst>
              </a:custGeom>
              <a:solidFill>
                <a:srgbClr val="9057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1" name="iş1idê" descr="28a827f9-84bd-4ebb-b9a1-20d23d229308">
                <a:extLst>
                  <a:ext uri="{FF2B5EF4-FFF2-40B4-BE49-F238E27FC236}">
                    <a16:creationId xmlns:a16="http://schemas.microsoft.com/office/drawing/2014/main" id="{A4DCCAF5-4452-4E6E-8327-CE7DC0444883}"/>
                  </a:ext>
                </a:extLst>
              </p:cNvPr>
              <p:cNvSpPr/>
              <p:nvPr/>
            </p:nvSpPr>
            <p:spPr bwMode="auto">
              <a:xfrm>
                <a:off x="3640670" y="3982531"/>
                <a:ext cx="0" cy="1109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2" name="iṩḷïḓé" descr="80f10bdb-83a4-4dc9-97c6-eda05e1c3b56">
                <a:extLst>
                  <a:ext uri="{FF2B5EF4-FFF2-40B4-BE49-F238E27FC236}">
                    <a16:creationId xmlns:a16="http://schemas.microsoft.com/office/drawing/2014/main" id="{D31374BA-2772-45E0-8B88-2F65681E7A19}"/>
                  </a:ext>
                </a:extLst>
              </p:cNvPr>
              <p:cNvSpPr/>
              <p:nvPr/>
            </p:nvSpPr>
            <p:spPr bwMode="auto">
              <a:xfrm>
                <a:off x="3640670" y="3982531"/>
                <a:ext cx="72032" cy="19947"/>
              </a:xfrm>
              <a:custGeom>
                <a:avLst/>
                <a:gdLst>
                  <a:gd name="T0" fmla="*/ 0 w 86"/>
                  <a:gd name="T1" fmla="*/ 0 h 23"/>
                  <a:gd name="T2" fmla="*/ 0 w 86"/>
                  <a:gd name="T3" fmla="*/ 1 h 23"/>
                  <a:gd name="T4" fmla="*/ 0 w 86"/>
                  <a:gd name="T5" fmla="*/ 1 h 23"/>
                  <a:gd name="T6" fmla="*/ 3 w 86"/>
                  <a:gd name="T7" fmla="*/ 5 h 23"/>
                  <a:gd name="T8" fmla="*/ 86 w 86"/>
                  <a:gd name="T9" fmla="*/ 23 h 23"/>
                  <a:gd name="T10" fmla="*/ 86 w 86"/>
                  <a:gd name="T11" fmla="*/ 21 h 23"/>
                  <a:gd name="T12" fmla="*/ 3 w 86"/>
                  <a:gd name="T13" fmla="*/ 4 h 23"/>
                  <a:gd name="T14" fmla="*/ 0 w 86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6" h="23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2" y="4"/>
                      <a:pt x="3" y="5"/>
                    </a:cubicBezTo>
                    <a:cubicBezTo>
                      <a:pt x="10" y="16"/>
                      <a:pt x="79" y="22"/>
                      <a:pt x="86" y="23"/>
                    </a:cubicBezTo>
                    <a:cubicBezTo>
                      <a:pt x="86" y="22"/>
                      <a:pt x="86" y="22"/>
                      <a:pt x="86" y="21"/>
                    </a:cubicBezTo>
                    <a:cubicBezTo>
                      <a:pt x="79" y="21"/>
                      <a:pt x="9" y="14"/>
                      <a:pt x="3" y="4"/>
                    </a:cubicBezTo>
                    <a:cubicBezTo>
                      <a:pt x="2" y="2"/>
                      <a:pt x="1" y="1"/>
                      <a:pt x="0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3" name="ïŝḷíďé" descr="2b94abc9-ef9a-4371-808b-2c5366602ee6">
                <a:extLst>
                  <a:ext uri="{FF2B5EF4-FFF2-40B4-BE49-F238E27FC236}">
                    <a16:creationId xmlns:a16="http://schemas.microsoft.com/office/drawing/2014/main" id="{C5FA3392-76BA-4AC3-A329-4AFE665048F5}"/>
                  </a:ext>
                </a:extLst>
              </p:cNvPr>
              <p:cNvSpPr/>
              <p:nvPr/>
            </p:nvSpPr>
            <p:spPr bwMode="auto">
              <a:xfrm>
                <a:off x="3626263" y="3851765"/>
                <a:ext cx="130765" cy="148496"/>
              </a:xfrm>
              <a:custGeom>
                <a:avLst/>
                <a:gdLst>
                  <a:gd name="T0" fmla="*/ 78 w 154"/>
                  <a:gd name="T1" fmla="*/ 40 h 176"/>
                  <a:gd name="T2" fmla="*/ 100 w 154"/>
                  <a:gd name="T3" fmla="*/ 30 h 176"/>
                  <a:gd name="T4" fmla="*/ 118 w 154"/>
                  <a:gd name="T5" fmla="*/ 40 h 176"/>
                  <a:gd name="T6" fmla="*/ 154 w 154"/>
                  <a:gd name="T7" fmla="*/ 79 h 176"/>
                  <a:gd name="T8" fmla="*/ 132 w 154"/>
                  <a:gd name="T9" fmla="*/ 100 h 176"/>
                  <a:gd name="T10" fmla="*/ 120 w 154"/>
                  <a:gd name="T11" fmla="*/ 86 h 176"/>
                  <a:gd name="T12" fmla="*/ 109 w 154"/>
                  <a:gd name="T13" fmla="*/ 102 h 176"/>
                  <a:gd name="T14" fmla="*/ 104 w 154"/>
                  <a:gd name="T15" fmla="*/ 140 h 176"/>
                  <a:gd name="T16" fmla="*/ 102 w 154"/>
                  <a:gd name="T17" fmla="*/ 176 h 176"/>
                  <a:gd name="T18" fmla="*/ 19 w 154"/>
                  <a:gd name="T19" fmla="*/ 159 h 176"/>
                  <a:gd name="T20" fmla="*/ 11 w 154"/>
                  <a:gd name="T21" fmla="*/ 153 h 176"/>
                  <a:gd name="T22" fmla="*/ 17 w 154"/>
                  <a:gd name="T23" fmla="*/ 117 h 176"/>
                  <a:gd name="T24" fmla="*/ 22 w 154"/>
                  <a:gd name="T25" fmla="*/ 53 h 176"/>
                  <a:gd name="T26" fmla="*/ 0 w 154"/>
                  <a:gd name="T27" fmla="*/ 31 h 176"/>
                  <a:gd name="T28" fmla="*/ 5 w 154"/>
                  <a:gd name="T29" fmla="*/ 0 h 176"/>
                  <a:gd name="T30" fmla="*/ 28 w 154"/>
                  <a:gd name="T31" fmla="*/ 4 h 176"/>
                  <a:gd name="T32" fmla="*/ 45 w 154"/>
                  <a:gd name="T33" fmla="*/ 8 h 176"/>
                  <a:gd name="T34" fmla="*/ 52 w 154"/>
                  <a:gd name="T35" fmla="*/ 13 h 176"/>
                  <a:gd name="T36" fmla="*/ 64 w 154"/>
                  <a:gd name="T37" fmla="*/ 16 h 176"/>
                  <a:gd name="T38" fmla="*/ 71 w 154"/>
                  <a:gd name="T39" fmla="*/ 33 h 176"/>
                  <a:gd name="T40" fmla="*/ 71 w 154"/>
                  <a:gd name="T41" fmla="*/ 35 h 176"/>
                  <a:gd name="T42" fmla="*/ 73 w 154"/>
                  <a:gd name="T43" fmla="*/ 37 h 176"/>
                  <a:gd name="T44" fmla="*/ 78 w 154"/>
                  <a:gd name="T45" fmla="*/ 40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54" h="176">
                    <a:moveTo>
                      <a:pt x="78" y="40"/>
                    </a:moveTo>
                    <a:cubicBezTo>
                      <a:pt x="78" y="40"/>
                      <a:pt x="93" y="43"/>
                      <a:pt x="100" y="30"/>
                    </a:cubicBezTo>
                    <a:cubicBezTo>
                      <a:pt x="100" y="30"/>
                      <a:pt x="111" y="39"/>
                      <a:pt x="118" y="40"/>
                    </a:cubicBezTo>
                    <a:cubicBezTo>
                      <a:pt x="124" y="41"/>
                      <a:pt x="154" y="79"/>
                      <a:pt x="154" y="79"/>
                    </a:cubicBezTo>
                    <a:cubicBezTo>
                      <a:pt x="154" y="79"/>
                      <a:pt x="130" y="87"/>
                      <a:pt x="132" y="100"/>
                    </a:cubicBezTo>
                    <a:cubicBezTo>
                      <a:pt x="120" y="86"/>
                      <a:pt x="120" y="86"/>
                      <a:pt x="120" y="86"/>
                    </a:cubicBezTo>
                    <a:cubicBezTo>
                      <a:pt x="120" y="86"/>
                      <a:pt x="114" y="86"/>
                      <a:pt x="109" y="102"/>
                    </a:cubicBezTo>
                    <a:cubicBezTo>
                      <a:pt x="109" y="102"/>
                      <a:pt x="103" y="111"/>
                      <a:pt x="104" y="140"/>
                    </a:cubicBezTo>
                    <a:cubicBezTo>
                      <a:pt x="105" y="169"/>
                      <a:pt x="102" y="176"/>
                      <a:pt x="102" y="176"/>
                    </a:cubicBezTo>
                    <a:cubicBezTo>
                      <a:pt x="102" y="176"/>
                      <a:pt x="26" y="170"/>
                      <a:pt x="19" y="159"/>
                    </a:cubicBezTo>
                    <a:cubicBezTo>
                      <a:pt x="12" y="148"/>
                      <a:pt x="11" y="153"/>
                      <a:pt x="11" y="153"/>
                    </a:cubicBezTo>
                    <a:cubicBezTo>
                      <a:pt x="10" y="141"/>
                      <a:pt x="12" y="128"/>
                      <a:pt x="17" y="117"/>
                    </a:cubicBezTo>
                    <a:cubicBezTo>
                      <a:pt x="24" y="100"/>
                      <a:pt x="22" y="53"/>
                      <a:pt x="22" y="53"/>
                    </a:cubicBezTo>
                    <a:cubicBezTo>
                      <a:pt x="22" y="53"/>
                      <a:pt x="23" y="29"/>
                      <a:pt x="0" y="31"/>
                    </a:cubicBezTo>
                    <a:cubicBezTo>
                      <a:pt x="0" y="31"/>
                      <a:pt x="10" y="9"/>
                      <a:pt x="5" y="0"/>
                    </a:cubicBezTo>
                    <a:cubicBezTo>
                      <a:pt x="13" y="2"/>
                      <a:pt x="20" y="3"/>
                      <a:pt x="28" y="4"/>
                    </a:cubicBezTo>
                    <a:cubicBezTo>
                      <a:pt x="34" y="4"/>
                      <a:pt x="40" y="5"/>
                      <a:pt x="45" y="8"/>
                    </a:cubicBezTo>
                    <a:cubicBezTo>
                      <a:pt x="47" y="9"/>
                      <a:pt x="50" y="11"/>
                      <a:pt x="52" y="13"/>
                    </a:cubicBezTo>
                    <a:cubicBezTo>
                      <a:pt x="54" y="17"/>
                      <a:pt x="59" y="18"/>
                      <a:pt x="64" y="16"/>
                    </a:cubicBezTo>
                    <a:cubicBezTo>
                      <a:pt x="66" y="22"/>
                      <a:pt x="68" y="28"/>
                      <a:pt x="71" y="33"/>
                    </a:cubicBezTo>
                    <a:cubicBezTo>
                      <a:pt x="71" y="35"/>
                      <a:pt x="71" y="35"/>
                      <a:pt x="71" y="35"/>
                    </a:cubicBezTo>
                    <a:cubicBezTo>
                      <a:pt x="72" y="36"/>
                      <a:pt x="72" y="36"/>
                      <a:pt x="73" y="37"/>
                    </a:cubicBezTo>
                    <a:cubicBezTo>
                      <a:pt x="74" y="39"/>
                      <a:pt x="76" y="40"/>
                      <a:pt x="78" y="40"/>
                    </a:cubicBezTo>
                  </a:path>
                </a:pathLst>
              </a:custGeom>
              <a:solidFill>
                <a:srgbClr val="F86D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4" name="îṡḷîďé" descr="7af81287-1e38-45c4-9b5b-0619d652e343">
                <a:extLst>
                  <a:ext uri="{FF2B5EF4-FFF2-40B4-BE49-F238E27FC236}">
                    <a16:creationId xmlns:a16="http://schemas.microsoft.com/office/drawing/2014/main" id="{55CB1017-7691-4CC6-A6A0-00B748178206}"/>
                  </a:ext>
                </a:extLst>
              </p:cNvPr>
              <p:cNvSpPr/>
              <p:nvPr/>
            </p:nvSpPr>
            <p:spPr bwMode="auto">
              <a:xfrm>
                <a:off x="3689429" y="3871712"/>
                <a:ext cx="18839" cy="8865"/>
              </a:xfrm>
              <a:custGeom>
                <a:avLst/>
                <a:gdLst>
                  <a:gd name="T0" fmla="*/ 23 w 23"/>
                  <a:gd name="T1" fmla="*/ 0 h 10"/>
                  <a:gd name="T2" fmla="*/ 3 w 23"/>
                  <a:gd name="T3" fmla="*/ 9 h 10"/>
                  <a:gd name="T4" fmla="*/ 0 w 23"/>
                  <a:gd name="T5" fmla="*/ 9 h 10"/>
                  <a:gd name="T6" fmla="*/ 0 w 23"/>
                  <a:gd name="T7" fmla="*/ 10 h 10"/>
                  <a:gd name="T8" fmla="*/ 3 w 23"/>
                  <a:gd name="T9" fmla="*/ 10 h 10"/>
                  <a:gd name="T10" fmla="*/ 3 w 23"/>
                  <a:gd name="T11" fmla="*/ 10 h 10"/>
                  <a:gd name="T12" fmla="*/ 22 w 23"/>
                  <a:gd name="T13" fmla="*/ 2 h 10"/>
                  <a:gd name="T14" fmla="*/ 23 w 23"/>
                  <a:gd name="T15" fmla="*/ 1 h 10"/>
                  <a:gd name="T16" fmla="*/ 23 w 23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10">
                    <a:moveTo>
                      <a:pt x="23" y="0"/>
                    </a:moveTo>
                    <a:cubicBezTo>
                      <a:pt x="18" y="6"/>
                      <a:pt x="11" y="9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1" y="10"/>
                      <a:pt x="2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10" y="10"/>
                      <a:pt x="17" y="7"/>
                      <a:pt x="22" y="2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804B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5" name="îslïḍè" descr="b6e4382d-bb3f-411e-be4d-251ddc136909">
                <a:extLst>
                  <a:ext uri="{FF2B5EF4-FFF2-40B4-BE49-F238E27FC236}">
                    <a16:creationId xmlns:a16="http://schemas.microsoft.com/office/drawing/2014/main" id="{DFFF6DD1-1EDE-4769-B8D8-0D07785A9A82}"/>
                  </a:ext>
                </a:extLst>
              </p:cNvPr>
              <p:cNvSpPr/>
              <p:nvPr/>
            </p:nvSpPr>
            <p:spPr bwMode="auto">
              <a:xfrm>
                <a:off x="3668374" y="3832927"/>
                <a:ext cx="46544" cy="46544"/>
              </a:xfrm>
              <a:custGeom>
                <a:avLst/>
                <a:gdLst>
                  <a:gd name="T0" fmla="*/ 55 w 55"/>
                  <a:gd name="T1" fmla="*/ 28 h 55"/>
                  <a:gd name="T2" fmla="*/ 28 w 55"/>
                  <a:gd name="T3" fmla="*/ 55 h 55"/>
                  <a:gd name="T4" fmla="*/ 0 w 55"/>
                  <a:gd name="T5" fmla="*/ 28 h 55"/>
                  <a:gd name="T6" fmla="*/ 28 w 55"/>
                  <a:gd name="T7" fmla="*/ 0 h 55"/>
                  <a:gd name="T8" fmla="*/ 55 w 55"/>
                  <a:gd name="T9" fmla="*/ 27 h 55"/>
                  <a:gd name="T10" fmla="*/ 55 w 55"/>
                  <a:gd name="T11" fmla="*/ 28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" h="55">
                    <a:moveTo>
                      <a:pt x="55" y="28"/>
                    </a:moveTo>
                    <a:cubicBezTo>
                      <a:pt x="55" y="43"/>
                      <a:pt x="43" y="55"/>
                      <a:pt x="28" y="55"/>
                    </a:cubicBezTo>
                    <a:cubicBezTo>
                      <a:pt x="12" y="55"/>
                      <a:pt x="0" y="43"/>
                      <a:pt x="0" y="28"/>
                    </a:cubicBezTo>
                    <a:cubicBezTo>
                      <a:pt x="0" y="12"/>
                      <a:pt x="12" y="0"/>
                      <a:pt x="28" y="0"/>
                    </a:cubicBezTo>
                    <a:cubicBezTo>
                      <a:pt x="43" y="0"/>
                      <a:pt x="55" y="12"/>
                      <a:pt x="55" y="27"/>
                    </a:cubicBezTo>
                    <a:cubicBezTo>
                      <a:pt x="55" y="28"/>
                      <a:pt x="55" y="28"/>
                      <a:pt x="55" y="28"/>
                    </a:cubicBezTo>
                  </a:path>
                </a:pathLst>
              </a:custGeom>
              <a:solidFill>
                <a:srgbClr val="A061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6" name="ïṩlîde" descr="dcb11e50-ec93-44a6-8780-7bd9ca7e87f1">
                <a:extLst>
                  <a:ext uri="{FF2B5EF4-FFF2-40B4-BE49-F238E27FC236}">
                    <a16:creationId xmlns:a16="http://schemas.microsoft.com/office/drawing/2014/main" id="{DE6D6122-9973-411B-9582-24FE5A900870}"/>
                  </a:ext>
                </a:extLst>
              </p:cNvPr>
              <p:cNvSpPr/>
              <p:nvPr/>
            </p:nvSpPr>
            <p:spPr bwMode="auto">
              <a:xfrm>
                <a:off x="3725999" y="3924905"/>
                <a:ext cx="1109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7" name="îṡļïďè" descr="0f23f112-f79c-429a-9968-cdd16925f230">
                <a:extLst>
                  <a:ext uri="{FF2B5EF4-FFF2-40B4-BE49-F238E27FC236}">
                    <a16:creationId xmlns:a16="http://schemas.microsoft.com/office/drawing/2014/main" id="{882989E5-B044-4420-9649-7DDE9627224D}"/>
                  </a:ext>
                </a:extLst>
              </p:cNvPr>
              <p:cNvSpPr/>
              <p:nvPr/>
            </p:nvSpPr>
            <p:spPr bwMode="auto">
              <a:xfrm>
                <a:off x="3725999" y="3909391"/>
                <a:ext cx="7758" cy="15515"/>
              </a:xfrm>
              <a:custGeom>
                <a:avLst/>
                <a:gdLst>
                  <a:gd name="T0" fmla="*/ 1 w 9"/>
                  <a:gd name="T1" fmla="*/ 0 h 19"/>
                  <a:gd name="T2" fmla="*/ 0 w 9"/>
                  <a:gd name="T3" fmla="*/ 1 h 19"/>
                  <a:gd name="T4" fmla="*/ 0 w 9"/>
                  <a:gd name="T5" fmla="*/ 19 h 19"/>
                  <a:gd name="T6" fmla="*/ 1 w 9"/>
                  <a:gd name="T7" fmla="*/ 19 h 19"/>
                  <a:gd name="T8" fmla="*/ 9 w 9"/>
                  <a:gd name="T9" fmla="*/ 6 h 19"/>
                  <a:gd name="T10" fmla="*/ 1 w 9"/>
                  <a:gd name="T1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9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9"/>
                      <a:pt x="1" y="19"/>
                      <a:pt x="1" y="19"/>
                    </a:cubicBezTo>
                    <a:cubicBezTo>
                      <a:pt x="2" y="18"/>
                      <a:pt x="9" y="12"/>
                      <a:pt x="9" y="6"/>
                    </a:cubicBezTo>
                    <a:cubicBezTo>
                      <a:pt x="9" y="1"/>
                      <a:pt x="3" y="0"/>
                      <a:pt x="1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8" name="íšḷíḑè" descr="e9b51b5c-f3fd-40e1-b675-2e4be7edbf70">
                <a:extLst>
                  <a:ext uri="{FF2B5EF4-FFF2-40B4-BE49-F238E27FC236}">
                    <a16:creationId xmlns:a16="http://schemas.microsoft.com/office/drawing/2014/main" id="{9D028D51-BA53-4B2E-9176-56E45239F6E4}"/>
                  </a:ext>
                </a:extLst>
              </p:cNvPr>
              <p:cNvSpPr/>
              <p:nvPr/>
            </p:nvSpPr>
            <p:spPr bwMode="auto">
              <a:xfrm>
                <a:off x="3670590" y="3924905"/>
                <a:ext cx="34354" cy="28813"/>
              </a:xfrm>
              <a:custGeom>
                <a:avLst/>
                <a:gdLst>
                  <a:gd name="T0" fmla="*/ 2 w 41"/>
                  <a:gd name="T1" fmla="*/ 4 h 33"/>
                  <a:gd name="T2" fmla="*/ 34 w 41"/>
                  <a:gd name="T3" fmla="*/ 33 h 33"/>
                  <a:gd name="T4" fmla="*/ 35 w 41"/>
                  <a:gd name="T5" fmla="*/ 33 h 33"/>
                  <a:gd name="T6" fmla="*/ 2 w 41"/>
                  <a:gd name="T7" fmla="*/ 4 h 33"/>
                  <a:gd name="T8" fmla="*/ 0 w 41"/>
                  <a:gd name="T9" fmla="*/ 0 h 33"/>
                  <a:gd name="T10" fmla="*/ 2 w 41"/>
                  <a:gd name="T11" fmla="*/ 4 h 33"/>
                  <a:gd name="T12" fmla="*/ 0 w 41"/>
                  <a:gd name="T1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33">
                    <a:moveTo>
                      <a:pt x="2" y="4"/>
                    </a:moveTo>
                    <a:cubicBezTo>
                      <a:pt x="9" y="12"/>
                      <a:pt x="24" y="30"/>
                      <a:pt x="34" y="33"/>
                    </a:cubicBezTo>
                    <a:cubicBezTo>
                      <a:pt x="34" y="33"/>
                      <a:pt x="35" y="33"/>
                      <a:pt x="35" y="33"/>
                    </a:cubicBezTo>
                    <a:cubicBezTo>
                      <a:pt x="41" y="33"/>
                      <a:pt x="13" y="14"/>
                      <a:pt x="2" y="4"/>
                    </a:cubicBezTo>
                    <a:moveTo>
                      <a:pt x="0" y="0"/>
                    </a:moveTo>
                    <a:cubicBezTo>
                      <a:pt x="0" y="1"/>
                      <a:pt x="1" y="2"/>
                      <a:pt x="2" y="4"/>
                    </a:cubicBezTo>
                    <a:cubicBezTo>
                      <a:pt x="1" y="1"/>
                      <a:pt x="0" y="0"/>
                      <a:pt x="0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19" name="ïsḻïḋè" descr="3fcce709-3e16-4f4d-8aa8-383984da38f5">
                <a:extLst>
                  <a:ext uri="{FF2B5EF4-FFF2-40B4-BE49-F238E27FC236}">
                    <a16:creationId xmlns:a16="http://schemas.microsoft.com/office/drawing/2014/main" id="{235B3409-F76C-473A-B42F-A45878379830}"/>
                  </a:ext>
                </a:extLst>
              </p:cNvPr>
              <p:cNvSpPr/>
              <p:nvPr/>
            </p:nvSpPr>
            <p:spPr bwMode="auto">
              <a:xfrm>
                <a:off x="3689429" y="3928230"/>
                <a:ext cx="17731" cy="12190"/>
              </a:xfrm>
              <a:custGeom>
                <a:avLst/>
                <a:gdLst>
                  <a:gd name="T0" fmla="*/ 0 w 21"/>
                  <a:gd name="T1" fmla="*/ 0 h 15"/>
                  <a:gd name="T2" fmla="*/ 21 w 21"/>
                  <a:gd name="T3" fmla="*/ 15 h 15"/>
                  <a:gd name="T4" fmla="*/ 0 w 21"/>
                  <a:gd name="T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" h="15">
                    <a:moveTo>
                      <a:pt x="0" y="0"/>
                    </a:moveTo>
                    <a:cubicBezTo>
                      <a:pt x="0" y="0"/>
                      <a:pt x="12" y="14"/>
                      <a:pt x="21" y="1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0" name="íṧľîde" descr="138508e2-588f-4943-8f94-e0b81360fc40">
                <a:extLst>
                  <a:ext uri="{FF2B5EF4-FFF2-40B4-BE49-F238E27FC236}">
                    <a16:creationId xmlns:a16="http://schemas.microsoft.com/office/drawing/2014/main" id="{79DADCFB-E3AA-4E63-840E-63D1279D5BC6}"/>
                  </a:ext>
                </a:extLst>
              </p:cNvPr>
              <p:cNvSpPr/>
              <p:nvPr/>
            </p:nvSpPr>
            <p:spPr bwMode="auto">
              <a:xfrm>
                <a:off x="3653968" y="3957043"/>
                <a:ext cx="29921" cy="18839"/>
              </a:xfrm>
              <a:custGeom>
                <a:avLst/>
                <a:gdLst>
                  <a:gd name="T0" fmla="*/ 0 w 35"/>
                  <a:gd name="T1" fmla="*/ 0 h 23"/>
                  <a:gd name="T2" fmla="*/ 35 w 35"/>
                  <a:gd name="T3" fmla="*/ 23 h 23"/>
                  <a:gd name="T4" fmla="*/ 0 w 35"/>
                  <a:gd name="T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" h="23">
                    <a:moveTo>
                      <a:pt x="0" y="0"/>
                    </a:moveTo>
                    <a:cubicBezTo>
                      <a:pt x="0" y="0"/>
                      <a:pt x="22" y="22"/>
                      <a:pt x="35" y="2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1" name="isliḑe" descr="851a0389-bb46-4199-9a9a-df427375a376">
                <a:extLst>
                  <a:ext uri="{FF2B5EF4-FFF2-40B4-BE49-F238E27FC236}">
                    <a16:creationId xmlns:a16="http://schemas.microsoft.com/office/drawing/2014/main" id="{69C5FEF3-6686-46F4-852C-F37B2D99FE46}"/>
                  </a:ext>
                </a:extLst>
              </p:cNvPr>
              <p:cNvSpPr/>
              <p:nvPr/>
            </p:nvSpPr>
            <p:spPr bwMode="auto">
              <a:xfrm>
                <a:off x="3675023" y="3840683"/>
                <a:ext cx="1109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2" name="iśļïḍé" descr="2c81045c-19fa-4bf5-bce0-f3c7445199bf">
                <a:extLst>
                  <a:ext uri="{FF2B5EF4-FFF2-40B4-BE49-F238E27FC236}">
                    <a16:creationId xmlns:a16="http://schemas.microsoft.com/office/drawing/2014/main" id="{3E902DEF-9191-49EC-AAE5-9D8192FCDC2D}"/>
                  </a:ext>
                </a:extLst>
              </p:cNvPr>
              <p:cNvSpPr/>
              <p:nvPr/>
            </p:nvSpPr>
            <p:spPr bwMode="auto">
              <a:xfrm>
                <a:off x="3675023" y="3840683"/>
                <a:ext cx="33245" cy="32138"/>
              </a:xfrm>
              <a:custGeom>
                <a:avLst/>
                <a:gdLst>
                  <a:gd name="T0" fmla="*/ 32 w 40"/>
                  <a:gd name="T1" fmla="*/ 30 h 39"/>
                  <a:gd name="T2" fmla="*/ 33 w 40"/>
                  <a:gd name="T3" fmla="*/ 34 h 39"/>
                  <a:gd name="T4" fmla="*/ 36 w 40"/>
                  <a:gd name="T5" fmla="*/ 37 h 39"/>
                  <a:gd name="T6" fmla="*/ 39 w 40"/>
                  <a:gd name="T7" fmla="*/ 39 h 39"/>
                  <a:gd name="T8" fmla="*/ 40 w 40"/>
                  <a:gd name="T9" fmla="*/ 38 h 39"/>
                  <a:gd name="T10" fmla="*/ 36 w 40"/>
                  <a:gd name="T11" fmla="*/ 36 h 39"/>
                  <a:gd name="T12" fmla="*/ 33 w 40"/>
                  <a:gd name="T13" fmla="*/ 34 h 39"/>
                  <a:gd name="T14" fmla="*/ 32 w 40"/>
                  <a:gd name="T15" fmla="*/ 30 h 39"/>
                  <a:gd name="T16" fmla="*/ 1 w 40"/>
                  <a:gd name="T17" fmla="*/ 0 h 39"/>
                  <a:gd name="T18" fmla="*/ 0 w 40"/>
                  <a:gd name="T19" fmla="*/ 0 h 39"/>
                  <a:gd name="T20" fmla="*/ 1 w 40"/>
                  <a:gd name="T21" fmla="*/ 1 h 39"/>
                  <a:gd name="T22" fmla="*/ 6 w 40"/>
                  <a:gd name="T23" fmla="*/ 8 h 39"/>
                  <a:gd name="T24" fmla="*/ 10 w 40"/>
                  <a:gd name="T25" fmla="*/ 12 h 39"/>
                  <a:gd name="T26" fmla="*/ 29 w 40"/>
                  <a:gd name="T27" fmla="*/ 18 h 39"/>
                  <a:gd name="T28" fmla="*/ 33 w 40"/>
                  <a:gd name="T29" fmla="*/ 28 h 39"/>
                  <a:gd name="T30" fmla="*/ 29 w 40"/>
                  <a:gd name="T31" fmla="*/ 17 h 39"/>
                  <a:gd name="T32" fmla="*/ 10 w 40"/>
                  <a:gd name="T33" fmla="*/ 11 h 39"/>
                  <a:gd name="T34" fmla="*/ 6 w 40"/>
                  <a:gd name="T35" fmla="*/ 7 h 39"/>
                  <a:gd name="T36" fmla="*/ 1 w 40"/>
                  <a:gd name="T37" fmla="*/ 1 h 39"/>
                  <a:gd name="T38" fmla="*/ 1 w 40"/>
                  <a:gd name="T3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0" h="39">
                    <a:moveTo>
                      <a:pt x="32" y="30"/>
                    </a:moveTo>
                    <a:cubicBezTo>
                      <a:pt x="32" y="31"/>
                      <a:pt x="33" y="33"/>
                      <a:pt x="33" y="34"/>
                    </a:cubicBezTo>
                    <a:cubicBezTo>
                      <a:pt x="34" y="36"/>
                      <a:pt x="35" y="36"/>
                      <a:pt x="36" y="37"/>
                    </a:cubicBezTo>
                    <a:cubicBezTo>
                      <a:pt x="39" y="39"/>
                      <a:pt x="39" y="39"/>
                      <a:pt x="39" y="39"/>
                    </a:cubicBezTo>
                    <a:cubicBezTo>
                      <a:pt x="39" y="39"/>
                      <a:pt x="40" y="39"/>
                      <a:pt x="40" y="38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5" y="36"/>
                      <a:pt x="34" y="35"/>
                      <a:pt x="33" y="34"/>
                    </a:cubicBezTo>
                    <a:cubicBezTo>
                      <a:pt x="33" y="32"/>
                      <a:pt x="32" y="31"/>
                      <a:pt x="32" y="3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9"/>
                      <a:pt x="8" y="11"/>
                      <a:pt x="10" y="12"/>
                    </a:cubicBezTo>
                    <a:cubicBezTo>
                      <a:pt x="15" y="16"/>
                      <a:pt x="23" y="14"/>
                      <a:pt x="29" y="18"/>
                    </a:cubicBezTo>
                    <a:cubicBezTo>
                      <a:pt x="31" y="20"/>
                      <a:pt x="33" y="24"/>
                      <a:pt x="33" y="28"/>
                    </a:cubicBezTo>
                    <a:cubicBezTo>
                      <a:pt x="33" y="24"/>
                      <a:pt x="32" y="20"/>
                      <a:pt x="29" y="17"/>
                    </a:cubicBezTo>
                    <a:cubicBezTo>
                      <a:pt x="23" y="13"/>
                      <a:pt x="15" y="15"/>
                      <a:pt x="10" y="11"/>
                    </a:cubicBezTo>
                    <a:cubicBezTo>
                      <a:pt x="9" y="10"/>
                      <a:pt x="7" y="9"/>
                      <a:pt x="6" y="7"/>
                    </a:cubicBezTo>
                    <a:cubicBezTo>
                      <a:pt x="5" y="5"/>
                      <a:pt x="3" y="3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9057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3" name="íśḷîḋé" descr="56893248-7983-4363-91d9-df4d59ba5f1a">
                <a:extLst>
                  <a:ext uri="{FF2B5EF4-FFF2-40B4-BE49-F238E27FC236}">
                    <a16:creationId xmlns:a16="http://schemas.microsoft.com/office/drawing/2014/main" id="{23B54A6D-0519-40C1-B8CF-31425D1A0505}"/>
                  </a:ext>
                </a:extLst>
              </p:cNvPr>
              <p:cNvSpPr/>
              <p:nvPr/>
            </p:nvSpPr>
            <p:spPr bwMode="auto">
              <a:xfrm>
                <a:off x="3672806" y="3818520"/>
                <a:ext cx="52085" cy="56518"/>
              </a:xfrm>
              <a:custGeom>
                <a:avLst/>
                <a:gdLst>
                  <a:gd name="T0" fmla="*/ 6 w 62"/>
                  <a:gd name="T1" fmla="*/ 10 h 67"/>
                  <a:gd name="T2" fmla="*/ 14 w 62"/>
                  <a:gd name="T3" fmla="*/ 6 h 67"/>
                  <a:gd name="T4" fmla="*/ 22 w 62"/>
                  <a:gd name="T5" fmla="*/ 2 h 67"/>
                  <a:gd name="T6" fmla="*/ 31 w 62"/>
                  <a:gd name="T7" fmla="*/ 1 h 67"/>
                  <a:gd name="T8" fmla="*/ 46 w 62"/>
                  <a:gd name="T9" fmla="*/ 13 h 67"/>
                  <a:gd name="T10" fmla="*/ 49 w 62"/>
                  <a:gd name="T11" fmla="*/ 14 h 67"/>
                  <a:gd name="T12" fmla="*/ 59 w 62"/>
                  <a:gd name="T13" fmla="*/ 21 h 67"/>
                  <a:gd name="T14" fmla="*/ 62 w 62"/>
                  <a:gd name="T15" fmla="*/ 33 h 67"/>
                  <a:gd name="T16" fmla="*/ 61 w 62"/>
                  <a:gd name="T17" fmla="*/ 39 h 67"/>
                  <a:gd name="T18" fmla="*/ 51 w 62"/>
                  <a:gd name="T19" fmla="*/ 53 h 67"/>
                  <a:gd name="T20" fmla="*/ 47 w 62"/>
                  <a:gd name="T21" fmla="*/ 67 h 67"/>
                  <a:gd name="T22" fmla="*/ 39 w 62"/>
                  <a:gd name="T23" fmla="*/ 62 h 67"/>
                  <a:gd name="T24" fmla="*/ 36 w 62"/>
                  <a:gd name="T25" fmla="*/ 60 h 67"/>
                  <a:gd name="T26" fmla="*/ 36 w 62"/>
                  <a:gd name="T27" fmla="*/ 54 h 67"/>
                  <a:gd name="T28" fmla="*/ 32 w 62"/>
                  <a:gd name="T29" fmla="*/ 43 h 67"/>
                  <a:gd name="T30" fmla="*/ 13 w 62"/>
                  <a:gd name="T31" fmla="*/ 37 h 67"/>
                  <a:gd name="T32" fmla="*/ 9 w 62"/>
                  <a:gd name="T33" fmla="*/ 33 h 67"/>
                  <a:gd name="T34" fmla="*/ 4 w 62"/>
                  <a:gd name="T35" fmla="*/ 27 h 67"/>
                  <a:gd name="T36" fmla="*/ 1 w 62"/>
                  <a:gd name="T37" fmla="*/ 22 h 67"/>
                  <a:gd name="T38" fmla="*/ 6 w 62"/>
                  <a:gd name="T39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2" h="67">
                    <a:moveTo>
                      <a:pt x="6" y="10"/>
                    </a:moveTo>
                    <a:cubicBezTo>
                      <a:pt x="9" y="9"/>
                      <a:pt x="11" y="7"/>
                      <a:pt x="14" y="6"/>
                    </a:cubicBezTo>
                    <a:cubicBezTo>
                      <a:pt x="17" y="5"/>
                      <a:pt x="19" y="3"/>
                      <a:pt x="22" y="2"/>
                    </a:cubicBezTo>
                    <a:cubicBezTo>
                      <a:pt x="25" y="0"/>
                      <a:pt x="28" y="0"/>
                      <a:pt x="31" y="1"/>
                    </a:cubicBezTo>
                    <a:cubicBezTo>
                      <a:pt x="37" y="3"/>
                      <a:pt x="39" y="12"/>
                      <a:pt x="46" y="13"/>
                    </a:cubicBezTo>
                    <a:cubicBezTo>
                      <a:pt x="47" y="13"/>
                      <a:pt x="48" y="13"/>
                      <a:pt x="49" y="14"/>
                    </a:cubicBezTo>
                    <a:cubicBezTo>
                      <a:pt x="53" y="14"/>
                      <a:pt x="57" y="17"/>
                      <a:pt x="59" y="21"/>
                    </a:cubicBezTo>
                    <a:cubicBezTo>
                      <a:pt x="61" y="24"/>
                      <a:pt x="62" y="28"/>
                      <a:pt x="62" y="33"/>
                    </a:cubicBezTo>
                    <a:cubicBezTo>
                      <a:pt x="62" y="35"/>
                      <a:pt x="62" y="37"/>
                      <a:pt x="61" y="39"/>
                    </a:cubicBezTo>
                    <a:cubicBezTo>
                      <a:pt x="59" y="45"/>
                      <a:pt x="55" y="48"/>
                      <a:pt x="51" y="53"/>
                    </a:cubicBezTo>
                    <a:cubicBezTo>
                      <a:pt x="48" y="57"/>
                      <a:pt x="47" y="62"/>
                      <a:pt x="47" y="67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2"/>
                      <a:pt x="37" y="61"/>
                      <a:pt x="36" y="60"/>
                    </a:cubicBezTo>
                    <a:cubicBezTo>
                      <a:pt x="36" y="58"/>
                      <a:pt x="35" y="56"/>
                      <a:pt x="36" y="54"/>
                    </a:cubicBezTo>
                    <a:cubicBezTo>
                      <a:pt x="36" y="50"/>
                      <a:pt x="35" y="46"/>
                      <a:pt x="32" y="43"/>
                    </a:cubicBezTo>
                    <a:cubicBezTo>
                      <a:pt x="26" y="39"/>
                      <a:pt x="18" y="41"/>
                      <a:pt x="13" y="37"/>
                    </a:cubicBezTo>
                    <a:cubicBezTo>
                      <a:pt x="12" y="36"/>
                      <a:pt x="10" y="35"/>
                      <a:pt x="9" y="33"/>
                    </a:cubicBezTo>
                    <a:cubicBezTo>
                      <a:pt x="8" y="31"/>
                      <a:pt x="6" y="29"/>
                      <a:pt x="4" y="27"/>
                    </a:cubicBezTo>
                    <a:cubicBezTo>
                      <a:pt x="3" y="25"/>
                      <a:pt x="2" y="23"/>
                      <a:pt x="1" y="22"/>
                    </a:cubicBezTo>
                    <a:cubicBezTo>
                      <a:pt x="0" y="18"/>
                      <a:pt x="3" y="13"/>
                      <a:pt x="6" y="10"/>
                    </a:cubicBezTo>
                  </a:path>
                </a:pathLst>
              </a:custGeom>
              <a:solidFill>
                <a:srgbClr val="2F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4" name="ïšḷîḑe" descr="47c9db92-3a7d-4e86-8d1e-b6b08940b0ef">
                <a:extLst>
                  <a:ext uri="{FF2B5EF4-FFF2-40B4-BE49-F238E27FC236}">
                    <a16:creationId xmlns:a16="http://schemas.microsoft.com/office/drawing/2014/main" id="{13D33726-81AE-4B68-B326-C3B5658A6E45}"/>
                  </a:ext>
                </a:extLst>
              </p:cNvPr>
              <p:cNvSpPr/>
              <p:nvPr/>
            </p:nvSpPr>
            <p:spPr bwMode="auto">
              <a:xfrm>
                <a:off x="3711593" y="3872821"/>
                <a:ext cx="0" cy="2216"/>
              </a:xfrm>
              <a:custGeom>
                <a:avLst/>
                <a:gdLst>
                  <a:gd name="T0" fmla="*/ 0 h 2"/>
                  <a:gd name="T1" fmla="*/ 2 h 2"/>
                  <a:gd name="T2" fmla="*/ 2 h 2"/>
                  <a:gd name="T3" fmla="*/ 1 h 2"/>
                  <a:gd name="T4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5" name="îSlîḑe" descr="234d0c4d-5ff1-4bb7-963e-27c8bbfe493a">
                <a:extLst>
                  <a:ext uri="{FF2B5EF4-FFF2-40B4-BE49-F238E27FC236}">
                    <a16:creationId xmlns:a16="http://schemas.microsoft.com/office/drawing/2014/main" id="{0A86BFE3-590C-454F-A85E-14B846431CB1}"/>
                  </a:ext>
                </a:extLst>
              </p:cNvPr>
              <p:cNvSpPr/>
              <p:nvPr/>
            </p:nvSpPr>
            <p:spPr bwMode="auto">
              <a:xfrm>
                <a:off x="3672806" y="3827385"/>
                <a:ext cx="38787" cy="47652"/>
              </a:xfrm>
              <a:custGeom>
                <a:avLst/>
                <a:gdLst>
                  <a:gd name="T0" fmla="*/ 4 w 46"/>
                  <a:gd name="T1" fmla="*/ 0 h 56"/>
                  <a:gd name="T2" fmla="*/ 0 w 46"/>
                  <a:gd name="T3" fmla="*/ 10 h 56"/>
                  <a:gd name="T4" fmla="*/ 4 w 46"/>
                  <a:gd name="T5" fmla="*/ 15 h 56"/>
                  <a:gd name="T6" fmla="*/ 9 w 46"/>
                  <a:gd name="T7" fmla="*/ 22 h 56"/>
                  <a:gd name="T8" fmla="*/ 12 w 46"/>
                  <a:gd name="T9" fmla="*/ 26 h 56"/>
                  <a:gd name="T10" fmla="*/ 31 w 46"/>
                  <a:gd name="T11" fmla="*/ 32 h 56"/>
                  <a:gd name="T12" fmla="*/ 35 w 46"/>
                  <a:gd name="T13" fmla="*/ 43 h 56"/>
                  <a:gd name="T14" fmla="*/ 35 w 46"/>
                  <a:gd name="T15" fmla="*/ 49 h 56"/>
                  <a:gd name="T16" fmla="*/ 38 w 46"/>
                  <a:gd name="T17" fmla="*/ 51 h 56"/>
                  <a:gd name="T18" fmla="*/ 46 w 46"/>
                  <a:gd name="T19" fmla="*/ 56 h 56"/>
                  <a:gd name="T20" fmla="*/ 46 w 46"/>
                  <a:gd name="T21" fmla="*/ 54 h 56"/>
                  <a:gd name="T22" fmla="*/ 39 w 46"/>
                  <a:gd name="T23" fmla="*/ 50 h 56"/>
                  <a:gd name="T24" fmla="*/ 36 w 46"/>
                  <a:gd name="T25" fmla="*/ 48 h 56"/>
                  <a:gd name="T26" fmla="*/ 36 w 46"/>
                  <a:gd name="T27" fmla="*/ 42 h 56"/>
                  <a:gd name="T28" fmla="*/ 32 w 46"/>
                  <a:gd name="T29" fmla="*/ 31 h 56"/>
                  <a:gd name="T30" fmla="*/ 13 w 46"/>
                  <a:gd name="T31" fmla="*/ 25 h 56"/>
                  <a:gd name="T32" fmla="*/ 9 w 46"/>
                  <a:gd name="T33" fmla="*/ 21 h 56"/>
                  <a:gd name="T34" fmla="*/ 4 w 46"/>
                  <a:gd name="T35" fmla="*/ 15 h 56"/>
                  <a:gd name="T36" fmla="*/ 1 w 46"/>
                  <a:gd name="T37" fmla="*/ 10 h 56"/>
                  <a:gd name="T38" fmla="*/ 4 w 46"/>
                  <a:gd name="T3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6" h="56">
                    <a:moveTo>
                      <a:pt x="4" y="0"/>
                    </a:moveTo>
                    <a:cubicBezTo>
                      <a:pt x="1" y="3"/>
                      <a:pt x="0" y="6"/>
                      <a:pt x="0" y="10"/>
                    </a:cubicBezTo>
                    <a:cubicBezTo>
                      <a:pt x="1" y="12"/>
                      <a:pt x="2" y="14"/>
                      <a:pt x="4" y="15"/>
                    </a:cubicBezTo>
                    <a:cubicBezTo>
                      <a:pt x="5" y="18"/>
                      <a:pt x="7" y="20"/>
                      <a:pt x="9" y="22"/>
                    </a:cubicBezTo>
                    <a:cubicBezTo>
                      <a:pt x="9" y="23"/>
                      <a:pt x="11" y="25"/>
                      <a:pt x="12" y="26"/>
                    </a:cubicBezTo>
                    <a:cubicBezTo>
                      <a:pt x="17" y="30"/>
                      <a:pt x="26" y="28"/>
                      <a:pt x="31" y="32"/>
                    </a:cubicBezTo>
                    <a:cubicBezTo>
                      <a:pt x="34" y="35"/>
                      <a:pt x="35" y="39"/>
                      <a:pt x="35" y="43"/>
                    </a:cubicBezTo>
                    <a:cubicBezTo>
                      <a:pt x="34" y="45"/>
                      <a:pt x="35" y="47"/>
                      <a:pt x="35" y="49"/>
                    </a:cubicBezTo>
                    <a:cubicBezTo>
                      <a:pt x="36" y="50"/>
                      <a:pt x="37" y="50"/>
                      <a:pt x="38" y="51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5"/>
                      <a:pt x="46" y="55"/>
                      <a:pt x="46" y="54"/>
                    </a:cubicBezTo>
                    <a:cubicBezTo>
                      <a:pt x="39" y="50"/>
                      <a:pt x="39" y="50"/>
                      <a:pt x="39" y="50"/>
                    </a:cubicBezTo>
                    <a:cubicBezTo>
                      <a:pt x="38" y="50"/>
                      <a:pt x="37" y="49"/>
                      <a:pt x="36" y="48"/>
                    </a:cubicBezTo>
                    <a:cubicBezTo>
                      <a:pt x="35" y="46"/>
                      <a:pt x="35" y="44"/>
                      <a:pt x="36" y="42"/>
                    </a:cubicBezTo>
                    <a:cubicBezTo>
                      <a:pt x="36" y="38"/>
                      <a:pt x="35" y="34"/>
                      <a:pt x="32" y="31"/>
                    </a:cubicBezTo>
                    <a:cubicBezTo>
                      <a:pt x="26" y="27"/>
                      <a:pt x="18" y="29"/>
                      <a:pt x="13" y="25"/>
                    </a:cubicBezTo>
                    <a:cubicBezTo>
                      <a:pt x="11" y="24"/>
                      <a:pt x="10" y="23"/>
                      <a:pt x="9" y="21"/>
                    </a:cubicBezTo>
                    <a:cubicBezTo>
                      <a:pt x="8" y="19"/>
                      <a:pt x="6" y="17"/>
                      <a:pt x="4" y="15"/>
                    </a:cubicBezTo>
                    <a:cubicBezTo>
                      <a:pt x="3" y="13"/>
                      <a:pt x="2" y="11"/>
                      <a:pt x="1" y="10"/>
                    </a:cubicBezTo>
                    <a:cubicBezTo>
                      <a:pt x="1" y="6"/>
                      <a:pt x="2" y="2"/>
                      <a:pt x="4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6" name="ísḻíḋê" descr="9ea03e3e-7e46-4dde-95be-808f0210ab69">
                <a:extLst>
                  <a:ext uri="{FF2B5EF4-FFF2-40B4-BE49-F238E27FC236}">
                    <a16:creationId xmlns:a16="http://schemas.microsoft.com/office/drawing/2014/main" id="{A3DFBCB6-5BA9-43B7-8D5B-4AB8A4E23DB3}"/>
                  </a:ext>
                </a:extLst>
              </p:cNvPr>
              <p:cNvSpPr/>
              <p:nvPr/>
            </p:nvSpPr>
            <p:spPr bwMode="auto">
              <a:xfrm>
                <a:off x="3610748" y="4146541"/>
                <a:ext cx="26596" cy="44327"/>
              </a:xfrm>
              <a:custGeom>
                <a:avLst/>
                <a:gdLst>
                  <a:gd name="T0" fmla="*/ 7 w 31"/>
                  <a:gd name="T1" fmla="*/ 0 h 52"/>
                  <a:gd name="T2" fmla="*/ 1 w 31"/>
                  <a:gd name="T3" fmla="*/ 23 h 52"/>
                  <a:gd name="T4" fmla="*/ 8 w 31"/>
                  <a:gd name="T5" fmla="*/ 48 h 52"/>
                  <a:gd name="T6" fmla="*/ 26 w 31"/>
                  <a:gd name="T7" fmla="*/ 44 h 52"/>
                  <a:gd name="T8" fmla="*/ 25 w 31"/>
                  <a:gd name="T9" fmla="*/ 17 h 52"/>
                  <a:gd name="T10" fmla="*/ 27 w 31"/>
                  <a:gd name="T11" fmla="*/ 5 h 52"/>
                  <a:gd name="T12" fmla="*/ 23 w 31"/>
                  <a:gd name="T13" fmla="*/ 9 h 52"/>
                  <a:gd name="T14" fmla="*/ 10 w 31"/>
                  <a:gd name="T15" fmla="*/ 7 h 52"/>
                  <a:gd name="T16" fmla="*/ 7 w 31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52">
                    <a:moveTo>
                      <a:pt x="7" y="0"/>
                    </a:moveTo>
                    <a:cubicBezTo>
                      <a:pt x="7" y="0"/>
                      <a:pt x="0" y="2"/>
                      <a:pt x="1" y="23"/>
                    </a:cubicBezTo>
                    <a:cubicBezTo>
                      <a:pt x="3" y="44"/>
                      <a:pt x="5" y="47"/>
                      <a:pt x="8" y="48"/>
                    </a:cubicBezTo>
                    <a:cubicBezTo>
                      <a:pt x="11" y="48"/>
                      <a:pt x="27" y="52"/>
                      <a:pt x="26" y="44"/>
                    </a:cubicBezTo>
                    <a:cubicBezTo>
                      <a:pt x="25" y="36"/>
                      <a:pt x="24" y="19"/>
                      <a:pt x="25" y="17"/>
                    </a:cubicBezTo>
                    <a:cubicBezTo>
                      <a:pt x="26" y="14"/>
                      <a:pt x="31" y="7"/>
                      <a:pt x="27" y="5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15" y="1"/>
                      <a:pt x="10" y="7"/>
                    </a:cubicBezTo>
                    <a:cubicBezTo>
                      <a:pt x="10" y="7"/>
                      <a:pt x="5" y="2"/>
                      <a:pt x="7" y="0"/>
                    </a:cubicBezTo>
                  </a:path>
                </a:pathLst>
              </a:custGeom>
              <a:solidFill>
                <a:srgbClr val="2F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7" name="išlîďè" descr="c44db4ab-0f13-4beb-9258-3ebbbb642d40">
                <a:extLst>
                  <a:ext uri="{FF2B5EF4-FFF2-40B4-BE49-F238E27FC236}">
                    <a16:creationId xmlns:a16="http://schemas.microsoft.com/office/drawing/2014/main" id="{FEF4854C-E118-414E-8A47-9A257AA4FB9A}"/>
                  </a:ext>
                </a:extLst>
              </p:cNvPr>
              <p:cNvSpPr/>
              <p:nvPr/>
            </p:nvSpPr>
            <p:spPr bwMode="auto">
              <a:xfrm>
                <a:off x="3620722" y="4157623"/>
                <a:ext cx="9974" cy="3325"/>
              </a:xfrm>
              <a:custGeom>
                <a:avLst/>
                <a:gdLst>
                  <a:gd name="T0" fmla="*/ 0 w 12"/>
                  <a:gd name="T1" fmla="*/ 0 h 4"/>
                  <a:gd name="T2" fmla="*/ 5 w 12"/>
                  <a:gd name="T3" fmla="*/ 3 h 4"/>
                  <a:gd name="T4" fmla="*/ 10 w 12"/>
                  <a:gd name="T5" fmla="*/ 4 h 4"/>
                  <a:gd name="T6" fmla="*/ 10 w 12"/>
                  <a:gd name="T7" fmla="*/ 4 h 4"/>
                  <a:gd name="T8" fmla="*/ 12 w 12"/>
                  <a:gd name="T9" fmla="*/ 3 h 4"/>
                  <a:gd name="T10" fmla="*/ 0 w 1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cubicBezTo>
                      <a:pt x="2" y="1"/>
                      <a:pt x="3" y="2"/>
                      <a:pt x="5" y="3"/>
                    </a:cubicBezTo>
                    <a:cubicBezTo>
                      <a:pt x="6" y="4"/>
                      <a:pt x="8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2" y="4"/>
                      <a:pt x="12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8" name="îṥḻïḓè" descr="91a8cfef-c134-4efe-b2b1-ff4320a76cd6">
                <a:extLst>
                  <a:ext uri="{FF2B5EF4-FFF2-40B4-BE49-F238E27FC236}">
                    <a16:creationId xmlns:a16="http://schemas.microsoft.com/office/drawing/2014/main" id="{31D20602-44F8-4012-8D0A-262DF2BBBEA2}"/>
                  </a:ext>
                </a:extLst>
              </p:cNvPr>
              <p:cNvSpPr/>
              <p:nvPr/>
            </p:nvSpPr>
            <p:spPr bwMode="auto">
              <a:xfrm>
                <a:off x="3662833" y="4175354"/>
                <a:ext cx="9974" cy="3325"/>
              </a:xfrm>
              <a:custGeom>
                <a:avLst/>
                <a:gdLst>
                  <a:gd name="T0" fmla="*/ 0 w 12"/>
                  <a:gd name="T1" fmla="*/ 0 h 4"/>
                  <a:gd name="T2" fmla="*/ 3 w 12"/>
                  <a:gd name="T3" fmla="*/ 3 h 4"/>
                  <a:gd name="T4" fmla="*/ 8 w 12"/>
                  <a:gd name="T5" fmla="*/ 4 h 4"/>
                  <a:gd name="T6" fmla="*/ 9 w 12"/>
                  <a:gd name="T7" fmla="*/ 4 h 4"/>
                  <a:gd name="T8" fmla="*/ 10 w 12"/>
                  <a:gd name="T9" fmla="*/ 4 h 4"/>
                  <a:gd name="T10" fmla="*/ 11 w 12"/>
                  <a:gd name="T11" fmla="*/ 3 h 4"/>
                  <a:gd name="T12" fmla="*/ 12 w 12"/>
                  <a:gd name="T13" fmla="*/ 2 h 4"/>
                  <a:gd name="T14" fmla="*/ 0 w 12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cubicBezTo>
                      <a:pt x="1" y="1"/>
                      <a:pt x="2" y="2"/>
                      <a:pt x="3" y="3"/>
                    </a:cubicBezTo>
                    <a:cubicBezTo>
                      <a:pt x="5" y="3"/>
                      <a:pt x="6" y="4"/>
                      <a:pt x="8" y="4"/>
                    </a:cubicBezTo>
                    <a:cubicBezTo>
                      <a:pt x="8" y="4"/>
                      <a:pt x="8" y="4"/>
                      <a:pt x="9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29" name="iṧḷïďé" descr="ee6c8219-2def-4af6-a375-d00b98eef8eb">
                <a:extLst>
                  <a:ext uri="{FF2B5EF4-FFF2-40B4-BE49-F238E27FC236}">
                    <a16:creationId xmlns:a16="http://schemas.microsoft.com/office/drawing/2014/main" id="{06017EED-A476-4B0B-81DB-CD9402D816FA}"/>
                  </a:ext>
                </a:extLst>
              </p:cNvPr>
              <p:cNvSpPr/>
              <p:nvPr/>
            </p:nvSpPr>
            <p:spPr bwMode="auto">
              <a:xfrm>
                <a:off x="3552015" y="3852874"/>
                <a:ext cx="22164" cy="34354"/>
              </a:xfrm>
              <a:custGeom>
                <a:avLst/>
                <a:gdLst>
                  <a:gd name="T0" fmla="*/ 3 w 27"/>
                  <a:gd name="T1" fmla="*/ 33 h 41"/>
                  <a:gd name="T2" fmla="*/ 13 w 27"/>
                  <a:gd name="T3" fmla="*/ 8 h 41"/>
                  <a:gd name="T4" fmla="*/ 18 w 27"/>
                  <a:gd name="T5" fmla="*/ 31 h 41"/>
                  <a:gd name="T6" fmla="*/ 15 w 27"/>
                  <a:gd name="T7" fmla="*/ 41 h 41"/>
                  <a:gd name="T8" fmla="*/ 3 w 27"/>
                  <a:gd name="T9" fmla="*/ 3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41">
                    <a:moveTo>
                      <a:pt x="3" y="33"/>
                    </a:moveTo>
                    <a:cubicBezTo>
                      <a:pt x="3" y="33"/>
                      <a:pt x="0" y="0"/>
                      <a:pt x="13" y="8"/>
                    </a:cubicBezTo>
                    <a:cubicBezTo>
                      <a:pt x="27" y="16"/>
                      <a:pt x="18" y="31"/>
                      <a:pt x="18" y="31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3" y="33"/>
                      <a:pt x="3" y="33"/>
                      <a:pt x="3" y="33"/>
                    </a:cubicBezTo>
                  </a:path>
                </a:pathLst>
              </a:custGeom>
              <a:solidFill>
                <a:srgbClr val="FFC1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0" name="iSľïdê" descr="0f31247b-510f-4b72-b53f-d75ec5e2449b">
                <a:extLst>
                  <a:ext uri="{FF2B5EF4-FFF2-40B4-BE49-F238E27FC236}">
                    <a16:creationId xmlns:a16="http://schemas.microsoft.com/office/drawing/2014/main" id="{33A94510-D563-4F2A-A63A-4DB2CE84CACE}"/>
                  </a:ext>
                </a:extLst>
              </p:cNvPr>
              <p:cNvSpPr/>
              <p:nvPr/>
            </p:nvSpPr>
            <p:spPr bwMode="auto">
              <a:xfrm>
                <a:off x="3573070" y="3747596"/>
                <a:ext cx="44327" cy="50976"/>
              </a:xfrm>
              <a:custGeom>
                <a:avLst/>
                <a:gdLst>
                  <a:gd name="T0" fmla="*/ 0 w 53"/>
                  <a:gd name="T1" fmla="*/ 51 h 61"/>
                  <a:gd name="T2" fmla="*/ 8 w 53"/>
                  <a:gd name="T3" fmla="*/ 43 h 61"/>
                  <a:gd name="T4" fmla="*/ 38 w 53"/>
                  <a:gd name="T5" fmla="*/ 11 h 61"/>
                  <a:gd name="T6" fmla="*/ 19 w 53"/>
                  <a:gd name="T7" fmla="*/ 50 h 61"/>
                  <a:gd name="T8" fmla="*/ 10 w 53"/>
                  <a:gd name="T9" fmla="*/ 61 h 61"/>
                  <a:gd name="T10" fmla="*/ 0 w 53"/>
                  <a:gd name="T11" fmla="*/ 5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" h="61">
                    <a:moveTo>
                      <a:pt x="0" y="51"/>
                    </a:move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23" y="0"/>
                      <a:pt x="38" y="11"/>
                    </a:cubicBezTo>
                    <a:cubicBezTo>
                      <a:pt x="53" y="22"/>
                      <a:pt x="19" y="50"/>
                      <a:pt x="19" y="50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0" y="51"/>
                      <a:pt x="0" y="51"/>
                      <a:pt x="0" y="51"/>
                    </a:cubicBezTo>
                  </a:path>
                </a:pathLst>
              </a:custGeom>
              <a:solidFill>
                <a:srgbClr val="FFC1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1" name="íśľïḑè" descr="7de212e4-9828-4dac-aaa0-29454bda8a31">
                <a:extLst>
                  <a:ext uri="{FF2B5EF4-FFF2-40B4-BE49-F238E27FC236}">
                    <a16:creationId xmlns:a16="http://schemas.microsoft.com/office/drawing/2014/main" id="{B1138CCE-D004-4FAB-BF61-849B96C996E4}"/>
                  </a:ext>
                </a:extLst>
              </p:cNvPr>
              <p:cNvSpPr/>
              <p:nvPr/>
            </p:nvSpPr>
            <p:spPr bwMode="auto">
              <a:xfrm>
                <a:off x="3475550" y="3931554"/>
                <a:ext cx="11082" cy="23272"/>
              </a:xfrm>
              <a:custGeom>
                <a:avLst/>
                <a:gdLst>
                  <a:gd name="T0" fmla="*/ 0 w 13"/>
                  <a:gd name="T1" fmla="*/ 5 h 28"/>
                  <a:gd name="T2" fmla="*/ 0 w 13"/>
                  <a:gd name="T3" fmla="*/ 13 h 28"/>
                  <a:gd name="T4" fmla="*/ 10 w 13"/>
                  <a:gd name="T5" fmla="*/ 27 h 28"/>
                  <a:gd name="T6" fmla="*/ 13 w 13"/>
                  <a:gd name="T7" fmla="*/ 0 h 28"/>
                  <a:gd name="T8" fmla="*/ 0 w 13"/>
                  <a:gd name="T9" fmla="*/ 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8">
                    <a:moveTo>
                      <a:pt x="0" y="5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7" y="26"/>
                      <a:pt x="10" y="27"/>
                    </a:cubicBezTo>
                    <a:cubicBezTo>
                      <a:pt x="13" y="28"/>
                      <a:pt x="13" y="0"/>
                      <a:pt x="13" y="0"/>
                    </a:cubicBezTo>
                    <a:cubicBezTo>
                      <a:pt x="0" y="5"/>
                      <a:pt x="0" y="5"/>
                      <a:pt x="0" y="5"/>
                    </a:cubicBezTo>
                  </a:path>
                </a:pathLst>
              </a:custGeom>
              <a:solidFill>
                <a:srgbClr val="F86D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2" name="íṣliḍê" descr="591b08ea-fe52-4bab-81a8-a00ccea250f1">
                <a:extLst>
                  <a:ext uri="{FF2B5EF4-FFF2-40B4-BE49-F238E27FC236}">
                    <a16:creationId xmlns:a16="http://schemas.microsoft.com/office/drawing/2014/main" id="{DC12DFBE-497A-475B-A0FB-BC9DEE2D20B6}"/>
                  </a:ext>
                </a:extLst>
              </p:cNvPr>
              <p:cNvSpPr/>
              <p:nvPr/>
            </p:nvSpPr>
            <p:spPr bwMode="auto">
              <a:xfrm>
                <a:off x="3474443" y="3942636"/>
                <a:ext cx="8865" cy="11082"/>
              </a:xfrm>
              <a:custGeom>
                <a:avLst/>
                <a:gdLst>
                  <a:gd name="T0" fmla="*/ 0 w 10"/>
                  <a:gd name="T1" fmla="*/ 0 h 14"/>
                  <a:gd name="T2" fmla="*/ 0 w 10"/>
                  <a:gd name="T3" fmla="*/ 1 h 14"/>
                  <a:gd name="T4" fmla="*/ 10 w 10"/>
                  <a:gd name="T5" fmla="*/ 14 h 14"/>
                  <a:gd name="T6" fmla="*/ 10 w 10"/>
                  <a:gd name="T7" fmla="*/ 13 h 14"/>
                  <a:gd name="T8" fmla="*/ 1 w 10"/>
                  <a:gd name="T9" fmla="*/ 1 h 14"/>
                  <a:gd name="T10" fmla="*/ 1 w 10"/>
                  <a:gd name="T11" fmla="*/ 2 h 14"/>
                  <a:gd name="T12" fmla="*/ 0 w 10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7" y="12"/>
                      <a:pt x="10" y="14"/>
                    </a:cubicBezTo>
                    <a:cubicBezTo>
                      <a:pt x="10" y="14"/>
                      <a:pt x="10" y="14"/>
                      <a:pt x="10" y="13"/>
                    </a:cubicBezTo>
                    <a:cubicBezTo>
                      <a:pt x="7" y="11"/>
                      <a:pt x="3" y="3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0" y="1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3" name="íşlíḋê" descr="b5554416-15dd-4b09-b927-9fbeb83af5a6">
                <a:extLst>
                  <a:ext uri="{FF2B5EF4-FFF2-40B4-BE49-F238E27FC236}">
                    <a16:creationId xmlns:a16="http://schemas.microsoft.com/office/drawing/2014/main" id="{EBA52A3D-F0AD-4098-849D-441FE907C930}"/>
                  </a:ext>
                </a:extLst>
              </p:cNvPr>
              <p:cNvSpPr/>
              <p:nvPr/>
            </p:nvSpPr>
            <p:spPr bwMode="auto">
              <a:xfrm>
                <a:off x="3475550" y="3937096"/>
                <a:ext cx="9974" cy="16623"/>
              </a:xfrm>
              <a:custGeom>
                <a:avLst/>
                <a:gdLst>
                  <a:gd name="T0" fmla="*/ 10 w 12"/>
                  <a:gd name="T1" fmla="*/ 0 h 19"/>
                  <a:gd name="T2" fmla="*/ 0 w 12"/>
                  <a:gd name="T3" fmla="*/ 7 h 19"/>
                  <a:gd name="T4" fmla="*/ 9 w 12"/>
                  <a:gd name="T5" fmla="*/ 19 h 19"/>
                  <a:gd name="T6" fmla="*/ 9 w 12"/>
                  <a:gd name="T7" fmla="*/ 16 h 19"/>
                  <a:gd name="T8" fmla="*/ 12 w 12"/>
                  <a:gd name="T9" fmla="*/ 10 h 19"/>
                  <a:gd name="T10" fmla="*/ 12 w 12"/>
                  <a:gd name="T11" fmla="*/ 0 h 19"/>
                  <a:gd name="T12" fmla="*/ 10 w 12"/>
                  <a:gd name="T1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9">
                    <a:moveTo>
                      <a:pt x="10" y="0"/>
                    </a:moveTo>
                    <a:cubicBezTo>
                      <a:pt x="4" y="0"/>
                      <a:pt x="1" y="5"/>
                      <a:pt x="0" y="7"/>
                    </a:cubicBezTo>
                    <a:cubicBezTo>
                      <a:pt x="2" y="9"/>
                      <a:pt x="6" y="17"/>
                      <a:pt x="9" y="19"/>
                    </a:cubicBezTo>
                    <a:cubicBezTo>
                      <a:pt x="9" y="18"/>
                      <a:pt x="9" y="17"/>
                      <a:pt x="9" y="16"/>
                    </a:cubicBezTo>
                    <a:cubicBezTo>
                      <a:pt x="9" y="13"/>
                      <a:pt x="10" y="11"/>
                      <a:pt x="12" y="10"/>
                    </a:cubicBezTo>
                    <a:cubicBezTo>
                      <a:pt x="12" y="7"/>
                      <a:pt x="12" y="3"/>
                      <a:pt x="12" y="0"/>
                    </a:cubicBezTo>
                    <a:cubicBezTo>
                      <a:pt x="11" y="0"/>
                      <a:pt x="11" y="0"/>
                      <a:pt x="10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4" name="ïṥļidé" descr="54be1255-731b-445b-a5a9-2e3b90640a22">
                <a:extLst>
                  <a:ext uri="{FF2B5EF4-FFF2-40B4-BE49-F238E27FC236}">
                    <a16:creationId xmlns:a16="http://schemas.microsoft.com/office/drawing/2014/main" id="{F6384B61-C2E1-49E8-A154-A284252C201D}"/>
                  </a:ext>
                </a:extLst>
              </p:cNvPr>
              <p:cNvSpPr/>
              <p:nvPr/>
            </p:nvSpPr>
            <p:spPr bwMode="auto">
              <a:xfrm>
                <a:off x="3485524" y="3927122"/>
                <a:ext cx="31029" cy="27705"/>
              </a:xfrm>
              <a:custGeom>
                <a:avLst/>
                <a:gdLst>
                  <a:gd name="T0" fmla="*/ 0 w 28"/>
                  <a:gd name="T1" fmla="*/ 0 h 25"/>
                  <a:gd name="T2" fmla="*/ 1 w 28"/>
                  <a:gd name="T3" fmla="*/ 25 h 25"/>
                  <a:gd name="T4" fmla="*/ 28 w 28"/>
                  <a:gd name="T5" fmla="*/ 25 h 25"/>
                  <a:gd name="T6" fmla="*/ 27 w 28"/>
                  <a:gd name="T7" fmla="*/ 10 h 25"/>
                  <a:gd name="T8" fmla="*/ 0 w 28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5">
                    <a:moveTo>
                      <a:pt x="0" y="0"/>
                    </a:moveTo>
                    <a:lnTo>
                      <a:pt x="1" y="25"/>
                    </a:lnTo>
                    <a:lnTo>
                      <a:pt x="28" y="25"/>
                    </a:lnTo>
                    <a:lnTo>
                      <a:pt x="27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1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5" name="ïşḷïḍê" descr="26575e26-2c28-4646-a686-473023649a0b">
                <a:extLst>
                  <a:ext uri="{FF2B5EF4-FFF2-40B4-BE49-F238E27FC236}">
                    <a16:creationId xmlns:a16="http://schemas.microsoft.com/office/drawing/2014/main" id="{DCD8764C-FA81-4D3C-990C-C1ADEDF4A12A}"/>
                  </a:ext>
                </a:extLst>
              </p:cNvPr>
              <p:cNvSpPr/>
              <p:nvPr/>
            </p:nvSpPr>
            <p:spPr bwMode="auto">
              <a:xfrm>
                <a:off x="3485524" y="3927122"/>
                <a:ext cx="31029" cy="27705"/>
              </a:xfrm>
              <a:custGeom>
                <a:avLst/>
                <a:gdLst>
                  <a:gd name="T0" fmla="*/ 0 w 28"/>
                  <a:gd name="T1" fmla="*/ 0 h 25"/>
                  <a:gd name="T2" fmla="*/ 1 w 28"/>
                  <a:gd name="T3" fmla="*/ 25 h 25"/>
                  <a:gd name="T4" fmla="*/ 28 w 28"/>
                  <a:gd name="T5" fmla="*/ 25 h 25"/>
                  <a:gd name="T6" fmla="*/ 27 w 28"/>
                  <a:gd name="T7" fmla="*/ 10 h 25"/>
                  <a:gd name="T8" fmla="*/ 0 w 28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5">
                    <a:moveTo>
                      <a:pt x="0" y="0"/>
                    </a:moveTo>
                    <a:lnTo>
                      <a:pt x="1" y="25"/>
                    </a:lnTo>
                    <a:lnTo>
                      <a:pt x="28" y="25"/>
                    </a:lnTo>
                    <a:lnTo>
                      <a:pt x="27" y="1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6" name="íşḷîḓe" descr="ca2d7cb1-9345-4273-a332-f554a67f8af4">
                <a:extLst>
                  <a:ext uri="{FF2B5EF4-FFF2-40B4-BE49-F238E27FC236}">
                    <a16:creationId xmlns:a16="http://schemas.microsoft.com/office/drawing/2014/main" id="{88E80E98-1B69-4AA9-A647-2D8DE56DCFB2}"/>
                  </a:ext>
                </a:extLst>
              </p:cNvPr>
              <p:cNvSpPr/>
              <p:nvPr/>
            </p:nvSpPr>
            <p:spPr bwMode="auto">
              <a:xfrm>
                <a:off x="3489957" y="3995829"/>
                <a:ext cx="53193" cy="137414"/>
              </a:xfrm>
              <a:custGeom>
                <a:avLst/>
                <a:gdLst>
                  <a:gd name="T0" fmla="*/ 4 w 63"/>
                  <a:gd name="T1" fmla="*/ 0 h 162"/>
                  <a:gd name="T2" fmla="*/ 6 w 63"/>
                  <a:gd name="T3" fmla="*/ 10 h 162"/>
                  <a:gd name="T4" fmla="*/ 27 w 63"/>
                  <a:gd name="T5" fmla="*/ 58 h 162"/>
                  <a:gd name="T6" fmla="*/ 29 w 63"/>
                  <a:gd name="T7" fmla="*/ 85 h 162"/>
                  <a:gd name="T8" fmla="*/ 11 w 63"/>
                  <a:gd name="T9" fmla="*/ 129 h 162"/>
                  <a:gd name="T10" fmla="*/ 0 w 63"/>
                  <a:gd name="T11" fmla="*/ 153 h 162"/>
                  <a:gd name="T12" fmla="*/ 22 w 63"/>
                  <a:gd name="T13" fmla="*/ 162 h 162"/>
                  <a:gd name="T14" fmla="*/ 30 w 63"/>
                  <a:gd name="T15" fmla="*/ 135 h 162"/>
                  <a:gd name="T16" fmla="*/ 57 w 63"/>
                  <a:gd name="T17" fmla="*/ 87 h 162"/>
                  <a:gd name="T18" fmla="*/ 62 w 63"/>
                  <a:gd name="T19" fmla="*/ 64 h 162"/>
                  <a:gd name="T20" fmla="*/ 60 w 63"/>
                  <a:gd name="T21" fmla="*/ 35 h 162"/>
                  <a:gd name="T22" fmla="*/ 58 w 63"/>
                  <a:gd name="T23" fmla="*/ 8 h 162"/>
                  <a:gd name="T24" fmla="*/ 4 w 63"/>
                  <a:gd name="T25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162">
                    <a:moveTo>
                      <a:pt x="4" y="0"/>
                    </a:moveTo>
                    <a:cubicBezTo>
                      <a:pt x="6" y="10"/>
                      <a:pt x="6" y="10"/>
                      <a:pt x="6" y="10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27" y="58"/>
                      <a:pt x="37" y="73"/>
                      <a:pt x="29" y="85"/>
                    </a:cubicBezTo>
                    <a:cubicBezTo>
                      <a:pt x="21" y="98"/>
                      <a:pt x="13" y="117"/>
                      <a:pt x="11" y="129"/>
                    </a:cubicBezTo>
                    <a:cubicBezTo>
                      <a:pt x="10" y="141"/>
                      <a:pt x="0" y="153"/>
                      <a:pt x="0" y="153"/>
                    </a:cubicBezTo>
                    <a:cubicBezTo>
                      <a:pt x="22" y="162"/>
                      <a:pt x="22" y="162"/>
                      <a:pt x="22" y="162"/>
                    </a:cubicBezTo>
                    <a:cubicBezTo>
                      <a:pt x="22" y="162"/>
                      <a:pt x="24" y="143"/>
                      <a:pt x="30" y="135"/>
                    </a:cubicBezTo>
                    <a:cubicBezTo>
                      <a:pt x="37" y="126"/>
                      <a:pt x="57" y="87"/>
                      <a:pt x="57" y="87"/>
                    </a:cubicBezTo>
                    <a:cubicBezTo>
                      <a:pt x="57" y="87"/>
                      <a:pt x="63" y="82"/>
                      <a:pt x="62" y="64"/>
                    </a:cubicBezTo>
                    <a:cubicBezTo>
                      <a:pt x="60" y="47"/>
                      <a:pt x="60" y="35"/>
                      <a:pt x="60" y="35"/>
                    </a:cubicBezTo>
                    <a:cubicBezTo>
                      <a:pt x="58" y="8"/>
                      <a:pt x="58" y="8"/>
                      <a:pt x="58" y="8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2F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7" name="îŝ1iḑê" descr="6b4bb563-4182-420d-a59e-91edd835120d">
                <a:extLst>
                  <a:ext uri="{FF2B5EF4-FFF2-40B4-BE49-F238E27FC236}">
                    <a16:creationId xmlns:a16="http://schemas.microsoft.com/office/drawing/2014/main" id="{6E7E9AEC-6BB1-4F0F-A827-057F197BFF17}"/>
                  </a:ext>
                </a:extLst>
              </p:cNvPr>
              <p:cNvSpPr/>
              <p:nvPr/>
            </p:nvSpPr>
            <p:spPr bwMode="auto">
              <a:xfrm>
                <a:off x="3489957" y="4004694"/>
                <a:ext cx="52085" cy="126333"/>
              </a:xfrm>
              <a:custGeom>
                <a:avLst/>
                <a:gdLst>
                  <a:gd name="T0" fmla="*/ 21 w 62"/>
                  <a:gd name="T1" fmla="*/ 35 h 150"/>
                  <a:gd name="T2" fmla="*/ 27 w 62"/>
                  <a:gd name="T3" fmla="*/ 48 h 150"/>
                  <a:gd name="T4" fmla="*/ 32 w 62"/>
                  <a:gd name="T5" fmla="*/ 64 h 150"/>
                  <a:gd name="T6" fmla="*/ 29 w 62"/>
                  <a:gd name="T7" fmla="*/ 75 h 150"/>
                  <a:gd name="T8" fmla="*/ 11 w 62"/>
                  <a:gd name="T9" fmla="*/ 119 h 150"/>
                  <a:gd name="T10" fmla="*/ 0 w 62"/>
                  <a:gd name="T11" fmla="*/ 142 h 150"/>
                  <a:gd name="T12" fmla="*/ 2 w 62"/>
                  <a:gd name="T13" fmla="*/ 141 h 150"/>
                  <a:gd name="T14" fmla="*/ 11 w 62"/>
                  <a:gd name="T15" fmla="*/ 147 h 150"/>
                  <a:gd name="T16" fmla="*/ 17 w 62"/>
                  <a:gd name="T17" fmla="*/ 150 h 150"/>
                  <a:gd name="T18" fmla="*/ 17 w 62"/>
                  <a:gd name="T19" fmla="*/ 150 h 150"/>
                  <a:gd name="T20" fmla="*/ 18 w 62"/>
                  <a:gd name="T21" fmla="*/ 149 h 150"/>
                  <a:gd name="T22" fmla="*/ 21 w 62"/>
                  <a:gd name="T23" fmla="*/ 148 h 150"/>
                  <a:gd name="T24" fmla="*/ 23 w 62"/>
                  <a:gd name="T25" fmla="*/ 148 h 150"/>
                  <a:gd name="T26" fmla="*/ 30 w 62"/>
                  <a:gd name="T27" fmla="*/ 125 h 150"/>
                  <a:gd name="T28" fmla="*/ 57 w 62"/>
                  <a:gd name="T29" fmla="*/ 77 h 150"/>
                  <a:gd name="T30" fmla="*/ 62 w 62"/>
                  <a:gd name="T31" fmla="*/ 59 h 150"/>
                  <a:gd name="T32" fmla="*/ 62 w 62"/>
                  <a:gd name="T33" fmla="*/ 54 h 150"/>
                  <a:gd name="T34" fmla="*/ 61 w 62"/>
                  <a:gd name="T35" fmla="*/ 37 h 150"/>
                  <a:gd name="T36" fmla="*/ 21 w 62"/>
                  <a:gd name="T37" fmla="*/ 35 h 150"/>
                  <a:gd name="T38" fmla="*/ 6 w 62"/>
                  <a:gd name="T39" fmla="*/ 0 h 150"/>
                  <a:gd name="T40" fmla="*/ 10 w 62"/>
                  <a:gd name="T41" fmla="*/ 11 h 150"/>
                  <a:gd name="T42" fmla="*/ 34 w 62"/>
                  <a:gd name="T43" fmla="*/ 9 h 150"/>
                  <a:gd name="T44" fmla="*/ 6 w 62"/>
                  <a:gd name="T4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2" h="150">
                    <a:moveTo>
                      <a:pt x="21" y="35"/>
                    </a:moveTo>
                    <a:cubicBezTo>
                      <a:pt x="27" y="48"/>
                      <a:pt x="27" y="48"/>
                      <a:pt x="27" y="48"/>
                    </a:cubicBezTo>
                    <a:cubicBezTo>
                      <a:pt x="27" y="48"/>
                      <a:pt x="32" y="55"/>
                      <a:pt x="32" y="64"/>
                    </a:cubicBezTo>
                    <a:cubicBezTo>
                      <a:pt x="32" y="68"/>
                      <a:pt x="31" y="71"/>
                      <a:pt x="29" y="75"/>
                    </a:cubicBezTo>
                    <a:cubicBezTo>
                      <a:pt x="21" y="88"/>
                      <a:pt x="13" y="107"/>
                      <a:pt x="11" y="119"/>
                    </a:cubicBezTo>
                    <a:cubicBezTo>
                      <a:pt x="10" y="129"/>
                      <a:pt x="3" y="139"/>
                      <a:pt x="0" y="142"/>
                    </a:cubicBezTo>
                    <a:cubicBezTo>
                      <a:pt x="1" y="142"/>
                      <a:pt x="2" y="141"/>
                      <a:pt x="2" y="141"/>
                    </a:cubicBezTo>
                    <a:cubicBezTo>
                      <a:pt x="2" y="141"/>
                      <a:pt x="7" y="145"/>
                      <a:pt x="11" y="147"/>
                    </a:cubicBezTo>
                    <a:cubicBezTo>
                      <a:pt x="17" y="150"/>
                      <a:pt x="17" y="150"/>
                      <a:pt x="17" y="150"/>
                    </a:cubicBezTo>
                    <a:cubicBezTo>
                      <a:pt x="17" y="150"/>
                      <a:pt x="17" y="150"/>
                      <a:pt x="17" y="150"/>
                    </a:cubicBezTo>
                    <a:cubicBezTo>
                      <a:pt x="18" y="150"/>
                      <a:pt x="18" y="150"/>
                      <a:pt x="18" y="149"/>
                    </a:cubicBezTo>
                    <a:cubicBezTo>
                      <a:pt x="19" y="148"/>
                      <a:pt x="19" y="148"/>
                      <a:pt x="21" y="148"/>
                    </a:cubicBezTo>
                    <a:cubicBezTo>
                      <a:pt x="21" y="148"/>
                      <a:pt x="22" y="148"/>
                      <a:pt x="23" y="148"/>
                    </a:cubicBezTo>
                    <a:cubicBezTo>
                      <a:pt x="24" y="142"/>
                      <a:pt x="26" y="131"/>
                      <a:pt x="30" y="125"/>
                    </a:cubicBezTo>
                    <a:cubicBezTo>
                      <a:pt x="37" y="116"/>
                      <a:pt x="57" y="77"/>
                      <a:pt x="57" y="77"/>
                    </a:cubicBezTo>
                    <a:cubicBezTo>
                      <a:pt x="57" y="77"/>
                      <a:pt x="62" y="73"/>
                      <a:pt x="62" y="59"/>
                    </a:cubicBezTo>
                    <a:cubicBezTo>
                      <a:pt x="62" y="58"/>
                      <a:pt x="62" y="56"/>
                      <a:pt x="62" y="54"/>
                    </a:cubicBezTo>
                    <a:cubicBezTo>
                      <a:pt x="61" y="48"/>
                      <a:pt x="61" y="42"/>
                      <a:pt x="61" y="37"/>
                    </a:cubicBezTo>
                    <a:cubicBezTo>
                      <a:pt x="21" y="35"/>
                      <a:pt x="21" y="35"/>
                      <a:pt x="21" y="35"/>
                    </a:cubicBezTo>
                    <a:moveTo>
                      <a:pt x="6" y="0"/>
                    </a:moveTo>
                    <a:cubicBezTo>
                      <a:pt x="10" y="11"/>
                      <a:pt x="10" y="11"/>
                      <a:pt x="10" y="11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8" name="îṣ1ïḋe" descr="5fa66f32-fb35-4db9-aa42-92f2b9875707">
                <a:extLst>
                  <a:ext uri="{FF2B5EF4-FFF2-40B4-BE49-F238E27FC236}">
                    <a16:creationId xmlns:a16="http://schemas.microsoft.com/office/drawing/2014/main" id="{18FDE958-5521-4407-BF92-6766B7833414}"/>
                  </a:ext>
                </a:extLst>
              </p:cNvPr>
              <p:cNvSpPr/>
              <p:nvPr/>
            </p:nvSpPr>
            <p:spPr bwMode="auto">
              <a:xfrm>
                <a:off x="3471118" y="4123270"/>
                <a:ext cx="53193" cy="46544"/>
              </a:xfrm>
              <a:custGeom>
                <a:avLst/>
                <a:gdLst>
                  <a:gd name="T0" fmla="*/ 24 w 63"/>
                  <a:gd name="T1" fmla="*/ 0 h 55"/>
                  <a:gd name="T2" fmla="*/ 8 w 63"/>
                  <a:gd name="T3" fmla="*/ 20 h 55"/>
                  <a:gd name="T4" fmla="*/ 52 w 63"/>
                  <a:gd name="T5" fmla="*/ 54 h 55"/>
                  <a:gd name="T6" fmla="*/ 58 w 63"/>
                  <a:gd name="T7" fmla="*/ 45 h 55"/>
                  <a:gd name="T8" fmla="*/ 50 w 63"/>
                  <a:gd name="T9" fmla="*/ 37 h 55"/>
                  <a:gd name="T10" fmla="*/ 49 w 63"/>
                  <a:gd name="T11" fmla="*/ 13 h 55"/>
                  <a:gd name="T12" fmla="*/ 40 w 63"/>
                  <a:gd name="T13" fmla="*/ 8 h 55"/>
                  <a:gd name="T14" fmla="*/ 24 w 63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" h="55">
                    <a:moveTo>
                      <a:pt x="24" y="0"/>
                    </a:moveTo>
                    <a:cubicBezTo>
                      <a:pt x="24" y="0"/>
                      <a:pt x="0" y="8"/>
                      <a:pt x="8" y="20"/>
                    </a:cubicBezTo>
                    <a:cubicBezTo>
                      <a:pt x="16" y="32"/>
                      <a:pt x="42" y="55"/>
                      <a:pt x="52" y="54"/>
                    </a:cubicBezTo>
                    <a:cubicBezTo>
                      <a:pt x="63" y="53"/>
                      <a:pt x="58" y="45"/>
                      <a:pt x="58" y="45"/>
                    </a:cubicBezTo>
                    <a:cubicBezTo>
                      <a:pt x="50" y="37"/>
                      <a:pt x="50" y="37"/>
                      <a:pt x="50" y="37"/>
                    </a:cubicBezTo>
                    <a:cubicBezTo>
                      <a:pt x="49" y="29"/>
                      <a:pt x="49" y="21"/>
                      <a:pt x="49" y="13"/>
                    </a:cubicBezTo>
                    <a:cubicBezTo>
                      <a:pt x="49" y="8"/>
                      <a:pt x="41" y="5"/>
                      <a:pt x="40" y="8"/>
                    </a:cubicBezTo>
                    <a:cubicBezTo>
                      <a:pt x="39" y="12"/>
                      <a:pt x="24" y="0"/>
                      <a:pt x="24" y="0"/>
                    </a:cubicBezTo>
                  </a:path>
                </a:pathLst>
              </a:custGeom>
              <a:solidFill>
                <a:srgbClr val="F86D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39" name="íSľîḋè" descr="170785d1-53ed-4855-92cc-b61ed7f078e6">
                <a:extLst>
                  <a:ext uri="{FF2B5EF4-FFF2-40B4-BE49-F238E27FC236}">
                    <a16:creationId xmlns:a16="http://schemas.microsoft.com/office/drawing/2014/main" id="{D3514585-F87A-42A6-8EEA-FDC47226BD08}"/>
                  </a:ext>
                </a:extLst>
              </p:cNvPr>
              <p:cNvSpPr/>
              <p:nvPr/>
            </p:nvSpPr>
            <p:spPr bwMode="auto">
              <a:xfrm>
                <a:off x="3477767" y="3942636"/>
                <a:ext cx="103061" cy="94196"/>
              </a:xfrm>
              <a:custGeom>
                <a:avLst/>
                <a:gdLst>
                  <a:gd name="T0" fmla="*/ 31 w 122"/>
                  <a:gd name="T1" fmla="*/ 0 h 111"/>
                  <a:gd name="T2" fmla="*/ 12 w 122"/>
                  <a:gd name="T3" fmla="*/ 2 h 111"/>
                  <a:gd name="T4" fmla="*/ 6 w 122"/>
                  <a:gd name="T5" fmla="*/ 9 h 111"/>
                  <a:gd name="T6" fmla="*/ 5 w 122"/>
                  <a:gd name="T7" fmla="*/ 31 h 111"/>
                  <a:gd name="T8" fmla="*/ 20 w 122"/>
                  <a:gd name="T9" fmla="*/ 73 h 111"/>
                  <a:gd name="T10" fmla="*/ 48 w 122"/>
                  <a:gd name="T11" fmla="*/ 82 h 111"/>
                  <a:gd name="T12" fmla="*/ 2 w 122"/>
                  <a:gd name="T13" fmla="*/ 86 h 111"/>
                  <a:gd name="T14" fmla="*/ 4 w 122"/>
                  <a:gd name="T15" fmla="*/ 111 h 111"/>
                  <a:gd name="T16" fmla="*/ 11 w 122"/>
                  <a:gd name="T17" fmla="*/ 107 h 111"/>
                  <a:gd name="T18" fmla="*/ 97 w 122"/>
                  <a:gd name="T19" fmla="*/ 111 h 111"/>
                  <a:gd name="T20" fmla="*/ 105 w 122"/>
                  <a:gd name="T21" fmla="*/ 82 h 111"/>
                  <a:gd name="T22" fmla="*/ 53 w 122"/>
                  <a:gd name="T23" fmla="*/ 29 h 111"/>
                  <a:gd name="T24" fmla="*/ 53 w 122"/>
                  <a:gd name="T25" fmla="*/ 8 h 111"/>
                  <a:gd name="T26" fmla="*/ 50 w 122"/>
                  <a:gd name="T27" fmla="*/ 2 h 111"/>
                  <a:gd name="T28" fmla="*/ 31 w 122"/>
                  <a:gd name="T29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2" h="111">
                    <a:moveTo>
                      <a:pt x="31" y="0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8" y="2"/>
                      <a:pt x="6" y="5"/>
                      <a:pt x="6" y="9"/>
                    </a:cubicBezTo>
                    <a:cubicBezTo>
                      <a:pt x="6" y="16"/>
                      <a:pt x="6" y="29"/>
                      <a:pt x="5" y="31"/>
                    </a:cubicBezTo>
                    <a:cubicBezTo>
                      <a:pt x="0" y="47"/>
                      <a:pt x="6" y="64"/>
                      <a:pt x="20" y="73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2" y="86"/>
                      <a:pt x="2" y="86"/>
                      <a:pt x="2" y="86"/>
                    </a:cubicBezTo>
                    <a:cubicBezTo>
                      <a:pt x="4" y="111"/>
                      <a:pt x="4" y="111"/>
                      <a:pt x="4" y="111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97" y="111"/>
                      <a:pt x="97" y="111"/>
                      <a:pt x="97" y="111"/>
                    </a:cubicBezTo>
                    <a:cubicBezTo>
                      <a:pt x="97" y="111"/>
                      <a:pt x="122" y="108"/>
                      <a:pt x="105" y="82"/>
                    </a:cubicBezTo>
                    <a:cubicBezTo>
                      <a:pt x="89" y="55"/>
                      <a:pt x="53" y="29"/>
                      <a:pt x="53" y="29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31" y="0"/>
                      <a:pt x="31" y="0"/>
                      <a:pt x="31" y="0"/>
                    </a:cubicBezTo>
                  </a:path>
                </a:pathLst>
              </a:custGeom>
              <a:solidFill>
                <a:srgbClr val="2F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0" name="îṥ1iḍé" descr="03ac5266-f1bb-488e-907c-0c710b4bc541">
                <a:extLst>
                  <a:ext uri="{FF2B5EF4-FFF2-40B4-BE49-F238E27FC236}">
                    <a16:creationId xmlns:a16="http://schemas.microsoft.com/office/drawing/2014/main" id="{E0440D4F-4E9A-4552-ABCA-A34908E1EBCA}"/>
                  </a:ext>
                </a:extLst>
              </p:cNvPr>
              <p:cNvSpPr/>
              <p:nvPr/>
            </p:nvSpPr>
            <p:spPr bwMode="auto">
              <a:xfrm>
                <a:off x="3524310" y="4010235"/>
                <a:ext cx="16623" cy="2216"/>
              </a:xfrm>
              <a:custGeom>
                <a:avLst/>
                <a:gdLst>
                  <a:gd name="T0" fmla="*/ 9 w 19"/>
                  <a:gd name="T1" fmla="*/ 0 h 2"/>
                  <a:gd name="T2" fmla="*/ 0 w 19"/>
                  <a:gd name="T3" fmla="*/ 2 h 2"/>
                  <a:gd name="T4" fmla="*/ 19 w 19"/>
                  <a:gd name="T5" fmla="*/ 2 h 2"/>
                  <a:gd name="T6" fmla="*/ 9 w 19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">
                    <a:moveTo>
                      <a:pt x="9" y="0"/>
                    </a:moveTo>
                    <a:cubicBezTo>
                      <a:pt x="6" y="0"/>
                      <a:pt x="3" y="0"/>
                      <a:pt x="0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6" y="0"/>
                      <a:pt x="13" y="0"/>
                      <a:pt x="9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1" name="ïŝľïḍê" descr="302bc0da-7c96-4ec5-be98-a2ea2e3e8751">
                <a:extLst>
                  <a:ext uri="{FF2B5EF4-FFF2-40B4-BE49-F238E27FC236}">
                    <a16:creationId xmlns:a16="http://schemas.microsoft.com/office/drawing/2014/main" id="{DE0868F6-9947-481A-BCA7-B2EFE8AFE9D0}"/>
                  </a:ext>
                </a:extLst>
              </p:cNvPr>
              <p:cNvSpPr/>
              <p:nvPr/>
            </p:nvSpPr>
            <p:spPr bwMode="auto">
              <a:xfrm>
                <a:off x="3457820" y="4011343"/>
                <a:ext cx="31029" cy="53193"/>
              </a:xfrm>
              <a:custGeom>
                <a:avLst/>
                <a:gdLst>
                  <a:gd name="T0" fmla="*/ 29 w 37"/>
                  <a:gd name="T1" fmla="*/ 4 h 63"/>
                  <a:gd name="T2" fmla="*/ 0 w 37"/>
                  <a:gd name="T3" fmla="*/ 6 h 63"/>
                  <a:gd name="T4" fmla="*/ 18 w 37"/>
                  <a:gd name="T5" fmla="*/ 60 h 63"/>
                  <a:gd name="T6" fmla="*/ 25 w 37"/>
                  <a:gd name="T7" fmla="*/ 39 h 63"/>
                  <a:gd name="T8" fmla="*/ 36 w 37"/>
                  <a:gd name="T9" fmla="*/ 29 h 63"/>
                  <a:gd name="T10" fmla="*/ 30 w 37"/>
                  <a:gd name="T11" fmla="*/ 24 h 63"/>
                  <a:gd name="T12" fmla="*/ 29 w 37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63">
                    <a:moveTo>
                      <a:pt x="29" y="4"/>
                    </a:moveTo>
                    <a:cubicBezTo>
                      <a:pt x="29" y="4"/>
                      <a:pt x="1" y="0"/>
                      <a:pt x="0" y="6"/>
                    </a:cubicBezTo>
                    <a:cubicBezTo>
                      <a:pt x="0" y="11"/>
                      <a:pt x="4" y="63"/>
                      <a:pt x="18" y="60"/>
                    </a:cubicBezTo>
                    <a:cubicBezTo>
                      <a:pt x="31" y="56"/>
                      <a:pt x="25" y="39"/>
                      <a:pt x="25" y="39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6" y="29"/>
                      <a:pt x="37" y="24"/>
                      <a:pt x="30" y="24"/>
                    </a:cubicBezTo>
                    <a:cubicBezTo>
                      <a:pt x="29" y="4"/>
                      <a:pt x="29" y="4"/>
                      <a:pt x="29" y="4"/>
                    </a:cubicBezTo>
                  </a:path>
                </a:pathLst>
              </a:custGeom>
              <a:solidFill>
                <a:srgbClr val="F86D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2" name="ïśļïḑé" descr="d1428900-4862-4b0c-99c5-4f4462166860">
                <a:extLst>
                  <a:ext uri="{FF2B5EF4-FFF2-40B4-BE49-F238E27FC236}">
                    <a16:creationId xmlns:a16="http://schemas.microsoft.com/office/drawing/2014/main" id="{02E8C388-3378-4111-8D75-669A3BFFAE7D}"/>
                  </a:ext>
                </a:extLst>
              </p:cNvPr>
              <p:cNvSpPr/>
              <p:nvPr/>
            </p:nvSpPr>
            <p:spPr bwMode="auto">
              <a:xfrm>
                <a:off x="3516553" y="3878362"/>
                <a:ext cx="53193" cy="56518"/>
              </a:xfrm>
              <a:custGeom>
                <a:avLst/>
                <a:gdLst>
                  <a:gd name="T0" fmla="*/ 5 w 62"/>
                  <a:gd name="T1" fmla="*/ 16 h 67"/>
                  <a:gd name="T2" fmla="*/ 16 w 62"/>
                  <a:gd name="T3" fmla="*/ 28 h 67"/>
                  <a:gd name="T4" fmla="*/ 27 w 62"/>
                  <a:gd name="T5" fmla="*/ 25 h 67"/>
                  <a:gd name="T6" fmla="*/ 43 w 62"/>
                  <a:gd name="T7" fmla="*/ 0 h 67"/>
                  <a:gd name="T8" fmla="*/ 59 w 62"/>
                  <a:gd name="T9" fmla="*/ 8 h 67"/>
                  <a:gd name="T10" fmla="*/ 30 w 62"/>
                  <a:gd name="T11" fmla="*/ 52 h 67"/>
                  <a:gd name="T12" fmla="*/ 4 w 62"/>
                  <a:gd name="T13" fmla="*/ 49 h 67"/>
                  <a:gd name="T14" fmla="*/ 0 w 62"/>
                  <a:gd name="T15" fmla="*/ 47 h 67"/>
                  <a:gd name="T16" fmla="*/ 5 w 62"/>
                  <a:gd name="T17" fmla="*/ 1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67">
                    <a:moveTo>
                      <a:pt x="5" y="16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8"/>
                      <a:pt x="21" y="34"/>
                      <a:pt x="27" y="25"/>
                    </a:cubicBezTo>
                    <a:cubicBezTo>
                      <a:pt x="33" y="16"/>
                      <a:pt x="43" y="0"/>
                      <a:pt x="43" y="0"/>
                    </a:cubicBezTo>
                    <a:cubicBezTo>
                      <a:pt x="43" y="0"/>
                      <a:pt x="55" y="10"/>
                      <a:pt x="59" y="8"/>
                    </a:cubicBezTo>
                    <a:cubicBezTo>
                      <a:pt x="62" y="6"/>
                      <a:pt x="30" y="52"/>
                      <a:pt x="30" y="52"/>
                    </a:cubicBezTo>
                    <a:cubicBezTo>
                      <a:pt x="30" y="52"/>
                      <a:pt x="19" y="67"/>
                      <a:pt x="4" y="49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5" y="16"/>
                      <a:pt x="5" y="16"/>
                      <a:pt x="5" y="16"/>
                    </a:cubicBezTo>
                  </a:path>
                </a:pathLst>
              </a:custGeom>
              <a:solidFill>
                <a:srgbClr val="F86D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3" name="îş1îḋê" descr="63838e75-5bef-4ea1-8f94-2ecec2f27b8b">
                <a:extLst>
                  <a:ext uri="{FF2B5EF4-FFF2-40B4-BE49-F238E27FC236}">
                    <a16:creationId xmlns:a16="http://schemas.microsoft.com/office/drawing/2014/main" id="{2C74AB7A-2D4C-410A-BF71-07D4A3343AF4}"/>
                  </a:ext>
                </a:extLst>
              </p:cNvPr>
              <p:cNvSpPr/>
              <p:nvPr/>
            </p:nvSpPr>
            <p:spPr bwMode="auto">
              <a:xfrm>
                <a:off x="3519878" y="3878362"/>
                <a:ext cx="46544" cy="48760"/>
              </a:xfrm>
              <a:custGeom>
                <a:avLst/>
                <a:gdLst>
                  <a:gd name="T0" fmla="*/ 0 w 55"/>
                  <a:gd name="T1" fmla="*/ 48 h 58"/>
                  <a:gd name="T2" fmla="*/ 0 w 55"/>
                  <a:gd name="T3" fmla="*/ 49 h 58"/>
                  <a:gd name="T4" fmla="*/ 0 w 55"/>
                  <a:gd name="T5" fmla="*/ 49 h 58"/>
                  <a:gd name="T6" fmla="*/ 15 w 55"/>
                  <a:gd name="T7" fmla="*/ 58 h 58"/>
                  <a:gd name="T8" fmla="*/ 15 w 55"/>
                  <a:gd name="T9" fmla="*/ 58 h 58"/>
                  <a:gd name="T10" fmla="*/ 1 w 55"/>
                  <a:gd name="T11" fmla="*/ 49 h 58"/>
                  <a:gd name="T12" fmla="*/ 0 w 55"/>
                  <a:gd name="T13" fmla="*/ 48 h 58"/>
                  <a:gd name="T14" fmla="*/ 55 w 55"/>
                  <a:gd name="T15" fmla="*/ 8 h 58"/>
                  <a:gd name="T16" fmla="*/ 55 w 55"/>
                  <a:gd name="T17" fmla="*/ 8 h 58"/>
                  <a:gd name="T18" fmla="*/ 54 w 55"/>
                  <a:gd name="T19" fmla="*/ 8 h 58"/>
                  <a:gd name="T20" fmla="*/ 54 w 55"/>
                  <a:gd name="T21" fmla="*/ 8 h 58"/>
                  <a:gd name="T22" fmla="*/ 55 w 55"/>
                  <a:gd name="T23" fmla="*/ 8 h 58"/>
                  <a:gd name="T24" fmla="*/ 55 w 55"/>
                  <a:gd name="T25" fmla="*/ 8 h 58"/>
                  <a:gd name="T26" fmla="*/ 40 w 55"/>
                  <a:gd name="T27" fmla="*/ 0 h 58"/>
                  <a:gd name="T28" fmla="*/ 23 w 55"/>
                  <a:gd name="T29" fmla="*/ 25 h 58"/>
                  <a:gd name="T30" fmla="*/ 17 w 55"/>
                  <a:gd name="T31" fmla="*/ 30 h 58"/>
                  <a:gd name="T32" fmla="*/ 17 w 55"/>
                  <a:gd name="T33" fmla="*/ 30 h 58"/>
                  <a:gd name="T34" fmla="*/ 24 w 55"/>
                  <a:gd name="T35" fmla="*/ 25 h 58"/>
                  <a:gd name="T36" fmla="*/ 40 w 55"/>
                  <a:gd name="T37" fmla="*/ 0 h 58"/>
                  <a:gd name="T38" fmla="*/ 40 w 55"/>
                  <a:gd name="T3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5" h="58">
                    <a:moveTo>
                      <a:pt x="0" y="48"/>
                    </a:moveTo>
                    <a:cubicBezTo>
                      <a:pt x="0" y="48"/>
                      <a:pt x="0" y="49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6" y="56"/>
                      <a:pt x="11" y="58"/>
                      <a:pt x="15" y="58"/>
                    </a:cubicBezTo>
                    <a:cubicBezTo>
                      <a:pt x="15" y="58"/>
                      <a:pt x="15" y="58"/>
                      <a:pt x="15" y="58"/>
                    </a:cubicBezTo>
                    <a:cubicBezTo>
                      <a:pt x="11" y="58"/>
                      <a:pt x="7" y="55"/>
                      <a:pt x="1" y="49"/>
                    </a:cubicBezTo>
                    <a:cubicBezTo>
                      <a:pt x="0" y="48"/>
                      <a:pt x="0" y="48"/>
                      <a:pt x="0" y="48"/>
                    </a:cubicBezTo>
                    <a:moveTo>
                      <a:pt x="55" y="8"/>
                    </a:moveTo>
                    <a:cubicBezTo>
                      <a:pt x="55" y="8"/>
                      <a:pt x="55" y="8"/>
                      <a:pt x="55" y="8"/>
                    </a:cubicBezTo>
                    <a:cubicBezTo>
                      <a:pt x="55" y="8"/>
                      <a:pt x="54" y="8"/>
                      <a:pt x="54" y="8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5" y="8"/>
                      <a:pt x="55" y="8"/>
                      <a:pt x="55" y="8"/>
                    </a:cubicBezTo>
                    <a:moveTo>
                      <a:pt x="40" y="0"/>
                    </a:moveTo>
                    <a:cubicBezTo>
                      <a:pt x="40" y="0"/>
                      <a:pt x="29" y="16"/>
                      <a:pt x="23" y="25"/>
                    </a:cubicBezTo>
                    <a:cubicBezTo>
                      <a:pt x="21" y="29"/>
                      <a:pt x="19" y="30"/>
                      <a:pt x="17" y="30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30"/>
                      <a:pt x="21" y="29"/>
                      <a:pt x="24" y="25"/>
                    </a:cubicBezTo>
                    <a:cubicBezTo>
                      <a:pt x="29" y="17"/>
                      <a:pt x="38" y="3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4" name="isľíḍè" descr="1c969926-4e08-4bdc-9aab-f00009d572ac">
                <a:extLst>
                  <a:ext uri="{FF2B5EF4-FFF2-40B4-BE49-F238E27FC236}">
                    <a16:creationId xmlns:a16="http://schemas.microsoft.com/office/drawing/2014/main" id="{5CB16D33-5975-41DF-B979-F0EC6ECAA007}"/>
                  </a:ext>
                </a:extLst>
              </p:cNvPr>
              <p:cNvSpPr/>
              <p:nvPr/>
            </p:nvSpPr>
            <p:spPr bwMode="auto">
              <a:xfrm>
                <a:off x="3518770" y="3878362"/>
                <a:ext cx="47652" cy="48760"/>
              </a:xfrm>
              <a:custGeom>
                <a:avLst/>
                <a:gdLst>
                  <a:gd name="T0" fmla="*/ 41 w 56"/>
                  <a:gd name="T1" fmla="*/ 0 h 58"/>
                  <a:gd name="T2" fmla="*/ 25 w 56"/>
                  <a:gd name="T3" fmla="*/ 25 h 58"/>
                  <a:gd name="T4" fmla="*/ 18 w 56"/>
                  <a:gd name="T5" fmla="*/ 30 h 58"/>
                  <a:gd name="T6" fmla="*/ 18 w 56"/>
                  <a:gd name="T7" fmla="*/ 30 h 58"/>
                  <a:gd name="T8" fmla="*/ 18 w 56"/>
                  <a:gd name="T9" fmla="*/ 30 h 58"/>
                  <a:gd name="T10" fmla="*/ 14 w 56"/>
                  <a:gd name="T11" fmla="*/ 28 h 58"/>
                  <a:gd name="T12" fmla="*/ 7 w 56"/>
                  <a:gd name="T13" fmla="*/ 21 h 58"/>
                  <a:gd name="T14" fmla="*/ 3 w 56"/>
                  <a:gd name="T15" fmla="*/ 29 h 58"/>
                  <a:gd name="T16" fmla="*/ 0 w 56"/>
                  <a:gd name="T17" fmla="*/ 40 h 58"/>
                  <a:gd name="T18" fmla="*/ 1 w 56"/>
                  <a:gd name="T19" fmla="*/ 48 h 58"/>
                  <a:gd name="T20" fmla="*/ 2 w 56"/>
                  <a:gd name="T21" fmla="*/ 49 h 58"/>
                  <a:gd name="T22" fmla="*/ 16 w 56"/>
                  <a:gd name="T23" fmla="*/ 58 h 58"/>
                  <a:gd name="T24" fmla="*/ 27 w 56"/>
                  <a:gd name="T25" fmla="*/ 52 h 58"/>
                  <a:gd name="T26" fmla="*/ 56 w 56"/>
                  <a:gd name="T27" fmla="*/ 8 h 58"/>
                  <a:gd name="T28" fmla="*/ 55 w 56"/>
                  <a:gd name="T29" fmla="*/ 8 h 58"/>
                  <a:gd name="T30" fmla="*/ 55 w 56"/>
                  <a:gd name="T31" fmla="*/ 8 h 58"/>
                  <a:gd name="T32" fmla="*/ 55 w 56"/>
                  <a:gd name="T33" fmla="*/ 8 h 58"/>
                  <a:gd name="T34" fmla="*/ 41 w 56"/>
                  <a:gd name="T3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6" h="58">
                    <a:moveTo>
                      <a:pt x="41" y="0"/>
                    </a:moveTo>
                    <a:cubicBezTo>
                      <a:pt x="39" y="3"/>
                      <a:pt x="30" y="17"/>
                      <a:pt x="25" y="25"/>
                    </a:cubicBezTo>
                    <a:cubicBezTo>
                      <a:pt x="22" y="29"/>
                      <a:pt x="20" y="30"/>
                      <a:pt x="18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5" y="30"/>
                      <a:pt x="14" y="28"/>
                      <a:pt x="14" y="28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5" y="26"/>
                      <a:pt x="3" y="29"/>
                      <a:pt x="3" y="29"/>
                    </a:cubicBezTo>
                    <a:cubicBezTo>
                      <a:pt x="1" y="31"/>
                      <a:pt x="0" y="35"/>
                      <a:pt x="0" y="40"/>
                    </a:cubicBezTo>
                    <a:cubicBezTo>
                      <a:pt x="0" y="42"/>
                      <a:pt x="0" y="45"/>
                      <a:pt x="1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8" y="55"/>
                      <a:pt x="12" y="58"/>
                      <a:pt x="16" y="58"/>
                    </a:cubicBezTo>
                    <a:cubicBezTo>
                      <a:pt x="23" y="58"/>
                      <a:pt x="27" y="52"/>
                      <a:pt x="27" y="52"/>
                    </a:cubicBezTo>
                    <a:cubicBezTo>
                      <a:pt x="27" y="52"/>
                      <a:pt x="54" y="12"/>
                      <a:pt x="56" y="8"/>
                    </a:cubicBezTo>
                    <a:cubicBezTo>
                      <a:pt x="56" y="8"/>
                      <a:pt x="56" y="8"/>
                      <a:pt x="55" y="8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1" y="8"/>
                      <a:pt x="43" y="2"/>
                      <a:pt x="41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5" name="îṣḷïḍé" descr="2c352e34-f983-471d-8a81-eb5944ed33a0">
                <a:extLst>
                  <a:ext uri="{FF2B5EF4-FFF2-40B4-BE49-F238E27FC236}">
                    <a16:creationId xmlns:a16="http://schemas.microsoft.com/office/drawing/2014/main" id="{2CB7DEC6-5B0B-45BD-93CB-22F263CCE0E0}"/>
                  </a:ext>
                </a:extLst>
              </p:cNvPr>
              <p:cNvSpPr/>
              <p:nvPr/>
            </p:nvSpPr>
            <p:spPr bwMode="auto">
              <a:xfrm>
                <a:off x="3473334" y="3808547"/>
                <a:ext cx="38787" cy="38787"/>
              </a:xfrm>
              <a:prstGeom prst="ellipse">
                <a:avLst/>
              </a:prstGeom>
              <a:solidFill>
                <a:srgbClr val="FFC1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6" name="îṡlîḑe" descr="05431acc-2dcd-4dc7-b8fb-6059c7e9198e">
                <a:extLst>
                  <a:ext uri="{FF2B5EF4-FFF2-40B4-BE49-F238E27FC236}">
                    <a16:creationId xmlns:a16="http://schemas.microsoft.com/office/drawing/2014/main" id="{B6431E98-9621-41E9-A1CF-43EF597B5342}"/>
                  </a:ext>
                </a:extLst>
              </p:cNvPr>
              <p:cNvSpPr/>
              <p:nvPr/>
            </p:nvSpPr>
            <p:spPr bwMode="auto">
              <a:xfrm>
                <a:off x="3515445" y="3798573"/>
                <a:ext cx="68707" cy="96412"/>
              </a:xfrm>
              <a:custGeom>
                <a:avLst/>
                <a:gdLst>
                  <a:gd name="T0" fmla="*/ 13 w 81"/>
                  <a:gd name="T1" fmla="*/ 104 h 114"/>
                  <a:gd name="T2" fmla="*/ 11 w 81"/>
                  <a:gd name="T3" fmla="*/ 114 h 114"/>
                  <a:gd name="T4" fmla="*/ 11 w 81"/>
                  <a:gd name="T5" fmla="*/ 114 h 114"/>
                  <a:gd name="T6" fmla="*/ 13 w 81"/>
                  <a:gd name="T7" fmla="*/ 104 h 114"/>
                  <a:gd name="T8" fmla="*/ 81 w 81"/>
                  <a:gd name="T9" fmla="*/ 0 h 114"/>
                  <a:gd name="T10" fmla="*/ 59 w 81"/>
                  <a:gd name="T11" fmla="*/ 30 h 114"/>
                  <a:gd name="T12" fmla="*/ 40 w 81"/>
                  <a:gd name="T13" fmla="*/ 46 h 114"/>
                  <a:gd name="T14" fmla="*/ 2 w 81"/>
                  <a:gd name="T15" fmla="*/ 66 h 114"/>
                  <a:gd name="T16" fmla="*/ 1 w 81"/>
                  <a:gd name="T17" fmla="*/ 74 h 114"/>
                  <a:gd name="T18" fmla="*/ 2 w 81"/>
                  <a:gd name="T19" fmla="*/ 68 h 114"/>
                  <a:gd name="T20" fmla="*/ 40 w 81"/>
                  <a:gd name="T21" fmla="*/ 48 h 114"/>
                  <a:gd name="T22" fmla="*/ 59 w 81"/>
                  <a:gd name="T23" fmla="*/ 31 h 114"/>
                  <a:gd name="T24" fmla="*/ 81 w 81"/>
                  <a:gd name="T25" fmla="*/ 0 h 114"/>
                  <a:gd name="T26" fmla="*/ 81 w 81"/>
                  <a:gd name="T27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1" h="114">
                    <a:moveTo>
                      <a:pt x="13" y="104"/>
                    </a:moveTo>
                    <a:cubicBezTo>
                      <a:pt x="13" y="107"/>
                      <a:pt x="12" y="111"/>
                      <a:pt x="11" y="114"/>
                    </a:cubicBezTo>
                    <a:cubicBezTo>
                      <a:pt x="11" y="114"/>
                      <a:pt x="11" y="114"/>
                      <a:pt x="11" y="114"/>
                    </a:cubicBezTo>
                    <a:cubicBezTo>
                      <a:pt x="12" y="111"/>
                      <a:pt x="13" y="107"/>
                      <a:pt x="13" y="104"/>
                    </a:cubicBezTo>
                    <a:moveTo>
                      <a:pt x="81" y="0"/>
                    </a:moveTo>
                    <a:cubicBezTo>
                      <a:pt x="73" y="9"/>
                      <a:pt x="65" y="19"/>
                      <a:pt x="59" y="30"/>
                    </a:cubicBezTo>
                    <a:cubicBezTo>
                      <a:pt x="48" y="46"/>
                      <a:pt x="40" y="46"/>
                      <a:pt x="40" y="46"/>
                    </a:cubicBezTo>
                    <a:cubicBezTo>
                      <a:pt x="2" y="66"/>
                      <a:pt x="2" y="66"/>
                      <a:pt x="2" y="66"/>
                    </a:cubicBezTo>
                    <a:cubicBezTo>
                      <a:pt x="2" y="66"/>
                      <a:pt x="0" y="70"/>
                      <a:pt x="1" y="74"/>
                    </a:cubicBezTo>
                    <a:cubicBezTo>
                      <a:pt x="1" y="71"/>
                      <a:pt x="2" y="68"/>
                      <a:pt x="2" y="6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8" y="48"/>
                      <a:pt x="59" y="31"/>
                    </a:cubicBezTo>
                    <a:cubicBezTo>
                      <a:pt x="65" y="20"/>
                      <a:pt x="73" y="10"/>
                      <a:pt x="81" y="0"/>
                    </a:cubicBezTo>
                    <a:cubicBezTo>
                      <a:pt x="81" y="0"/>
                      <a:pt x="81" y="0"/>
                      <a:pt x="81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7" name="iŝlíḋê" descr="1d986ccb-167f-4839-9ee4-6a9993239be7">
                <a:extLst>
                  <a:ext uri="{FF2B5EF4-FFF2-40B4-BE49-F238E27FC236}">
                    <a16:creationId xmlns:a16="http://schemas.microsoft.com/office/drawing/2014/main" id="{8C47B25E-5294-49CA-A348-A3B5A2751A90}"/>
                  </a:ext>
                </a:extLst>
              </p:cNvPr>
              <p:cNvSpPr/>
              <p:nvPr/>
            </p:nvSpPr>
            <p:spPr bwMode="auto">
              <a:xfrm>
                <a:off x="3523202" y="3894985"/>
                <a:ext cx="1109" cy="1109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  <a:gd name="T8" fmla="*/ 1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8" name="ïšļíḍè" descr="16020099-9537-48a0-931a-5e494c0c8372">
                <a:extLst>
                  <a:ext uri="{FF2B5EF4-FFF2-40B4-BE49-F238E27FC236}">
                    <a16:creationId xmlns:a16="http://schemas.microsoft.com/office/drawing/2014/main" id="{CEF030BE-179B-40E6-8903-05B1D0ABA3A4}"/>
                  </a:ext>
                </a:extLst>
              </p:cNvPr>
              <p:cNvSpPr/>
              <p:nvPr/>
            </p:nvSpPr>
            <p:spPr bwMode="auto">
              <a:xfrm>
                <a:off x="3518770" y="3894985"/>
                <a:ext cx="5541" cy="16623"/>
              </a:xfrm>
              <a:custGeom>
                <a:avLst/>
                <a:gdLst>
                  <a:gd name="T0" fmla="*/ 6 w 7"/>
                  <a:gd name="T1" fmla="*/ 0 h 20"/>
                  <a:gd name="T2" fmla="*/ 3 w 7"/>
                  <a:gd name="T3" fmla="*/ 7 h 20"/>
                  <a:gd name="T4" fmla="*/ 0 w 7"/>
                  <a:gd name="T5" fmla="*/ 20 h 20"/>
                  <a:gd name="T6" fmla="*/ 3 w 7"/>
                  <a:gd name="T7" fmla="*/ 9 h 20"/>
                  <a:gd name="T8" fmla="*/ 7 w 7"/>
                  <a:gd name="T9" fmla="*/ 1 h 20"/>
                  <a:gd name="T10" fmla="*/ 6 w 7"/>
                  <a:gd name="T1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0">
                    <a:moveTo>
                      <a:pt x="6" y="0"/>
                    </a:moveTo>
                    <a:cubicBezTo>
                      <a:pt x="5" y="5"/>
                      <a:pt x="3" y="7"/>
                      <a:pt x="3" y="7"/>
                    </a:cubicBezTo>
                    <a:cubicBezTo>
                      <a:pt x="1" y="9"/>
                      <a:pt x="0" y="14"/>
                      <a:pt x="0" y="20"/>
                    </a:cubicBezTo>
                    <a:cubicBezTo>
                      <a:pt x="0" y="15"/>
                      <a:pt x="1" y="11"/>
                      <a:pt x="3" y="9"/>
                    </a:cubicBezTo>
                    <a:cubicBezTo>
                      <a:pt x="3" y="9"/>
                      <a:pt x="5" y="6"/>
                      <a:pt x="7" y="1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C858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49" name="iśliḋé" descr="08cd13d5-671e-4e14-847d-31c1ec8d45a9">
                <a:extLst>
                  <a:ext uri="{FF2B5EF4-FFF2-40B4-BE49-F238E27FC236}">
                    <a16:creationId xmlns:a16="http://schemas.microsoft.com/office/drawing/2014/main" id="{8A9B36E8-48DC-4907-9579-34B8885DF4EF}"/>
                  </a:ext>
                </a:extLst>
              </p:cNvPr>
              <p:cNvSpPr/>
              <p:nvPr/>
            </p:nvSpPr>
            <p:spPr bwMode="auto">
              <a:xfrm>
                <a:off x="3473334" y="3937096"/>
                <a:ext cx="1109" cy="5541"/>
              </a:xfrm>
              <a:custGeom>
                <a:avLst/>
                <a:gdLst>
                  <a:gd name="T0" fmla="*/ 0 w 1"/>
                  <a:gd name="T1" fmla="*/ 0 h 6"/>
                  <a:gd name="T2" fmla="*/ 1 w 1"/>
                  <a:gd name="T3" fmla="*/ 6 h 6"/>
                  <a:gd name="T4" fmla="*/ 1 w 1"/>
                  <a:gd name="T5" fmla="*/ 5 h 6"/>
                  <a:gd name="T6" fmla="*/ 0 w 1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6">
                    <a:moveTo>
                      <a:pt x="0" y="0"/>
                    </a:moveTo>
                    <a:cubicBezTo>
                      <a:pt x="0" y="2"/>
                      <a:pt x="0" y="4"/>
                      <a:pt x="1" y="6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3"/>
                      <a:pt x="0" y="1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0" name="ïṥlïḓe" descr="daaae5ff-3c98-4715-8d39-5644f72d1fee">
                <a:extLst>
                  <a:ext uri="{FF2B5EF4-FFF2-40B4-BE49-F238E27FC236}">
                    <a16:creationId xmlns:a16="http://schemas.microsoft.com/office/drawing/2014/main" id="{9B461463-C9CD-4CFE-86B0-A7E605DB8D54}"/>
                  </a:ext>
                </a:extLst>
              </p:cNvPr>
              <p:cNvSpPr/>
              <p:nvPr/>
            </p:nvSpPr>
            <p:spPr bwMode="auto">
              <a:xfrm>
                <a:off x="3485524" y="3935987"/>
                <a:ext cx="0" cy="1109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1" name="îṧ1ïḓe" descr="a3cdaf97-d2bf-4157-84b4-8af609dac802">
                <a:extLst>
                  <a:ext uri="{FF2B5EF4-FFF2-40B4-BE49-F238E27FC236}">
                    <a16:creationId xmlns:a16="http://schemas.microsoft.com/office/drawing/2014/main" id="{5C2567ED-86B1-4E89-AF18-64DEBE3A915F}"/>
                  </a:ext>
                </a:extLst>
              </p:cNvPr>
              <p:cNvSpPr/>
              <p:nvPr/>
            </p:nvSpPr>
            <p:spPr bwMode="auto">
              <a:xfrm>
                <a:off x="3474443" y="3941528"/>
                <a:ext cx="1109" cy="2216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1 h 3"/>
                  <a:gd name="T4" fmla="*/ 1 w 1"/>
                  <a:gd name="T5" fmla="*/ 3 h 3"/>
                  <a:gd name="T6" fmla="*/ 1 w 1"/>
                  <a:gd name="T7" fmla="*/ 2 h 3"/>
                  <a:gd name="T8" fmla="*/ 1 w 1"/>
                  <a:gd name="T9" fmla="*/ 1 h 3"/>
                  <a:gd name="T10" fmla="*/ 1 w 1"/>
                  <a:gd name="T11" fmla="*/ 1 h 3"/>
                  <a:gd name="T12" fmla="*/ 1 w 1"/>
                  <a:gd name="T13" fmla="*/ 1 h 3"/>
                  <a:gd name="T14" fmla="*/ 0 w 1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1" y="2"/>
                      <a:pt x="1" y="3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2" name="iṣlidè" descr="ec08d204-cb7b-450a-9914-530605423f51">
                <a:extLst>
                  <a:ext uri="{FF2B5EF4-FFF2-40B4-BE49-F238E27FC236}">
                    <a16:creationId xmlns:a16="http://schemas.microsoft.com/office/drawing/2014/main" id="{2F70628B-BB25-4C52-8D0F-08E3308EBDEC}"/>
                  </a:ext>
                </a:extLst>
              </p:cNvPr>
              <p:cNvSpPr/>
              <p:nvPr/>
            </p:nvSpPr>
            <p:spPr bwMode="auto">
              <a:xfrm>
                <a:off x="3475550" y="3935987"/>
                <a:ext cx="9974" cy="6649"/>
              </a:xfrm>
              <a:custGeom>
                <a:avLst/>
                <a:gdLst>
                  <a:gd name="T0" fmla="*/ 10 w 12"/>
                  <a:gd name="T1" fmla="*/ 0 h 9"/>
                  <a:gd name="T2" fmla="*/ 0 w 12"/>
                  <a:gd name="T3" fmla="*/ 8 h 9"/>
                  <a:gd name="T4" fmla="*/ 0 w 12"/>
                  <a:gd name="T5" fmla="*/ 8 h 9"/>
                  <a:gd name="T6" fmla="*/ 0 w 12"/>
                  <a:gd name="T7" fmla="*/ 9 h 9"/>
                  <a:gd name="T8" fmla="*/ 10 w 12"/>
                  <a:gd name="T9" fmla="*/ 2 h 9"/>
                  <a:gd name="T10" fmla="*/ 12 w 12"/>
                  <a:gd name="T11" fmla="*/ 2 h 9"/>
                  <a:gd name="T12" fmla="*/ 12 w 12"/>
                  <a:gd name="T13" fmla="*/ 1 h 9"/>
                  <a:gd name="T14" fmla="*/ 10 w 12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9">
                    <a:moveTo>
                      <a:pt x="10" y="0"/>
                    </a:moveTo>
                    <a:cubicBezTo>
                      <a:pt x="3" y="0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9"/>
                      <a:pt x="0" y="9"/>
                    </a:cubicBezTo>
                    <a:cubicBezTo>
                      <a:pt x="1" y="7"/>
                      <a:pt x="4" y="2"/>
                      <a:pt x="10" y="2"/>
                    </a:cubicBezTo>
                    <a:cubicBezTo>
                      <a:pt x="11" y="2"/>
                      <a:pt x="11" y="2"/>
                      <a:pt x="12" y="2"/>
                    </a:cubicBezTo>
                    <a:cubicBezTo>
                      <a:pt x="12" y="2"/>
                      <a:pt x="12" y="1"/>
                      <a:pt x="12" y="1"/>
                    </a:cubicBezTo>
                    <a:cubicBezTo>
                      <a:pt x="11" y="0"/>
                      <a:pt x="11" y="0"/>
                      <a:pt x="10" y="0"/>
                    </a:cubicBezTo>
                  </a:path>
                </a:pathLst>
              </a:custGeom>
              <a:solidFill>
                <a:srgbClr val="C858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3" name="ïślídê" descr="999bc8b0-942e-45ea-b184-5f7d6c44b518">
                <a:extLst>
                  <a:ext uri="{FF2B5EF4-FFF2-40B4-BE49-F238E27FC236}">
                    <a16:creationId xmlns:a16="http://schemas.microsoft.com/office/drawing/2014/main" id="{1D894F6E-C8F2-471D-B81D-9EC6EC5A7303}"/>
                  </a:ext>
                </a:extLst>
              </p:cNvPr>
              <p:cNvSpPr/>
              <p:nvPr/>
            </p:nvSpPr>
            <p:spPr bwMode="auto">
              <a:xfrm>
                <a:off x="3485524" y="3935987"/>
                <a:ext cx="13298" cy="7758"/>
              </a:xfrm>
              <a:custGeom>
                <a:avLst/>
                <a:gdLst>
                  <a:gd name="T0" fmla="*/ 0 w 16"/>
                  <a:gd name="T1" fmla="*/ 0 h 9"/>
                  <a:gd name="T2" fmla="*/ 0 w 16"/>
                  <a:gd name="T3" fmla="*/ 1 h 9"/>
                  <a:gd name="T4" fmla="*/ 8 w 16"/>
                  <a:gd name="T5" fmla="*/ 5 h 9"/>
                  <a:gd name="T6" fmla="*/ 14 w 16"/>
                  <a:gd name="T7" fmla="*/ 9 h 9"/>
                  <a:gd name="T8" fmla="*/ 16 w 16"/>
                  <a:gd name="T9" fmla="*/ 8 h 9"/>
                  <a:gd name="T10" fmla="*/ 8 w 16"/>
                  <a:gd name="T11" fmla="*/ 3 h 9"/>
                  <a:gd name="T12" fmla="*/ 0 w 16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9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3" y="2"/>
                      <a:pt x="5" y="3"/>
                      <a:pt x="8" y="5"/>
                    </a:cubicBezTo>
                    <a:cubicBezTo>
                      <a:pt x="10" y="6"/>
                      <a:pt x="12" y="7"/>
                      <a:pt x="14" y="9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3" y="7"/>
                      <a:pt x="11" y="5"/>
                      <a:pt x="8" y="3"/>
                    </a:cubicBez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solidFill>
                <a:srgbClr val="E5AD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4" name="íṥļide" descr="b47d303d-1da5-4a9f-9804-e641d8b0ac4a">
                <a:extLst>
                  <a:ext uri="{FF2B5EF4-FFF2-40B4-BE49-F238E27FC236}">
                    <a16:creationId xmlns:a16="http://schemas.microsoft.com/office/drawing/2014/main" id="{703F62ED-C571-4EC1-80D5-4051D31A8A42}"/>
                  </a:ext>
                </a:extLst>
              </p:cNvPr>
              <p:cNvSpPr/>
              <p:nvPr/>
            </p:nvSpPr>
            <p:spPr bwMode="auto">
              <a:xfrm>
                <a:off x="3523202" y="3952610"/>
                <a:ext cx="1109" cy="1109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1 h 2"/>
                  <a:gd name="T4" fmla="*/ 2 w 2"/>
                  <a:gd name="T5" fmla="*/ 2 h 2"/>
                  <a:gd name="T6" fmla="*/ 2 w 2"/>
                  <a:gd name="T7" fmla="*/ 0 h 2"/>
                  <a:gd name="T8" fmla="*/ 0 w 2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5" name="íslîḍê" descr="e6eacec7-eb56-4e0c-a1b7-47d04b8e6ed4">
                <a:extLst>
                  <a:ext uri="{FF2B5EF4-FFF2-40B4-BE49-F238E27FC236}">
                    <a16:creationId xmlns:a16="http://schemas.microsoft.com/office/drawing/2014/main" id="{7E93C8F5-9856-467F-AF2C-4597874577F8}"/>
                  </a:ext>
                </a:extLst>
              </p:cNvPr>
              <p:cNvSpPr/>
              <p:nvPr/>
            </p:nvSpPr>
            <p:spPr bwMode="auto">
              <a:xfrm>
                <a:off x="3497714" y="3942636"/>
                <a:ext cx="25488" cy="11082"/>
              </a:xfrm>
              <a:custGeom>
                <a:avLst/>
                <a:gdLst>
                  <a:gd name="T0" fmla="*/ 2 w 30"/>
                  <a:gd name="T1" fmla="*/ 0 h 12"/>
                  <a:gd name="T2" fmla="*/ 0 w 30"/>
                  <a:gd name="T3" fmla="*/ 1 h 12"/>
                  <a:gd name="T4" fmla="*/ 30 w 30"/>
                  <a:gd name="T5" fmla="*/ 12 h 12"/>
                  <a:gd name="T6" fmla="*/ 30 w 30"/>
                  <a:gd name="T7" fmla="*/ 11 h 12"/>
                  <a:gd name="T8" fmla="*/ 2 w 30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12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1" y="7"/>
                      <a:pt x="25" y="11"/>
                      <a:pt x="30" y="12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5" y="10"/>
                      <a:pt x="13" y="6"/>
                      <a:pt x="2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6" name="íšļide" descr="802139cb-1e1b-45f5-a910-70f0b161f7e3">
                <a:extLst>
                  <a:ext uri="{FF2B5EF4-FFF2-40B4-BE49-F238E27FC236}">
                    <a16:creationId xmlns:a16="http://schemas.microsoft.com/office/drawing/2014/main" id="{50A2D173-80A7-41B8-8F4E-67529C85854B}"/>
                  </a:ext>
                </a:extLst>
              </p:cNvPr>
              <p:cNvSpPr/>
              <p:nvPr/>
            </p:nvSpPr>
            <p:spPr bwMode="auto">
              <a:xfrm>
                <a:off x="3471118" y="3787491"/>
                <a:ext cx="113034" cy="165119"/>
              </a:xfrm>
              <a:custGeom>
                <a:avLst/>
                <a:gdLst>
                  <a:gd name="T0" fmla="*/ 25 w 133"/>
                  <a:gd name="T1" fmla="*/ 60 h 196"/>
                  <a:gd name="T2" fmla="*/ 8 w 133"/>
                  <a:gd name="T3" fmla="*/ 86 h 196"/>
                  <a:gd name="T4" fmla="*/ 10 w 133"/>
                  <a:gd name="T5" fmla="*/ 123 h 196"/>
                  <a:gd name="T6" fmla="*/ 7 w 133"/>
                  <a:gd name="T7" fmla="*/ 162 h 196"/>
                  <a:gd name="T8" fmla="*/ 5 w 133"/>
                  <a:gd name="T9" fmla="*/ 184 h 196"/>
                  <a:gd name="T10" fmla="*/ 25 w 133"/>
                  <a:gd name="T11" fmla="*/ 180 h 196"/>
                  <a:gd name="T12" fmla="*/ 63 w 133"/>
                  <a:gd name="T13" fmla="*/ 196 h 196"/>
                  <a:gd name="T14" fmla="*/ 59 w 133"/>
                  <a:gd name="T15" fmla="*/ 135 h 196"/>
                  <a:gd name="T16" fmla="*/ 60 w 133"/>
                  <a:gd name="T17" fmla="*/ 104 h 196"/>
                  <a:gd name="T18" fmla="*/ 54 w 133"/>
                  <a:gd name="T19" fmla="*/ 80 h 196"/>
                  <a:gd name="T20" fmla="*/ 92 w 133"/>
                  <a:gd name="T21" fmla="*/ 60 h 196"/>
                  <a:gd name="T22" fmla="*/ 111 w 133"/>
                  <a:gd name="T23" fmla="*/ 44 h 196"/>
                  <a:gd name="T24" fmla="*/ 133 w 133"/>
                  <a:gd name="T25" fmla="*/ 13 h 196"/>
                  <a:gd name="T26" fmla="*/ 118 w 133"/>
                  <a:gd name="T27" fmla="*/ 0 h 196"/>
                  <a:gd name="T28" fmla="*/ 113 w 133"/>
                  <a:gd name="T29" fmla="*/ 11 h 196"/>
                  <a:gd name="T30" fmla="*/ 97 w 133"/>
                  <a:gd name="T31" fmla="*/ 30 h 196"/>
                  <a:gd name="T32" fmla="*/ 83 w 133"/>
                  <a:gd name="T33" fmla="*/ 43 h 196"/>
                  <a:gd name="T34" fmla="*/ 55 w 133"/>
                  <a:gd name="T35" fmla="*/ 54 h 196"/>
                  <a:gd name="T36" fmla="*/ 25 w 133"/>
                  <a:gd name="T37" fmla="*/ 60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3" h="196">
                    <a:moveTo>
                      <a:pt x="25" y="60"/>
                    </a:moveTo>
                    <a:cubicBezTo>
                      <a:pt x="25" y="60"/>
                      <a:pt x="5" y="69"/>
                      <a:pt x="8" y="86"/>
                    </a:cubicBezTo>
                    <a:cubicBezTo>
                      <a:pt x="9" y="98"/>
                      <a:pt x="10" y="111"/>
                      <a:pt x="10" y="123"/>
                    </a:cubicBezTo>
                    <a:cubicBezTo>
                      <a:pt x="10" y="123"/>
                      <a:pt x="19" y="136"/>
                      <a:pt x="7" y="162"/>
                    </a:cubicBezTo>
                    <a:cubicBezTo>
                      <a:pt x="7" y="162"/>
                      <a:pt x="0" y="175"/>
                      <a:pt x="5" y="184"/>
                    </a:cubicBezTo>
                    <a:cubicBezTo>
                      <a:pt x="5" y="184"/>
                      <a:pt x="11" y="169"/>
                      <a:pt x="25" y="180"/>
                    </a:cubicBezTo>
                    <a:cubicBezTo>
                      <a:pt x="40" y="191"/>
                      <a:pt x="63" y="196"/>
                      <a:pt x="63" y="196"/>
                    </a:cubicBezTo>
                    <a:cubicBezTo>
                      <a:pt x="63" y="196"/>
                      <a:pt x="51" y="143"/>
                      <a:pt x="59" y="135"/>
                    </a:cubicBezTo>
                    <a:cubicBezTo>
                      <a:pt x="59" y="135"/>
                      <a:pt x="72" y="116"/>
                      <a:pt x="60" y="104"/>
                    </a:cubicBezTo>
                    <a:cubicBezTo>
                      <a:pt x="48" y="92"/>
                      <a:pt x="54" y="80"/>
                      <a:pt x="54" y="80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2" y="60"/>
                      <a:pt x="100" y="60"/>
                      <a:pt x="111" y="44"/>
                    </a:cubicBezTo>
                    <a:cubicBezTo>
                      <a:pt x="118" y="33"/>
                      <a:pt x="125" y="23"/>
                      <a:pt x="133" y="13"/>
                    </a:cubicBezTo>
                    <a:cubicBezTo>
                      <a:pt x="133" y="13"/>
                      <a:pt x="125" y="1"/>
                      <a:pt x="118" y="0"/>
                    </a:cubicBezTo>
                    <a:cubicBezTo>
                      <a:pt x="115" y="3"/>
                      <a:pt x="113" y="7"/>
                      <a:pt x="113" y="11"/>
                    </a:cubicBezTo>
                    <a:cubicBezTo>
                      <a:pt x="112" y="16"/>
                      <a:pt x="104" y="23"/>
                      <a:pt x="97" y="30"/>
                    </a:cubicBezTo>
                    <a:cubicBezTo>
                      <a:pt x="92" y="34"/>
                      <a:pt x="88" y="38"/>
                      <a:pt x="83" y="43"/>
                    </a:cubicBezTo>
                    <a:cubicBezTo>
                      <a:pt x="79" y="46"/>
                      <a:pt x="72" y="51"/>
                      <a:pt x="55" y="54"/>
                    </a:cubicBezTo>
                    <a:cubicBezTo>
                      <a:pt x="27" y="58"/>
                      <a:pt x="25" y="60"/>
                      <a:pt x="25" y="60"/>
                    </a:cubicBezTo>
                  </a:path>
                </a:pathLst>
              </a:custGeom>
              <a:solidFill>
                <a:srgbClr val="F86D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7" name="îṡľîdé" descr="e8a32146-df06-4cba-8043-d836e9e86483">
                <a:extLst>
                  <a:ext uri="{FF2B5EF4-FFF2-40B4-BE49-F238E27FC236}">
                    <a16:creationId xmlns:a16="http://schemas.microsoft.com/office/drawing/2014/main" id="{820196AA-CC9E-4A24-AED9-996AE3D993B3}"/>
                  </a:ext>
                </a:extLst>
              </p:cNvPr>
              <p:cNvSpPr/>
              <p:nvPr/>
            </p:nvSpPr>
            <p:spPr bwMode="auto">
              <a:xfrm>
                <a:off x="3506579" y="3921581"/>
                <a:ext cx="13298" cy="21056"/>
              </a:xfrm>
              <a:custGeom>
                <a:avLst/>
                <a:gdLst>
                  <a:gd name="T0" fmla="*/ 16 w 16"/>
                  <a:gd name="T1" fmla="*/ 26 h 26"/>
                  <a:gd name="T2" fmla="*/ 16 w 16"/>
                  <a:gd name="T3" fmla="*/ 26 h 26"/>
                  <a:gd name="T4" fmla="*/ 16 w 16"/>
                  <a:gd name="T5" fmla="*/ 26 h 26"/>
                  <a:gd name="T6" fmla="*/ 0 w 16"/>
                  <a:gd name="T7" fmla="*/ 0 h 26"/>
                  <a:gd name="T8" fmla="*/ 16 w 16"/>
                  <a:gd name="T9" fmla="*/ 26 h 26"/>
                  <a:gd name="T10" fmla="*/ 0 w 16"/>
                  <a:gd name="T1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6"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6"/>
                      <a:pt x="16" y="26"/>
                      <a:pt x="16" y="26"/>
                    </a:cubicBezTo>
                    <a:moveTo>
                      <a:pt x="0" y="0"/>
                    </a:moveTo>
                    <a:cubicBezTo>
                      <a:pt x="0" y="0"/>
                      <a:pt x="15" y="21"/>
                      <a:pt x="16" y="26"/>
                    </a:cubicBezTo>
                    <a:cubicBezTo>
                      <a:pt x="16" y="23"/>
                      <a:pt x="13" y="2"/>
                      <a:pt x="0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8" name="ïşlíḑê" descr="f1f108d0-3d59-44c2-8f5b-fa1a98cb0ea3">
                <a:extLst>
                  <a:ext uri="{FF2B5EF4-FFF2-40B4-BE49-F238E27FC236}">
                    <a16:creationId xmlns:a16="http://schemas.microsoft.com/office/drawing/2014/main" id="{D9315394-45EF-4786-87FB-37B623ACED0D}"/>
                  </a:ext>
                </a:extLst>
              </p:cNvPr>
              <p:cNvSpPr/>
              <p:nvPr/>
            </p:nvSpPr>
            <p:spPr bwMode="auto">
              <a:xfrm>
                <a:off x="3489957" y="3856198"/>
                <a:ext cx="22164" cy="5541"/>
              </a:xfrm>
              <a:custGeom>
                <a:avLst/>
                <a:gdLst>
                  <a:gd name="T0" fmla="*/ 0 w 26"/>
                  <a:gd name="T1" fmla="*/ 0 h 6"/>
                  <a:gd name="T2" fmla="*/ 14 w 26"/>
                  <a:gd name="T3" fmla="*/ 6 h 6"/>
                  <a:gd name="T4" fmla="*/ 26 w 26"/>
                  <a:gd name="T5" fmla="*/ 2 h 6"/>
                  <a:gd name="T6" fmla="*/ 16 w 26"/>
                  <a:gd name="T7" fmla="*/ 4 h 6"/>
                  <a:gd name="T8" fmla="*/ 0 w 26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6">
                    <a:moveTo>
                      <a:pt x="0" y="0"/>
                    </a:moveTo>
                    <a:cubicBezTo>
                      <a:pt x="4" y="4"/>
                      <a:pt x="9" y="6"/>
                      <a:pt x="14" y="6"/>
                    </a:cubicBezTo>
                    <a:cubicBezTo>
                      <a:pt x="19" y="6"/>
                      <a:pt x="23" y="5"/>
                      <a:pt x="26" y="2"/>
                    </a:cubicBezTo>
                    <a:cubicBezTo>
                      <a:pt x="23" y="3"/>
                      <a:pt x="19" y="4"/>
                      <a:pt x="16" y="4"/>
                    </a:cubicBezTo>
                    <a:cubicBezTo>
                      <a:pt x="10" y="4"/>
                      <a:pt x="5" y="2"/>
                      <a:pt x="0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59" name="iṡľîdê" descr="54aee951-5320-4bf4-afe6-dcc6893f51ef">
                <a:extLst>
                  <a:ext uri="{FF2B5EF4-FFF2-40B4-BE49-F238E27FC236}">
                    <a16:creationId xmlns:a16="http://schemas.microsoft.com/office/drawing/2014/main" id="{11DC85B8-0DB2-4D0D-A267-909BA0A0DA7D}"/>
                  </a:ext>
                </a:extLst>
              </p:cNvPr>
              <p:cNvSpPr/>
              <p:nvPr/>
            </p:nvSpPr>
            <p:spPr bwMode="auto">
              <a:xfrm>
                <a:off x="3475550" y="3794140"/>
                <a:ext cx="21056" cy="117467"/>
              </a:xfrm>
              <a:custGeom>
                <a:avLst/>
                <a:gdLst>
                  <a:gd name="T0" fmla="*/ 9 w 25"/>
                  <a:gd name="T1" fmla="*/ 131 h 139"/>
                  <a:gd name="T2" fmla="*/ 6 w 25"/>
                  <a:gd name="T3" fmla="*/ 136 h 139"/>
                  <a:gd name="T4" fmla="*/ 2 w 25"/>
                  <a:gd name="T5" fmla="*/ 139 h 139"/>
                  <a:gd name="T6" fmla="*/ 0 w 25"/>
                  <a:gd name="T7" fmla="*/ 139 h 139"/>
                  <a:gd name="T8" fmla="*/ 0 w 25"/>
                  <a:gd name="T9" fmla="*/ 139 h 139"/>
                  <a:gd name="T10" fmla="*/ 4 w 25"/>
                  <a:gd name="T11" fmla="*/ 139 h 139"/>
                  <a:gd name="T12" fmla="*/ 8 w 25"/>
                  <a:gd name="T13" fmla="*/ 136 h 139"/>
                  <a:gd name="T14" fmla="*/ 8 w 25"/>
                  <a:gd name="T15" fmla="*/ 135 h 139"/>
                  <a:gd name="T16" fmla="*/ 9 w 25"/>
                  <a:gd name="T17" fmla="*/ 131 h 139"/>
                  <a:gd name="T18" fmla="*/ 5 w 25"/>
                  <a:gd name="T19" fmla="*/ 0 h 139"/>
                  <a:gd name="T20" fmla="*/ 4 w 25"/>
                  <a:gd name="T21" fmla="*/ 0 h 139"/>
                  <a:gd name="T22" fmla="*/ 9 w 25"/>
                  <a:gd name="T23" fmla="*/ 1 h 139"/>
                  <a:gd name="T24" fmla="*/ 19 w 25"/>
                  <a:gd name="T25" fmla="*/ 8 h 139"/>
                  <a:gd name="T26" fmla="*/ 22 w 25"/>
                  <a:gd name="T27" fmla="*/ 13 h 139"/>
                  <a:gd name="T28" fmla="*/ 24 w 25"/>
                  <a:gd name="T29" fmla="*/ 16 h 139"/>
                  <a:gd name="T30" fmla="*/ 24 w 25"/>
                  <a:gd name="T31" fmla="*/ 17 h 139"/>
                  <a:gd name="T32" fmla="*/ 25 w 25"/>
                  <a:gd name="T33" fmla="*/ 17 h 139"/>
                  <a:gd name="T34" fmla="*/ 25 w 25"/>
                  <a:gd name="T35" fmla="*/ 16 h 139"/>
                  <a:gd name="T36" fmla="*/ 24 w 25"/>
                  <a:gd name="T37" fmla="*/ 13 h 139"/>
                  <a:gd name="T38" fmla="*/ 11 w 25"/>
                  <a:gd name="T39" fmla="*/ 1 h 139"/>
                  <a:gd name="T40" fmla="*/ 5 w 25"/>
                  <a:gd name="T41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" h="139">
                    <a:moveTo>
                      <a:pt x="9" y="131"/>
                    </a:moveTo>
                    <a:cubicBezTo>
                      <a:pt x="8" y="133"/>
                      <a:pt x="7" y="134"/>
                      <a:pt x="6" y="136"/>
                    </a:cubicBezTo>
                    <a:cubicBezTo>
                      <a:pt x="5" y="137"/>
                      <a:pt x="4" y="138"/>
                      <a:pt x="2" y="139"/>
                    </a:cubicBezTo>
                    <a:cubicBezTo>
                      <a:pt x="2" y="139"/>
                      <a:pt x="1" y="139"/>
                      <a:pt x="0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9"/>
                      <a:pt x="3" y="139"/>
                      <a:pt x="4" y="139"/>
                    </a:cubicBezTo>
                    <a:cubicBezTo>
                      <a:pt x="5" y="138"/>
                      <a:pt x="7" y="137"/>
                      <a:pt x="8" y="136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8" y="133"/>
                      <a:pt x="8" y="132"/>
                      <a:pt x="9" y="131"/>
                    </a:cubicBezTo>
                    <a:moveTo>
                      <a:pt x="5" y="0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6" y="0"/>
                      <a:pt x="8" y="1"/>
                      <a:pt x="9" y="1"/>
                    </a:cubicBezTo>
                    <a:cubicBezTo>
                      <a:pt x="13" y="3"/>
                      <a:pt x="16" y="5"/>
                      <a:pt x="19" y="8"/>
                    </a:cubicBezTo>
                    <a:cubicBezTo>
                      <a:pt x="20" y="9"/>
                      <a:pt x="21" y="11"/>
                      <a:pt x="22" y="13"/>
                    </a:cubicBezTo>
                    <a:cubicBezTo>
                      <a:pt x="23" y="13"/>
                      <a:pt x="24" y="14"/>
                      <a:pt x="24" y="16"/>
                    </a:cubicBezTo>
                    <a:cubicBezTo>
                      <a:pt x="24" y="16"/>
                      <a:pt x="24" y="17"/>
                      <a:pt x="24" y="17"/>
                    </a:cubicBezTo>
                    <a:cubicBezTo>
                      <a:pt x="24" y="17"/>
                      <a:pt x="25" y="17"/>
                      <a:pt x="25" y="17"/>
                    </a:cubicBezTo>
                    <a:cubicBezTo>
                      <a:pt x="25" y="17"/>
                      <a:pt x="25" y="16"/>
                      <a:pt x="25" y="16"/>
                    </a:cubicBezTo>
                    <a:cubicBezTo>
                      <a:pt x="25" y="15"/>
                      <a:pt x="24" y="13"/>
                      <a:pt x="24" y="13"/>
                    </a:cubicBezTo>
                    <a:cubicBezTo>
                      <a:pt x="20" y="8"/>
                      <a:pt x="16" y="4"/>
                      <a:pt x="11" y="1"/>
                    </a:cubicBezTo>
                    <a:cubicBezTo>
                      <a:pt x="9" y="0"/>
                      <a:pt x="7" y="0"/>
                      <a:pt x="5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0" name="ïṡliḓè" descr="d6e4bcf7-199c-42a3-b35f-6b3091eb079a">
                <a:extLst>
                  <a:ext uri="{FF2B5EF4-FFF2-40B4-BE49-F238E27FC236}">
                    <a16:creationId xmlns:a16="http://schemas.microsoft.com/office/drawing/2014/main" id="{ADE9BD72-0E5B-488A-9D97-DDC79B742B9E}"/>
                  </a:ext>
                </a:extLst>
              </p:cNvPr>
              <p:cNvSpPr/>
              <p:nvPr/>
            </p:nvSpPr>
            <p:spPr bwMode="auto">
              <a:xfrm>
                <a:off x="3484416" y="3808547"/>
                <a:ext cx="12190" cy="32138"/>
              </a:xfrm>
              <a:custGeom>
                <a:avLst/>
                <a:gdLst>
                  <a:gd name="T0" fmla="*/ 14 w 15"/>
                  <a:gd name="T1" fmla="*/ 0 h 38"/>
                  <a:gd name="T2" fmla="*/ 11 w 15"/>
                  <a:gd name="T3" fmla="*/ 6 h 38"/>
                  <a:gd name="T4" fmla="*/ 11 w 15"/>
                  <a:gd name="T5" fmla="*/ 8 h 38"/>
                  <a:gd name="T6" fmla="*/ 10 w 15"/>
                  <a:gd name="T7" fmla="*/ 13 h 38"/>
                  <a:gd name="T8" fmla="*/ 10 w 15"/>
                  <a:gd name="T9" fmla="*/ 14 h 38"/>
                  <a:gd name="T10" fmla="*/ 10 w 15"/>
                  <a:gd name="T11" fmla="*/ 14 h 38"/>
                  <a:gd name="T12" fmla="*/ 10 w 15"/>
                  <a:gd name="T13" fmla="*/ 14 h 38"/>
                  <a:gd name="T14" fmla="*/ 2 w 15"/>
                  <a:gd name="T15" fmla="*/ 26 h 38"/>
                  <a:gd name="T16" fmla="*/ 1 w 15"/>
                  <a:gd name="T17" fmla="*/ 26 h 38"/>
                  <a:gd name="T18" fmla="*/ 0 w 15"/>
                  <a:gd name="T19" fmla="*/ 29 h 38"/>
                  <a:gd name="T20" fmla="*/ 0 w 15"/>
                  <a:gd name="T21" fmla="*/ 30 h 38"/>
                  <a:gd name="T22" fmla="*/ 2 w 15"/>
                  <a:gd name="T23" fmla="*/ 33 h 38"/>
                  <a:gd name="T24" fmla="*/ 4 w 15"/>
                  <a:gd name="T25" fmla="*/ 38 h 38"/>
                  <a:gd name="T26" fmla="*/ 5 w 15"/>
                  <a:gd name="T27" fmla="*/ 37 h 38"/>
                  <a:gd name="T28" fmla="*/ 4 w 15"/>
                  <a:gd name="T29" fmla="*/ 33 h 38"/>
                  <a:gd name="T30" fmla="*/ 2 w 15"/>
                  <a:gd name="T31" fmla="*/ 30 h 38"/>
                  <a:gd name="T32" fmla="*/ 2 w 15"/>
                  <a:gd name="T33" fmla="*/ 26 h 38"/>
                  <a:gd name="T34" fmla="*/ 4 w 15"/>
                  <a:gd name="T35" fmla="*/ 26 h 38"/>
                  <a:gd name="T36" fmla="*/ 12 w 15"/>
                  <a:gd name="T37" fmla="*/ 14 h 38"/>
                  <a:gd name="T38" fmla="*/ 12 w 15"/>
                  <a:gd name="T39" fmla="*/ 8 h 38"/>
                  <a:gd name="T40" fmla="*/ 15 w 15"/>
                  <a:gd name="T41" fmla="*/ 0 h 38"/>
                  <a:gd name="T42" fmla="*/ 14 w 15"/>
                  <a:gd name="T4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38">
                    <a:moveTo>
                      <a:pt x="14" y="0"/>
                    </a:moveTo>
                    <a:cubicBezTo>
                      <a:pt x="14" y="2"/>
                      <a:pt x="12" y="4"/>
                      <a:pt x="11" y="6"/>
                    </a:cubicBezTo>
                    <a:cubicBezTo>
                      <a:pt x="11" y="7"/>
                      <a:pt x="11" y="7"/>
                      <a:pt x="11" y="8"/>
                    </a:cubicBezTo>
                    <a:cubicBezTo>
                      <a:pt x="10" y="10"/>
                      <a:pt x="10" y="12"/>
                      <a:pt x="10" y="13"/>
                    </a:cubicBezTo>
                    <a:cubicBezTo>
                      <a:pt x="10" y="13"/>
                      <a:pt x="10" y="13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9"/>
                      <a:pt x="7" y="23"/>
                      <a:pt x="2" y="26"/>
                    </a:cubicBezTo>
                    <a:cubicBezTo>
                      <a:pt x="2" y="26"/>
                      <a:pt x="1" y="26"/>
                      <a:pt x="1" y="26"/>
                    </a:cubicBezTo>
                    <a:cubicBezTo>
                      <a:pt x="0" y="27"/>
                      <a:pt x="0" y="28"/>
                      <a:pt x="0" y="29"/>
                    </a:cubicBezTo>
                    <a:cubicBezTo>
                      <a:pt x="0" y="29"/>
                      <a:pt x="0" y="30"/>
                      <a:pt x="0" y="30"/>
                    </a:cubicBezTo>
                    <a:cubicBezTo>
                      <a:pt x="0" y="31"/>
                      <a:pt x="1" y="32"/>
                      <a:pt x="2" y="33"/>
                    </a:cubicBezTo>
                    <a:cubicBezTo>
                      <a:pt x="3" y="35"/>
                      <a:pt x="4" y="36"/>
                      <a:pt x="4" y="38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5"/>
                      <a:pt x="4" y="34"/>
                      <a:pt x="4" y="33"/>
                    </a:cubicBezTo>
                    <a:cubicBezTo>
                      <a:pt x="3" y="32"/>
                      <a:pt x="2" y="31"/>
                      <a:pt x="2" y="30"/>
                    </a:cubicBezTo>
                    <a:cubicBezTo>
                      <a:pt x="1" y="29"/>
                      <a:pt x="1" y="27"/>
                      <a:pt x="2" y="26"/>
                    </a:cubicBezTo>
                    <a:cubicBezTo>
                      <a:pt x="3" y="26"/>
                      <a:pt x="3" y="26"/>
                      <a:pt x="4" y="26"/>
                    </a:cubicBezTo>
                    <a:cubicBezTo>
                      <a:pt x="9" y="23"/>
                      <a:pt x="12" y="19"/>
                      <a:pt x="12" y="14"/>
                    </a:cubicBezTo>
                    <a:cubicBezTo>
                      <a:pt x="12" y="12"/>
                      <a:pt x="12" y="10"/>
                      <a:pt x="12" y="8"/>
                    </a:cubicBezTo>
                    <a:cubicBezTo>
                      <a:pt x="13" y="6"/>
                      <a:pt x="15" y="3"/>
                      <a:pt x="15" y="0"/>
                    </a:cubicBezTo>
                    <a:cubicBezTo>
                      <a:pt x="15" y="0"/>
                      <a:pt x="14" y="0"/>
                      <a:pt x="14" y="0"/>
                    </a:cubicBezTo>
                  </a:path>
                </a:pathLst>
              </a:custGeom>
              <a:solidFill>
                <a:srgbClr val="E5AD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1" name="îṥļíḋé" descr="b6e2357f-3200-4a5a-ae77-b8a617be65fe">
                <a:extLst>
                  <a:ext uri="{FF2B5EF4-FFF2-40B4-BE49-F238E27FC236}">
                    <a16:creationId xmlns:a16="http://schemas.microsoft.com/office/drawing/2014/main" id="{A5C8CB90-3EA6-4038-9802-46D53E3FD9C6}"/>
                  </a:ext>
                </a:extLst>
              </p:cNvPr>
              <p:cNvSpPr/>
              <p:nvPr/>
            </p:nvSpPr>
            <p:spPr bwMode="auto">
              <a:xfrm>
                <a:off x="3481092" y="3840683"/>
                <a:ext cx="8865" cy="67599"/>
              </a:xfrm>
              <a:custGeom>
                <a:avLst/>
                <a:gdLst>
                  <a:gd name="T0" fmla="*/ 8 w 10"/>
                  <a:gd name="T1" fmla="*/ 0 h 81"/>
                  <a:gd name="T2" fmla="*/ 7 w 10"/>
                  <a:gd name="T3" fmla="*/ 1 h 81"/>
                  <a:gd name="T4" fmla="*/ 8 w 10"/>
                  <a:gd name="T5" fmla="*/ 7 h 81"/>
                  <a:gd name="T6" fmla="*/ 7 w 10"/>
                  <a:gd name="T7" fmla="*/ 10 h 81"/>
                  <a:gd name="T8" fmla="*/ 0 w 10"/>
                  <a:gd name="T9" fmla="*/ 29 h 81"/>
                  <a:gd name="T10" fmla="*/ 0 w 10"/>
                  <a:gd name="T11" fmla="*/ 30 h 81"/>
                  <a:gd name="T12" fmla="*/ 5 w 10"/>
                  <a:gd name="T13" fmla="*/ 49 h 81"/>
                  <a:gd name="T14" fmla="*/ 5 w 10"/>
                  <a:gd name="T15" fmla="*/ 56 h 81"/>
                  <a:gd name="T16" fmla="*/ 5 w 10"/>
                  <a:gd name="T17" fmla="*/ 62 h 81"/>
                  <a:gd name="T18" fmla="*/ 2 w 10"/>
                  <a:gd name="T19" fmla="*/ 77 h 81"/>
                  <a:gd name="T20" fmla="*/ 1 w 10"/>
                  <a:gd name="T21" fmla="*/ 81 h 81"/>
                  <a:gd name="T22" fmla="*/ 7 w 10"/>
                  <a:gd name="T23" fmla="*/ 62 h 81"/>
                  <a:gd name="T24" fmla="*/ 7 w 10"/>
                  <a:gd name="T25" fmla="*/ 49 h 81"/>
                  <a:gd name="T26" fmla="*/ 2 w 10"/>
                  <a:gd name="T27" fmla="*/ 29 h 81"/>
                  <a:gd name="T28" fmla="*/ 9 w 10"/>
                  <a:gd name="T29" fmla="*/ 7 h 81"/>
                  <a:gd name="T30" fmla="*/ 8 w 10"/>
                  <a:gd name="T3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" h="81">
                    <a:moveTo>
                      <a:pt x="8" y="0"/>
                    </a:moveTo>
                    <a:cubicBezTo>
                      <a:pt x="8" y="0"/>
                      <a:pt x="8" y="0"/>
                      <a:pt x="7" y="1"/>
                    </a:cubicBezTo>
                    <a:cubicBezTo>
                      <a:pt x="8" y="3"/>
                      <a:pt x="8" y="5"/>
                      <a:pt x="8" y="7"/>
                    </a:cubicBezTo>
                    <a:cubicBezTo>
                      <a:pt x="8" y="8"/>
                      <a:pt x="7" y="9"/>
                      <a:pt x="7" y="10"/>
                    </a:cubicBezTo>
                    <a:cubicBezTo>
                      <a:pt x="5" y="17"/>
                      <a:pt x="1" y="23"/>
                      <a:pt x="0" y="29"/>
                    </a:cubicBezTo>
                    <a:cubicBezTo>
                      <a:pt x="0" y="29"/>
                      <a:pt x="0" y="30"/>
                      <a:pt x="0" y="30"/>
                    </a:cubicBezTo>
                    <a:cubicBezTo>
                      <a:pt x="0" y="37"/>
                      <a:pt x="4" y="43"/>
                      <a:pt x="5" y="49"/>
                    </a:cubicBezTo>
                    <a:cubicBezTo>
                      <a:pt x="5" y="51"/>
                      <a:pt x="5" y="54"/>
                      <a:pt x="5" y="56"/>
                    </a:cubicBezTo>
                    <a:cubicBezTo>
                      <a:pt x="5" y="58"/>
                      <a:pt x="5" y="60"/>
                      <a:pt x="5" y="62"/>
                    </a:cubicBezTo>
                    <a:cubicBezTo>
                      <a:pt x="5" y="67"/>
                      <a:pt x="4" y="72"/>
                      <a:pt x="2" y="77"/>
                    </a:cubicBezTo>
                    <a:cubicBezTo>
                      <a:pt x="1" y="78"/>
                      <a:pt x="1" y="79"/>
                      <a:pt x="1" y="81"/>
                    </a:cubicBezTo>
                    <a:cubicBezTo>
                      <a:pt x="5" y="75"/>
                      <a:pt x="6" y="69"/>
                      <a:pt x="7" y="62"/>
                    </a:cubicBezTo>
                    <a:cubicBezTo>
                      <a:pt x="7" y="58"/>
                      <a:pt x="7" y="54"/>
                      <a:pt x="7" y="49"/>
                    </a:cubicBezTo>
                    <a:cubicBezTo>
                      <a:pt x="5" y="42"/>
                      <a:pt x="1" y="36"/>
                      <a:pt x="2" y="29"/>
                    </a:cubicBezTo>
                    <a:cubicBezTo>
                      <a:pt x="2" y="22"/>
                      <a:pt x="8" y="15"/>
                      <a:pt x="9" y="7"/>
                    </a:cubicBezTo>
                    <a:cubicBezTo>
                      <a:pt x="10" y="5"/>
                      <a:pt x="9" y="2"/>
                      <a:pt x="8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2" name="íŝļïďé" descr="52f50066-789f-4a35-90b4-bd361d32cd83">
                <a:extLst>
                  <a:ext uri="{FF2B5EF4-FFF2-40B4-BE49-F238E27FC236}">
                    <a16:creationId xmlns:a16="http://schemas.microsoft.com/office/drawing/2014/main" id="{4585A944-B3A8-4D03-BDFF-B678E490D6EE}"/>
                  </a:ext>
                </a:extLst>
              </p:cNvPr>
              <p:cNvSpPr/>
              <p:nvPr/>
            </p:nvSpPr>
            <p:spPr bwMode="auto">
              <a:xfrm>
                <a:off x="3453387" y="3908283"/>
                <a:ext cx="6649" cy="4433"/>
              </a:xfrm>
              <a:custGeom>
                <a:avLst/>
                <a:gdLst>
                  <a:gd name="T0" fmla="*/ 7 w 8"/>
                  <a:gd name="T1" fmla="*/ 0 h 5"/>
                  <a:gd name="T2" fmla="*/ 6 w 8"/>
                  <a:gd name="T3" fmla="*/ 0 h 5"/>
                  <a:gd name="T4" fmla="*/ 6 w 8"/>
                  <a:gd name="T5" fmla="*/ 0 h 5"/>
                  <a:gd name="T6" fmla="*/ 5 w 8"/>
                  <a:gd name="T7" fmla="*/ 1 h 5"/>
                  <a:gd name="T8" fmla="*/ 5 w 8"/>
                  <a:gd name="T9" fmla="*/ 2 h 5"/>
                  <a:gd name="T10" fmla="*/ 0 w 8"/>
                  <a:gd name="T11" fmla="*/ 5 h 5"/>
                  <a:gd name="T12" fmla="*/ 0 w 8"/>
                  <a:gd name="T13" fmla="*/ 5 h 5"/>
                  <a:gd name="T14" fmla="*/ 6 w 8"/>
                  <a:gd name="T15" fmla="*/ 2 h 5"/>
                  <a:gd name="T16" fmla="*/ 7 w 8"/>
                  <a:gd name="T17" fmla="*/ 1 h 5"/>
                  <a:gd name="T18" fmla="*/ 8 w 8"/>
                  <a:gd name="T19" fmla="*/ 0 h 5"/>
                  <a:gd name="T20" fmla="*/ 7 w 8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7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2"/>
                      <a:pt x="5" y="2"/>
                    </a:cubicBezTo>
                    <a:cubicBezTo>
                      <a:pt x="4" y="4"/>
                      <a:pt x="2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3" y="5"/>
                      <a:pt x="5" y="4"/>
                      <a:pt x="6" y="2"/>
                    </a:cubicBezTo>
                    <a:cubicBezTo>
                      <a:pt x="6" y="2"/>
                      <a:pt x="7" y="1"/>
                      <a:pt x="7" y="1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8" y="0"/>
                      <a:pt x="7" y="0"/>
                      <a:pt x="7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3" name="işľïďè" descr="79bd08e4-3b45-47a5-92fb-d6693314a4a2">
                <a:extLst>
                  <a:ext uri="{FF2B5EF4-FFF2-40B4-BE49-F238E27FC236}">
                    <a16:creationId xmlns:a16="http://schemas.microsoft.com/office/drawing/2014/main" id="{3145ED1F-77B5-459F-83F7-F8A991773F73}"/>
                  </a:ext>
                </a:extLst>
              </p:cNvPr>
              <p:cNvSpPr/>
              <p:nvPr/>
            </p:nvSpPr>
            <p:spPr bwMode="auto">
              <a:xfrm>
                <a:off x="3425683" y="3794140"/>
                <a:ext cx="69816" cy="119684"/>
              </a:xfrm>
              <a:custGeom>
                <a:avLst/>
                <a:gdLst>
                  <a:gd name="T0" fmla="*/ 83 w 83"/>
                  <a:gd name="T1" fmla="*/ 17 h 142"/>
                  <a:gd name="T2" fmla="*/ 81 w 83"/>
                  <a:gd name="T3" fmla="*/ 14 h 142"/>
                  <a:gd name="T4" fmla="*/ 68 w 83"/>
                  <a:gd name="T5" fmla="*/ 2 h 142"/>
                  <a:gd name="T6" fmla="*/ 48 w 83"/>
                  <a:gd name="T7" fmla="*/ 8 h 142"/>
                  <a:gd name="T8" fmla="*/ 44 w 83"/>
                  <a:gd name="T9" fmla="*/ 16 h 142"/>
                  <a:gd name="T10" fmla="*/ 31 w 83"/>
                  <a:gd name="T11" fmla="*/ 28 h 142"/>
                  <a:gd name="T12" fmla="*/ 22 w 83"/>
                  <a:gd name="T13" fmla="*/ 34 h 142"/>
                  <a:gd name="T14" fmla="*/ 9 w 83"/>
                  <a:gd name="T15" fmla="*/ 68 h 142"/>
                  <a:gd name="T16" fmla="*/ 12 w 83"/>
                  <a:gd name="T17" fmla="*/ 85 h 142"/>
                  <a:gd name="T18" fmla="*/ 7 w 83"/>
                  <a:gd name="T19" fmla="*/ 97 h 142"/>
                  <a:gd name="T20" fmla="*/ 1 w 83"/>
                  <a:gd name="T21" fmla="*/ 109 h 142"/>
                  <a:gd name="T22" fmla="*/ 5 w 83"/>
                  <a:gd name="T23" fmla="*/ 121 h 142"/>
                  <a:gd name="T24" fmla="*/ 9 w 83"/>
                  <a:gd name="T25" fmla="*/ 124 h 142"/>
                  <a:gd name="T26" fmla="*/ 11 w 83"/>
                  <a:gd name="T27" fmla="*/ 127 h 142"/>
                  <a:gd name="T28" fmla="*/ 29 w 83"/>
                  <a:gd name="T29" fmla="*/ 141 h 142"/>
                  <a:gd name="T30" fmla="*/ 38 w 83"/>
                  <a:gd name="T31" fmla="*/ 138 h 142"/>
                  <a:gd name="T32" fmla="*/ 38 w 83"/>
                  <a:gd name="T33" fmla="*/ 137 h 142"/>
                  <a:gd name="T34" fmla="*/ 44 w 83"/>
                  <a:gd name="T35" fmla="*/ 137 h 142"/>
                  <a:gd name="T36" fmla="*/ 56 w 83"/>
                  <a:gd name="T37" fmla="*/ 140 h 142"/>
                  <a:gd name="T38" fmla="*/ 61 w 83"/>
                  <a:gd name="T39" fmla="*/ 140 h 142"/>
                  <a:gd name="T40" fmla="*/ 65 w 83"/>
                  <a:gd name="T41" fmla="*/ 137 h 142"/>
                  <a:gd name="T42" fmla="*/ 71 w 83"/>
                  <a:gd name="T43" fmla="*/ 117 h 142"/>
                  <a:gd name="T44" fmla="*/ 71 w 83"/>
                  <a:gd name="T45" fmla="*/ 104 h 142"/>
                  <a:gd name="T46" fmla="*/ 66 w 83"/>
                  <a:gd name="T47" fmla="*/ 84 h 142"/>
                  <a:gd name="T48" fmla="*/ 74 w 83"/>
                  <a:gd name="T49" fmla="*/ 62 h 142"/>
                  <a:gd name="T50" fmla="*/ 71 w 83"/>
                  <a:gd name="T51" fmla="*/ 51 h 142"/>
                  <a:gd name="T52" fmla="*/ 69 w 83"/>
                  <a:gd name="T53" fmla="*/ 48 h 142"/>
                  <a:gd name="T54" fmla="*/ 70 w 83"/>
                  <a:gd name="T55" fmla="*/ 44 h 142"/>
                  <a:gd name="T56" fmla="*/ 71 w 83"/>
                  <a:gd name="T57" fmla="*/ 44 h 142"/>
                  <a:gd name="T58" fmla="*/ 79 w 83"/>
                  <a:gd name="T59" fmla="*/ 32 h 142"/>
                  <a:gd name="T60" fmla="*/ 80 w 83"/>
                  <a:gd name="T61" fmla="*/ 26 h 142"/>
                  <a:gd name="T62" fmla="*/ 83 w 83"/>
                  <a:gd name="T63" fmla="*/ 17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3" h="142">
                    <a:moveTo>
                      <a:pt x="83" y="17"/>
                    </a:moveTo>
                    <a:cubicBezTo>
                      <a:pt x="83" y="16"/>
                      <a:pt x="82" y="14"/>
                      <a:pt x="81" y="14"/>
                    </a:cubicBezTo>
                    <a:cubicBezTo>
                      <a:pt x="78" y="9"/>
                      <a:pt x="74" y="5"/>
                      <a:pt x="68" y="2"/>
                    </a:cubicBezTo>
                    <a:cubicBezTo>
                      <a:pt x="61" y="0"/>
                      <a:pt x="53" y="2"/>
                      <a:pt x="48" y="8"/>
                    </a:cubicBezTo>
                    <a:cubicBezTo>
                      <a:pt x="47" y="11"/>
                      <a:pt x="45" y="13"/>
                      <a:pt x="44" y="16"/>
                    </a:cubicBezTo>
                    <a:cubicBezTo>
                      <a:pt x="40" y="21"/>
                      <a:pt x="36" y="25"/>
                      <a:pt x="31" y="28"/>
                    </a:cubicBezTo>
                    <a:cubicBezTo>
                      <a:pt x="28" y="30"/>
                      <a:pt x="25" y="32"/>
                      <a:pt x="22" y="34"/>
                    </a:cubicBezTo>
                    <a:cubicBezTo>
                      <a:pt x="11" y="42"/>
                      <a:pt x="7" y="55"/>
                      <a:pt x="9" y="68"/>
                    </a:cubicBezTo>
                    <a:cubicBezTo>
                      <a:pt x="10" y="74"/>
                      <a:pt x="13" y="80"/>
                      <a:pt x="12" y="85"/>
                    </a:cubicBezTo>
                    <a:cubicBezTo>
                      <a:pt x="11" y="90"/>
                      <a:pt x="10" y="94"/>
                      <a:pt x="7" y="97"/>
                    </a:cubicBezTo>
                    <a:cubicBezTo>
                      <a:pt x="4" y="101"/>
                      <a:pt x="2" y="105"/>
                      <a:pt x="1" y="109"/>
                    </a:cubicBezTo>
                    <a:cubicBezTo>
                      <a:pt x="0" y="114"/>
                      <a:pt x="1" y="118"/>
                      <a:pt x="5" y="121"/>
                    </a:cubicBezTo>
                    <a:cubicBezTo>
                      <a:pt x="6" y="122"/>
                      <a:pt x="7" y="123"/>
                      <a:pt x="9" y="124"/>
                    </a:cubicBezTo>
                    <a:cubicBezTo>
                      <a:pt x="9" y="125"/>
                      <a:pt x="10" y="126"/>
                      <a:pt x="11" y="127"/>
                    </a:cubicBezTo>
                    <a:cubicBezTo>
                      <a:pt x="14" y="134"/>
                      <a:pt x="21" y="139"/>
                      <a:pt x="29" y="141"/>
                    </a:cubicBezTo>
                    <a:cubicBezTo>
                      <a:pt x="32" y="142"/>
                      <a:pt x="37" y="141"/>
                      <a:pt x="38" y="138"/>
                    </a:cubicBezTo>
                    <a:cubicBezTo>
                      <a:pt x="38" y="138"/>
                      <a:pt x="38" y="137"/>
                      <a:pt x="38" y="137"/>
                    </a:cubicBezTo>
                    <a:cubicBezTo>
                      <a:pt x="39" y="135"/>
                      <a:pt x="42" y="136"/>
                      <a:pt x="44" y="137"/>
                    </a:cubicBezTo>
                    <a:cubicBezTo>
                      <a:pt x="48" y="139"/>
                      <a:pt x="52" y="140"/>
                      <a:pt x="56" y="140"/>
                    </a:cubicBezTo>
                    <a:cubicBezTo>
                      <a:pt x="58" y="140"/>
                      <a:pt x="60" y="140"/>
                      <a:pt x="61" y="140"/>
                    </a:cubicBezTo>
                    <a:cubicBezTo>
                      <a:pt x="63" y="139"/>
                      <a:pt x="64" y="138"/>
                      <a:pt x="65" y="137"/>
                    </a:cubicBezTo>
                    <a:cubicBezTo>
                      <a:pt x="69" y="131"/>
                      <a:pt x="71" y="124"/>
                      <a:pt x="71" y="117"/>
                    </a:cubicBezTo>
                    <a:cubicBezTo>
                      <a:pt x="72" y="113"/>
                      <a:pt x="72" y="109"/>
                      <a:pt x="71" y="104"/>
                    </a:cubicBezTo>
                    <a:cubicBezTo>
                      <a:pt x="70" y="97"/>
                      <a:pt x="65" y="91"/>
                      <a:pt x="66" y="84"/>
                    </a:cubicBezTo>
                    <a:cubicBezTo>
                      <a:pt x="67" y="77"/>
                      <a:pt x="73" y="70"/>
                      <a:pt x="74" y="62"/>
                    </a:cubicBezTo>
                    <a:cubicBezTo>
                      <a:pt x="74" y="59"/>
                      <a:pt x="73" y="55"/>
                      <a:pt x="71" y="51"/>
                    </a:cubicBezTo>
                    <a:cubicBezTo>
                      <a:pt x="70" y="50"/>
                      <a:pt x="69" y="49"/>
                      <a:pt x="69" y="48"/>
                    </a:cubicBezTo>
                    <a:cubicBezTo>
                      <a:pt x="68" y="47"/>
                      <a:pt x="69" y="45"/>
                      <a:pt x="70" y="44"/>
                    </a:cubicBezTo>
                    <a:cubicBezTo>
                      <a:pt x="70" y="44"/>
                      <a:pt x="71" y="44"/>
                      <a:pt x="71" y="44"/>
                    </a:cubicBezTo>
                    <a:cubicBezTo>
                      <a:pt x="76" y="41"/>
                      <a:pt x="79" y="37"/>
                      <a:pt x="79" y="32"/>
                    </a:cubicBezTo>
                    <a:cubicBezTo>
                      <a:pt x="79" y="30"/>
                      <a:pt x="79" y="28"/>
                      <a:pt x="80" y="26"/>
                    </a:cubicBezTo>
                    <a:cubicBezTo>
                      <a:pt x="81" y="23"/>
                      <a:pt x="83" y="20"/>
                      <a:pt x="83" y="17"/>
                    </a:cubicBezTo>
                  </a:path>
                </a:pathLst>
              </a:custGeom>
              <a:solidFill>
                <a:srgbClr val="2F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4" name="îṩlïḍè" descr="f5160a57-6a03-4137-bcef-39b0157950c8">
                <a:extLst>
                  <a:ext uri="{FF2B5EF4-FFF2-40B4-BE49-F238E27FC236}">
                    <a16:creationId xmlns:a16="http://schemas.microsoft.com/office/drawing/2014/main" id="{33CFC7BA-88F9-4660-A63E-46FD0050DEB6}"/>
                  </a:ext>
                </a:extLst>
              </p:cNvPr>
              <p:cNvSpPr/>
              <p:nvPr/>
            </p:nvSpPr>
            <p:spPr bwMode="auto">
              <a:xfrm>
                <a:off x="3452279" y="3912716"/>
                <a:ext cx="1109" cy="0"/>
              </a:xfrm>
              <a:custGeom>
                <a:avLst/>
                <a:gdLst>
                  <a:gd name="T0" fmla="*/ 2 w 2"/>
                  <a:gd name="T1" fmla="*/ 1 w 2"/>
                  <a:gd name="T2" fmla="*/ 0 w 2"/>
                  <a:gd name="T3" fmla="*/ 0 w 2"/>
                  <a:gd name="T4" fmla="*/ 1 w 2"/>
                  <a:gd name="T5" fmla="*/ 2 w 2"/>
                  <a:gd name="T6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5" name="îṡḻíḑé" descr="6c719e98-b085-4544-89bf-a8ed990913fb">
                <a:extLst>
                  <a:ext uri="{FF2B5EF4-FFF2-40B4-BE49-F238E27FC236}">
                    <a16:creationId xmlns:a16="http://schemas.microsoft.com/office/drawing/2014/main" id="{4F51E103-896E-4139-89C1-5406145F98E9}"/>
                  </a:ext>
                </a:extLst>
              </p:cNvPr>
              <p:cNvSpPr/>
              <p:nvPr/>
            </p:nvSpPr>
            <p:spPr bwMode="auto">
              <a:xfrm>
                <a:off x="3453387" y="3908283"/>
                <a:ext cx="5541" cy="4433"/>
              </a:xfrm>
              <a:custGeom>
                <a:avLst/>
                <a:gdLst>
                  <a:gd name="T0" fmla="*/ 6 w 6"/>
                  <a:gd name="T1" fmla="*/ 0 h 5"/>
                  <a:gd name="T2" fmla="*/ 5 w 6"/>
                  <a:gd name="T3" fmla="*/ 1 h 5"/>
                  <a:gd name="T4" fmla="*/ 5 w 6"/>
                  <a:gd name="T5" fmla="*/ 2 h 5"/>
                  <a:gd name="T6" fmla="*/ 0 w 6"/>
                  <a:gd name="T7" fmla="*/ 5 h 5"/>
                  <a:gd name="T8" fmla="*/ 0 w 6"/>
                  <a:gd name="T9" fmla="*/ 5 h 5"/>
                  <a:gd name="T10" fmla="*/ 5 w 6"/>
                  <a:gd name="T11" fmla="*/ 2 h 5"/>
                  <a:gd name="T12" fmla="*/ 5 w 6"/>
                  <a:gd name="T13" fmla="*/ 1 h 5"/>
                  <a:gd name="T14" fmla="*/ 6 w 6"/>
                  <a:gd name="T15" fmla="*/ 0 h 5"/>
                  <a:gd name="T16" fmla="*/ 6 w 6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cubicBezTo>
                      <a:pt x="6" y="0"/>
                      <a:pt x="6" y="0"/>
                      <a:pt x="5" y="1"/>
                    </a:cubicBezTo>
                    <a:cubicBezTo>
                      <a:pt x="5" y="1"/>
                      <a:pt x="5" y="2"/>
                      <a:pt x="5" y="2"/>
                    </a:cubicBezTo>
                    <a:cubicBezTo>
                      <a:pt x="4" y="4"/>
                      <a:pt x="2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4"/>
                      <a:pt x="5" y="2"/>
                    </a:cubicBezTo>
                    <a:cubicBezTo>
                      <a:pt x="5" y="2"/>
                      <a:pt x="5" y="1"/>
                      <a:pt x="5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6" name="ïšḻiďé" descr="9219715f-5599-4ff7-9d6a-24bfbbd91ac4">
                <a:extLst>
                  <a:ext uri="{FF2B5EF4-FFF2-40B4-BE49-F238E27FC236}">
                    <a16:creationId xmlns:a16="http://schemas.microsoft.com/office/drawing/2014/main" id="{38EC9A8C-13E4-4516-99C3-41B9FAB5FD67}"/>
                  </a:ext>
                </a:extLst>
              </p:cNvPr>
              <p:cNvSpPr/>
              <p:nvPr/>
            </p:nvSpPr>
            <p:spPr bwMode="auto">
              <a:xfrm>
                <a:off x="3452279" y="3908283"/>
                <a:ext cx="6649" cy="4433"/>
              </a:xfrm>
              <a:custGeom>
                <a:avLst/>
                <a:gdLst>
                  <a:gd name="T0" fmla="*/ 7 w 8"/>
                  <a:gd name="T1" fmla="*/ 0 h 5"/>
                  <a:gd name="T2" fmla="*/ 5 w 8"/>
                  <a:gd name="T3" fmla="*/ 1 h 5"/>
                  <a:gd name="T4" fmla="*/ 4 w 8"/>
                  <a:gd name="T5" fmla="*/ 2 h 5"/>
                  <a:gd name="T6" fmla="*/ 0 w 8"/>
                  <a:gd name="T7" fmla="*/ 5 h 5"/>
                  <a:gd name="T8" fmla="*/ 1 w 8"/>
                  <a:gd name="T9" fmla="*/ 5 h 5"/>
                  <a:gd name="T10" fmla="*/ 2 w 8"/>
                  <a:gd name="T11" fmla="*/ 5 h 5"/>
                  <a:gd name="T12" fmla="*/ 7 w 8"/>
                  <a:gd name="T13" fmla="*/ 2 h 5"/>
                  <a:gd name="T14" fmla="*/ 7 w 8"/>
                  <a:gd name="T15" fmla="*/ 1 h 5"/>
                  <a:gd name="T16" fmla="*/ 8 w 8"/>
                  <a:gd name="T17" fmla="*/ 0 h 5"/>
                  <a:gd name="T18" fmla="*/ 7 w 8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6" y="0"/>
                      <a:pt x="5" y="0"/>
                      <a:pt x="5" y="1"/>
                    </a:cubicBezTo>
                    <a:cubicBezTo>
                      <a:pt x="5" y="1"/>
                      <a:pt x="4" y="2"/>
                      <a:pt x="4" y="2"/>
                    </a:cubicBezTo>
                    <a:cubicBezTo>
                      <a:pt x="4" y="4"/>
                      <a:pt x="2" y="5"/>
                      <a:pt x="0" y="5"/>
                    </a:cubicBezTo>
                    <a:cubicBezTo>
                      <a:pt x="0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2" y="5"/>
                    </a:cubicBezTo>
                    <a:cubicBezTo>
                      <a:pt x="4" y="5"/>
                      <a:pt x="6" y="4"/>
                      <a:pt x="7" y="2"/>
                    </a:cubicBezTo>
                    <a:cubicBezTo>
                      <a:pt x="7" y="2"/>
                      <a:pt x="7" y="1"/>
                      <a:pt x="7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7" y="0"/>
                      <a:pt x="7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7" name="îṥľîḍé" descr="d025cd9c-85c5-4153-990d-0f55030a2994">
                <a:extLst>
                  <a:ext uri="{FF2B5EF4-FFF2-40B4-BE49-F238E27FC236}">
                    <a16:creationId xmlns:a16="http://schemas.microsoft.com/office/drawing/2014/main" id="{A6CF13F8-CA3F-4D04-AD64-DF9F0118B9C5}"/>
                  </a:ext>
                </a:extLst>
              </p:cNvPr>
              <p:cNvSpPr/>
              <p:nvPr/>
            </p:nvSpPr>
            <p:spPr bwMode="auto">
              <a:xfrm>
                <a:off x="3491065" y="3800789"/>
                <a:ext cx="4433" cy="7758"/>
              </a:xfrm>
              <a:custGeom>
                <a:avLst/>
                <a:gdLst>
                  <a:gd name="T0" fmla="*/ 0 w 5"/>
                  <a:gd name="T1" fmla="*/ 0 h 9"/>
                  <a:gd name="T2" fmla="*/ 3 w 5"/>
                  <a:gd name="T3" fmla="*/ 5 h 9"/>
                  <a:gd name="T4" fmla="*/ 5 w 5"/>
                  <a:gd name="T5" fmla="*/ 8 h 9"/>
                  <a:gd name="T6" fmla="*/ 5 w 5"/>
                  <a:gd name="T7" fmla="*/ 9 h 9"/>
                  <a:gd name="T8" fmla="*/ 5 w 5"/>
                  <a:gd name="T9" fmla="*/ 9 h 9"/>
                  <a:gd name="T10" fmla="*/ 5 w 5"/>
                  <a:gd name="T11" fmla="*/ 8 h 9"/>
                  <a:gd name="T12" fmla="*/ 3 w 5"/>
                  <a:gd name="T13" fmla="*/ 5 h 9"/>
                  <a:gd name="T14" fmla="*/ 0 w 5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9">
                    <a:moveTo>
                      <a:pt x="0" y="0"/>
                    </a:moveTo>
                    <a:cubicBezTo>
                      <a:pt x="1" y="1"/>
                      <a:pt x="2" y="3"/>
                      <a:pt x="3" y="5"/>
                    </a:cubicBezTo>
                    <a:cubicBezTo>
                      <a:pt x="4" y="5"/>
                      <a:pt x="5" y="7"/>
                      <a:pt x="5" y="8"/>
                    </a:cubicBezTo>
                    <a:cubicBezTo>
                      <a:pt x="5" y="8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5" y="6"/>
                      <a:pt x="4" y="5"/>
                      <a:pt x="3" y="5"/>
                    </a:cubicBezTo>
                    <a:cubicBezTo>
                      <a:pt x="2" y="3"/>
                      <a:pt x="1" y="1"/>
                      <a:pt x="0" y="0"/>
                    </a:cubicBez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8" name="ïsľïdé" descr="48544a96-c040-47a8-8a7d-f676aa1ad81f">
                <a:extLst>
                  <a:ext uri="{FF2B5EF4-FFF2-40B4-BE49-F238E27FC236}">
                    <a16:creationId xmlns:a16="http://schemas.microsoft.com/office/drawing/2014/main" id="{0201E991-8C19-4DC0-ACC9-964A6D4A8A8A}"/>
                  </a:ext>
                </a:extLst>
              </p:cNvPr>
              <p:cNvSpPr/>
              <p:nvPr/>
            </p:nvSpPr>
            <p:spPr bwMode="auto">
              <a:xfrm>
                <a:off x="3484416" y="3808547"/>
                <a:ext cx="11082" cy="32138"/>
              </a:xfrm>
              <a:custGeom>
                <a:avLst/>
                <a:gdLst>
                  <a:gd name="T0" fmla="*/ 0 w 14"/>
                  <a:gd name="T1" fmla="*/ 29 h 38"/>
                  <a:gd name="T2" fmla="*/ 0 w 14"/>
                  <a:gd name="T3" fmla="*/ 30 h 38"/>
                  <a:gd name="T4" fmla="*/ 2 w 14"/>
                  <a:gd name="T5" fmla="*/ 33 h 38"/>
                  <a:gd name="T6" fmla="*/ 4 w 14"/>
                  <a:gd name="T7" fmla="*/ 38 h 38"/>
                  <a:gd name="T8" fmla="*/ 4 w 14"/>
                  <a:gd name="T9" fmla="*/ 38 h 38"/>
                  <a:gd name="T10" fmla="*/ 2 w 14"/>
                  <a:gd name="T11" fmla="*/ 33 h 38"/>
                  <a:gd name="T12" fmla="*/ 0 w 14"/>
                  <a:gd name="T13" fmla="*/ 30 h 38"/>
                  <a:gd name="T14" fmla="*/ 0 w 14"/>
                  <a:gd name="T15" fmla="*/ 29 h 38"/>
                  <a:gd name="T16" fmla="*/ 10 w 14"/>
                  <a:gd name="T17" fmla="*/ 13 h 38"/>
                  <a:gd name="T18" fmla="*/ 10 w 14"/>
                  <a:gd name="T19" fmla="*/ 14 h 38"/>
                  <a:gd name="T20" fmla="*/ 10 w 14"/>
                  <a:gd name="T21" fmla="*/ 14 h 38"/>
                  <a:gd name="T22" fmla="*/ 10 w 14"/>
                  <a:gd name="T23" fmla="*/ 13 h 38"/>
                  <a:gd name="T24" fmla="*/ 14 w 14"/>
                  <a:gd name="T25" fmla="*/ 0 h 38"/>
                  <a:gd name="T26" fmla="*/ 11 w 14"/>
                  <a:gd name="T27" fmla="*/ 6 h 38"/>
                  <a:gd name="T28" fmla="*/ 14 w 14"/>
                  <a:gd name="T29" fmla="*/ 0 h 38"/>
                  <a:gd name="T30" fmla="*/ 14 w 14"/>
                  <a:gd name="T3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" h="38">
                    <a:moveTo>
                      <a:pt x="0" y="29"/>
                    </a:moveTo>
                    <a:cubicBezTo>
                      <a:pt x="0" y="29"/>
                      <a:pt x="0" y="30"/>
                      <a:pt x="0" y="30"/>
                    </a:cubicBezTo>
                    <a:cubicBezTo>
                      <a:pt x="0" y="31"/>
                      <a:pt x="1" y="32"/>
                      <a:pt x="2" y="33"/>
                    </a:cubicBezTo>
                    <a:cubicBezTo>
                      <a:pt x="3" y="35"/>
                      <a:pt x="4" y="36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4" y="36"/>
                      <a:pt x="3" y="35"/>
                      <a:pt x="2" y="33"/>
                    </a:cubicBezTo>
                    <a:cubicBezTo>
                      <a:pt x="1" y="32"/>
                      <a:pt x="0" y="31"/>
                      <a:pt x="0" y="30"/>
                    </a:cubicBezTo>
                    <a:cubicBezTo>
                      <a:pt x="0" y="30"/>
                      <a:pt x="0" y="29"/>
                      <a:pt x="0" y="29"/>
                    </a:cubicBezTo>
                    <a:moveTo>
                      <a:pt x="10" y="13"/>
                    </a:moveTo>
                    <a:cubicBezTo>
                      <a:pt x="10" y="13"/>
                      <a:pt x="10" y="13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3"/>
                    </a:cubicBezTo>
                    <a:moveTo>
                      <a:pt x="14" y="0"/>
                    </a:moveTo>
                    <a:cubicBezTo>
                      <a:pt x="14" y="2"/>
                      <a:pt x="12" y="4"/>
                      <a:pt x="11" y="6"/>
                    </a:cubicBezTo>
                    <a:cubicBezTo>
                      <a:pt x="12" y="4"/>
                      <a:pt x="14" y="2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CE9B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69" name="í$ḻîḋé" descr="ca65e376-82a2-489a-9966-e352c6e0bd45">
                <a:extLst>
                  <a:ext uri="{FF2B5EF4-FFF2-40B4-BE49-F238E27FC236}">
                    <a16:creationId xmlns:a16="http://schemas.microsoft.com/office/drawing/2014/main" id="{60376D2B-EC8E-4B21-B6B1-3C35819ECD09}"/>
                  </a:ext>
                </a:extLst>
              </p:cNvPr>
              <p:cNvSpPr/>
              <p:nvPr/>
            </p:nvSpPr>
            <p:spPr bwMode="auto">
              <a:xfrm>
                <a:off x="3481092" y="3840683"/>
                <a:ext cx="6649" cy="46544"/>
              </a:xfrm>
              <a:custGeom>
                <a:avLst/>
                <a:gdLst>
                  <a:gd name="T0" fmla="*/ 0 w 8"/>
                  <a:gd name="T1" fmla="*/ 29 h 55"/>
                  <a:gd name="T2" fmla="*/ 5 w 8"/>
                  <a:gd name="T3" fmla="*/ 48 h 55"/>
                  <a:gd name="T4" fmla="*/ 5 w 8"/>
                  <a:gd name="T5" fmla="*/ 55 h 55"/>
                  <a:gd name="T6" fmla="*/ 5 w 8"/>
                  <a:gd name="T7" fmla="*/ 48 h 55"/>
                  <a:gd name="T8" fmla="*/ 0 w 8"/>
                  <a:gd name="T9" fmla="*/ 29 h 55"/>
                  <a:gd name="T10" fmla="*/ 7 w 8"/>
                  <a:gd name="T11" fmla="*/ 0 h 55"/>
                  <a:gd name="T12" fmla="*/ 7 w 8"/>
                  <a:gd name="T13" fmla="*/ 0 h 55"/>
                  <a:gd name="T14" fmla="*/ 8 w 8"/>
                  <a:gd name="T15" fmla="*/ 6 h 55"/>
                  <a:gd name="T16" fmla="*/ 7 w 8"/>
                  <a:gd name="T17" fmla="*/ 9 h 55"/>
                  <a:gd name="T18" fmla="*/ 8 w 8"/>
                  <a:gd name="T19" fmla="*/ 6 h 55"/>
                  <a:gd name="T20" fmla="*/ 7 w 8"/>
                  <a:gd name="T2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55">
                    <a:moveTo>
                      <a:pt x="0" y="29"/>
                    </a:moveTo>
                    <a:cubicBezTo>
                      <a:pt x="0" y="36"/>
                      <a:pt x="4" y="42"/>
                      <a:pt x="5" y="48"/>
                    </a:cubicBezTo>
                    <a:cubicBezTo>
                      <a:pt x="5" y="50"/>
                      <a:pt x="5" y="53"/>
                      <a:pt x="5" y="55"/>
                    </a:cubicBezTo>
                    <a:cubicBezTo>
                      <a:pt x="5" y="53"/>
                      <a:pt x="5" y="50"/>
                      <a:pt x="5" y="48"/>
                    </a:cubicBezTo>
                    <a:cubicBezTo>
                      <a:pt x="4" y="42"/>
                      <a:pt x="0" y="36"/>
                      <a:pt x="0" y="29"/>
                    </a:cubicBezTo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8" y="2"/>
                      <a:pt x="8" y="4"/>
                      <a:pt x="8" y="6"/>
                    </a:cubicBezTo>
                    <a:cubicBezTo>
                      <a:pt x="8" y="7"/>
                      <a:pt x="7" y="8"/>
                      <a:pt x="7" y="9"/>
                    </a:cubicBezTo>
                    <a:cubicBezTo>
                      <a:pt x="7" y="8"/>
                      <a:pt x="8" y="7"/>
                      <a:pt x="8" y="6"/>
                    </a:cubicBezTo>
                    <a:cubicBezTo>
                      <a:pt x="8" y="4"/>
                      <a:pt x="8" y="2"/>
                      <a:pt x="7" y="0"/>
                    </a:cubicBezTo>
                  </a:path>
                </a:pathLst>
              </a:custGeom>
              <a:solidFill>
                <a:srgbClr val="C858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0" name="iṣľiďe" descr="e5421d30-670f-4bb6-aab0-3ee41356948b">
                <a:extLst>
                  <a:ext uri="{FF2B5EF4-FFF2-40B4-BE49-F238E27FC236}">
                    <a16:creationId xmlns:a16="http://schemas.microsoft.com/office/drawing/2014/main" id="{28842D31-B85A-4E9A-BA9E-367E34E562F1}"/>
                  </a:ext>
                </a:extLst>
              </p:cNvPr>
              <p:cNvSpPr/>
              <p:nvPr/>
            </p:nvSpPr>
            <p:spPr bwMode="auto">
              <a:xfrm>
                <a:off x="3473334" y="3794140"/>
                <a:ext cx="22164" cy="117467"/>
              </a:xfrm>
              <a:custGeom>
                <a:avLst/>
                <a:gdLst>
                  <a:gd name="T0" fmla="*/ 6 w 26"/>
                  <a:gd name="T1" fmla="*/ 0 h 139"/>
                  <a:gd name="T2" fmla="*/ 4 w 26"/>
                  <a:gd name="T3" fmla="*/ 0 h 139"/>
                  <a:gd name="T4" fmla="*/ 9 w 26"/>
                  <a:gd name="T5" fmla="*/ 1 h 139"/>
                  <a:gd name="T6" fmla="*/ 22 w 26"/>
                  <a:gd name="T7" fmla="*/ 12 h 139"/>
                  <a:gd name="T8" fmla="*/ 23 w 26"/>
                  <a:gd name="T9" fmla="*/ 16 h 139"/>
                  <a:gd name="T10" fmla="*/ 20 w 26"/>
                  <a:gd name="T11" fmla="*/ 25 h 139"/>
                  <a:gd name="T12" fmla="*/ 20 w 26"/>
                  <a:gd name="T13" fmla="*/ 31 h 139"/>
                  <a:gd name="T14" fmla="*/ 12 w 26"/>
                  <a:gd name="T15" fmla="*/ 43 h 139"/>
                  <a:gd name="T16" fmla="*/ 10 w 26"/>
                  <a:gd name="T17" fmla="*/ 43 h 139"/>
                  <a:gd name="T18" fmla="*/ 10 w 26"/>
                  <a:gd name="T19" fmla="*/ 47 h 139"/>
                  <a:gd name="T20" fmla="*/ 12 w 26"/>
                  <a:gd name="T21" fmla="*/ 50 h 139"/>
                  <a:gd name="T22" fmla="*/ 14 w 26"/>
                  <a:gd name="T23" fmla="*/ 61 h 139"/>
                  <a:gd name="T24" fmla="*/ 7 w 26"/>
                  <a:gd name="T25" fmla="*/ 83 h 139"/>
                  <a:gd name="T26" fmla="*/ 12 w 26"/>
                  <a:gd name="T27" fmla="*/ 103 h 139"/>
                  <a:gd name="T28" fmla="*/ 12 w 26"/>
                  <a:gd name="T29" fmla="*/ 116 h 139"/>
                  <a:gd name="T30" fmla="*/ 6 w 26"/>
                  <a:gd name="T31" fmla="*/ 135 h 139"/>
                  <a:gd name="T32" fmla="*/ 2 w 26"/>
                  <a:gd name="T33" fmla="*/ 139 h 139"/>
                  <a:gd name="T34" fmla="*/ 0 w 26"/>
                  <a:gd name="T35" fmla="*/ 139 h 139"/>
                  <a:gd name="T36" fmla="*/ 1 w 26"/>
                  <a:gd name="T37" fmla="*/ 139 h 139"/>
                  <a:gd name="T38" fmla="*/ 4 w 26"/>
                  <a:gd name="T39" fmla="*/ 139 h 139"/>
                  <a:gd name="T40" fmla="*/ 8 w 26"/>
                  <a:gd name="T41" fmla="*/ 135 h 139"/>
                  <a:gd name="T42" fmla="*/ 14 w 26"/>
                  <a:gd name="T43" fmla="*/ 116 h 139"/>
                  <a:gd name="T44" fmla="*/ 14 w 26"/>
                  <a:gd name="T45" fmla="*/ 110 h 139"/>
                  <a:gd name="T46" fmla="*/ 14 w 26"/>
                  <a:gd name="T47" fmla="*/ 103 h 139"/>
                  <a:gd name="T48" fmla="*/ 9 w 26"/>
                  <a:gd name="T49" fmla="*/ 84 h 139"/>
                  <a:gd name="T50" fmla="*/ 9 w 26"/>
                  <a:gd name="T51" fmla="*/ 83 h 139"/>
                  <a:gd name="T52" fmla="*/ 16 w 26"/>
                  <a:gd name="T53" fmla="*/ 64 h 139"/>
                  <a:gd name="T54" fmla="*/ 17 w 26"/>
                  <a:gd name="T55" fmla="*/ 61 h 139"/>
                  <a:gd name="T56" fmla="*/ 16 w 26"/>
                  <a:gd name="T57" fmla="*/ 55 h 139"/>
                  <a:gd name="T58" fmla="*/ 14 w 26"/>
                  <a:gd name="T59" fmla="*/ 50 h 139"/>
                  <a:gd name="T60" fmla="*/ 12 w 26"/>
                  <a:gd name="T61" fmla="*/ 47 h 139"/>
                  <a:gd name="T62" fmla="*/ 12 w 26"/>
                  <a:gd name="T63" fmla="*/ 46 h 139"/>
                  <a:gd name="T64" fmla="*/ 13 w 26"/>
                  <a:gd name="T65" fmla="*/ 43 h 139"/>
                  <a:gd name="T66" fmla="*/ 14 w 26"/>
                  <a:gd name="T67" fmla="*/ 43 h 139"/>
                  <a:gd name="T68" fmla="*/ 22 w 26"/>
                  <a:gd name="T69" fmla="*/ 31 h 139"/>
                  <a:gd name="T70" fmla="*/ 22 w 26"/>
                  <a:gd name="T71" fmla="*/ 30 h 139"/>
                  <a:gd name="T72" fmla="*/ 23 w 26"/>
                  <a:gd name="T73" fmla="*/ 25 h 139"/>
                  <a:gd name="T74" fmla="*/ 23 w 26"/>
                  <a:gd name="T75" fmla="*/ 23 h 139"/>
                  <a:gd name="T76" fmla="*/ 26 w 26"/>
                  <a:gd name="T77" fmla="*/ 17 h 139"/>
                  <a:gd name="T78" fmla="*/ 26 w 26"/>
                  <a:gd name="T79" fmla="*/ 16 h 139"/>
                  <a:gd name="T80" fmla="*/ 24 w 26"/>
                  <a:gd name="T81" fmla="*/ 13 h 139"/>
                  <a:gd name="T82" fmla="*/ 21 w 26"/>
                  <a:gd name="T83" fmla="*/ 8 h 139"/>
                  <a:gd name="T84" fmla="*/ 11 w 26"/>
                  <a:gd name="T85" fmla="*/ 1 h 139"/>
                  <a:gd name="T86" fmla="*/ 6 w 26"/>
                  <a:gd name="T8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6" h="139">
                    <a:moveTo>
                      <a:pt x="6" y="0"/>
                    </a:moveTo>
                    <a:cubicBezTo>
                      <a:pt x="5" y="0"/>
                      <a:pt x="5" y="0"/>
                      <a:pt x="4" y="0"/>
                    </a:cubicBezTo>
                    <a:cubicBezTo>
                      <a:pt x="6" y="0"/>
                      <a:pt x="7" y="1"/>
                      <a:pt x="9" y="1"/>
                    </a:cubicBezTo>
                    <a:cubicBezTo>
                      <a:pt x="14" y="4"/>
                      <a:pt x="18" y="8"/>
                      <a:pt x="22" y="12"/>
                    </a:cubicBezTo>
                    <a:cubicBezTo>
                      <a:pt x="23" y="13"/>
                      <a:pt x="23" y="14"/>
                      <a:pt x="23" y="16"/>
                    </a:cubicBezTo>
                    <a:cubicBezTo>
                      <a:pt x="24" y="19"/>
                      <a:pt x="21" y="22"/>
                      <a:pt x="20" y="25"/>
                    </a:cubicBezTo>
                    <a:cubicBezTo>
                      <a:pt x="20" y="27"/>
                      <a:pt x="20" y="29"/>
                      <a:pt x="20" y="31"/>
                    </a:cubicBezTo>
                    <a:cubicBezTo>
                      <a:pt x="20" y="36"/>
                      <a:pt x="17" y="40"/>
                      <a:pt x="12" y="43"/>
                    </a:cubicBezTo>
                    <a:cubicBezTo>
                      <a:pt x="11" y="43"/>
                      <a:pt x="11" y="43"/>
                      <a:pt x="10" y="43"/>
                    </a:cubicBezTo>
                    <a:cubicBezTo>
                      <a:pt x="9" y="44"/>
                      <a:pt x="9" y="46"/>
                      <a:pt x="10" y="47"/>
                    </a:cubicBezTo>
                    <a:cubicBezTo>
                      <a:pt x="10" y="48"/>
                      <a:pt x="11" y="49"/>
                      <a:pt x="12" y="50"/>
                    </a:cubicBezTo>
                    <a:cubicBezTo>
                      <a:pt x="14" y="53"/>
                      <a:pt x="15" y="57"/>
                      <a:pt x="14" y="61"/>
                    </a:cubicBezTo>
                    <a:cubicBezTo>
                      <a:pt x="13" y="69"/>
                      <a:pt x="7" y="75"/>
                      <a:pt x="7" y="83"/>
                    </a:cubicBezTo>
                    <a:cubicBezTo>
                      <a:pt x="6" y="90"/>
                      <a:pt x="10" y="96"/>
                      <a:pt x="12" y="103"/>
                    </a:cubicBezTo>
                    <a:cubicBezTo>
                      <a:pt x="12" y="107"/>
                      <a:pt x="12" y="112"/>
                      <a:pt x="12" y="116"/>
                    </a:cubicBezTo>
                    <a:cubicBezTo>
                      <a:pt x="11" y="123"/>
                      <a:pt x="9" y="130"/>
                      <a:pt x="6" y="135"/>
                    </a:cubicBezTo>
                    <a:cubicBezTo>
                      <a:pt x="5" y="137"/>
                      <a:pt x="4" y="138"/>
                      <a:pt x="2" y="139"/>
                    </a:cubicBezTo>
                    <a:cubicBezTo>
                      <a:pt x="1" y="139"/>
                      <a:pt x="0" y="139"/>
                      <a:pt x="0" y="139"/>
                    </a:cubicBezTo>
                    <a:cubicBezTo>
                      <a:pt x="0" y="139"/>
                      <a:pt x="0" y="139"/>
                      <a:pt x="1" y="139"/>
                    </a:cubicBezTo>
                    <a:cubicBezTo>
                      <a:pt x="2" y="139"/>
                      <a:pt x="3" y="139"/>
                      <a:pt x="4" y="139"/>
                    </a:cubicBezTo>
                    <a:cubicBezTo>
                      <a:pt x="6" y="138"/>
                      <a:pt x="7" y="137"/>
                      <a:pt x="8" y="135"/>
                    </a:cubicBezTo>
                    <a:cubicBezTo>
                      <a:pt x="12" y="130"/>
                      <a:pt x="14" y="123"/>
                      <a:pt x="14" y="116"/>
                    </a:cubicBezTo>
                    <a:cubicBezTo>
                      <a:pt x="14" y="114"/>
                      <a:pt x="14" y="112"/>
                      <a:pt x="14" y="110"/>
                    </a:cubicBezTo>
                    <a:cubicBezTo>
                      <a:pt x="14" y="108"/>
                      <a:pt x="14" y="105"/>
                      <a:pt x="14" y="103"/>
                    </a:cubicBezTo>
                    <a:cubicBezTo>
                      <a:pt x="13" y="97"/>
                      <a:pt x="9" y="91"/>
                      <a:pt x="9" y="84"/>
                    </a:cubicBezTo>
                    <a:cubicBezTo>
                      <a:pt x="9" y="84"/>
                      <a:pt x="9" y="83"/>
                      <a:pt x="9" y="83"/>
                    </a:cubicBezTo>
                    <a:cubicBezTo>
                      <a:pt x="10" y="76"/>
                      <a:pt x="14" y="71"/>
                      <a:pt x="16" y="64"/>
                    </a:cubicBezTo>
                    <a:cubicBezTo>
                      <a:pt x="16" y="63"/>
                      <a:pt x="17" y="62"/>
                      <a:pt x="17" y="61"/>
                    </a:cubicBezTo>
                    <a:cubicBezTo>
                      <a:pt x="17" y="59"/>
                      <a:pt x="17" y="57"/>
                      <a:pt x="16" y="55"/>
                    </a:cubicBezTo>
                    <a:cubicBezTo>
                      <a:pt x="16" y="53"/>
                      <a:pt x="15" y="52"/>
                      <a:pt x="14" y="50"/>
                    </a:cubicBezTo>
                    <a:cubicBezTo>
                      <a:pt x="13" y="49"/>
                      <a:pt x="12" y="48"/>
                      <a:pt x="12" y="47"/>
                    </a:cubicBezTo>
                    <a:cubicBezTo>
                      <a:pt x="12" y="47"/>
                      <a:pt x="12" y="46"/>
                      <a:pt x="12" y="46"/>
                    </a:cubicBezTo>
                    <a:cubicBezTo>
                      <a:pt x="12" y="45"/>
                      <a:pt x="12" y="44"/>
                      <a:pt x="13" y="43"/>
                    </a:cubicBezTo>
                    <a:cubicBezTo>
                      <a:pt x="13" y="43"/>
                      <a:pt x="14" y="43"/>
                      <a:pt x="14" y="43"/>
                    </a:cubicBezTo>
                    <a:cubicBezTo>
                      <a:pt x="19" y="40"/>
                      <a:pt x="22" y="36"/>
                      <a:pt x="22" y="31"/>
                    </a:cubicBezTo>
                    <a:cubicBezTo>
                      <a:pt x="22" y="30"/>
                      <a:pt x="22" y="30"/>
                      <a:pt x="22" y="30"/>
                    </a:cubicBezTo>
                    <a:cubicBezTo>
                      <a:pt x="22" y="29"/>
                      <a:pt x="22" y="27"/>
                      <a:pt x="23" y="25"/>
                    </a:cubicBezTo>
                    <a:cubicBezTo>
                      <a:pt x="23" y="24"/>
                      <a:pt x="23" y="24"/>
                      <a:pt x="23" y="23"/>
                    </a:cubicBezTo>
                    <a:cubicBezTo>
                      <a:pt x="24" y="21"/>
                      <a:pt x="26" y="19"/>
                      <a:pt x="26" y="17"/>
                    </a:cubicBezTo>
                    <a:cubicBezTo>
                      <a:pt x="26" y="17"/>
                      <a:pt x="26" y="16"/>
                      <a:pt x="26" y="16"/>
                    </a:cubicBezTo>
                    <a:cubicBezTo>
                      <a:pt x="26" y="15"/>
                      <a:pt x="25" y="13"/>
                      <a:pt x="24" y="13"/>
                    </a:cubicBezTo>
                    <a:cubicBezTo>
                      <a:pt x="23" y="11"/>
                      <a:pt x="22" y="9"/>
                      <a:pt x="21" y="8"/>
                    </a:cubicBezTo>
                    <a:cubicBezTo>
                      <a:pt x="18" y="5"/>
                      <a:pt x="15" y="3"/>
                      <a:pt x="11" y="1"/>
                    </a:cubicBezTo>
                    <a:cubicBezTo>
                      <a:pt x="10" y="1"/>
                      <a:pt x="8" y="0"/>
                      <a:pt x="6" y="0"/>
                    </a:cubicBezTo>
                  </a:path>
                </a:pathLst>
              </a:custGeom>
              <a:solidFill>
                <a:srgbClr val="2A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1" name="ïŝļïďe" descr="1fade0b6-9680-4751-94ff-88382a93d90e">
                <a:extLst>
                  <a:ext uri="{FF2B5EF4-FFF2-40B4-BE49-F238E27FC236}">
                    <a16:creationId xmlns:a16="http://schemas.microsoft.com/office/drawing/2014/main" id="{5A6B8526-C742-4B1B-8B89-BA16DA5A153D}"/>
                  </a:ext>
                </a:extLst>
              </p:cNvPr>
              <p:cNvSpPr/>
              <p:nvPr/>
            </p:nvSpPr>
            <p:spPr bwMode="auto">
              <a:xfrm>
                <a:off x="3479983" y="40445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2" name="iS1íḋè" descr="53b98b50-53d4-45eb-aa12-15ff1fa57a98">
                <a:extLst>
                  <a:ext uri="{FF2B5EF4-FFF2-40B4-BE49-F238E27FC236}">
                    <a16:creationId xmlns:a16="http://schemas.microsoft.com/office/drawing/2014/main" id="{E58D035C-6A33-45D0-8638-740E8DBE865D}"/>
                  </a:ext>
                </a:extLst>
              </p:cNvPr>
              <p:cNvSpPr/>
              <p:nvPr/>
            </p:nvSpPr>
            <p:spPr bwMode="auto">
              <a:xfrm>
                <a:off x="3470010" y="4042372"/>
                <a:ext cx="9974" cy="3325"/>
              </a:xfrm>
              <a:custGeom>
                <a:avLst/>
                <a:gdLst>
                  <a:gd name="T0" fmla="*/ 0 w 11"/>
                  <a:gd name="T1" fmla="*/ 0 h 4"/>
                  <a:gd name="T2" fmla="*/ 8 w 11"/>
                  <a:gd name="T3" fmla="*/ 4 h 4"/>
                  <a:gd name="T4" fmla="*/ 11 w 11"/>
                  <a:gd name="T5" fmla="*/ 3 h 4"/>
                  <a:gd name="T6" fmla="*/ 11 w 11"/>
                  <a:gd name="T7" fmla="*/ 3 h 4"/>
                  <a:gd name="T8" fmla="*/ 0 w 1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4">
                    <a:moveTo>
                      <a:pt x="0" y="0"/>
                    </a:moveTo>
                    <a:cubicBezTo>
                      <a:pt x="2" y="2"/>
                      <a:pt x="5" y="4"/>
                      <a:pt x="8" y="4"/>
                    </a:cubicBezTo>
                    <a:cubicBezTo>
                      <a:pt x="9" y="4"/>
                      <a:pt x="10" y="4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3" name="ïŝļiḑè" descr="f7686b17-27f0-43b3-9762-e35d4ce337f0">
                <a:extLst>
                  <a:ext uri="{FF2B5EF4-FFF2-40B4-BE49-F238E27FC236}">
                    <a16:creationId xmlns:a16="http://schemas.microsoft.com/office/drawing/2014/main" id="{1BA95F01-8F5C-4CDD-B4D8-A87D4D98325E}"/>
                  </a:ext>
                </a:extLst>
              </p:cNvPr>
              <p:cNvSpPr/>
              <p:nvPr/>
            </p:nvSpPr>
            <p:spPr bwMode="auto">
              <a:xfrm>
                <a:off x="3508796" y="4155407"/>
                <a:ext cx="4433" cy="1109"/>
              </a:xfrm>
              <a:custGeom>
                <a:avLst/>
                <a:gdLst>
                  <a:gd name="T0" fmla="*/ 5 w 5"/>
                  <a:gd name="T1" fmla="*/ 0 h 2"/>
                  <a:gd name="T2" fmla="*/ 0 w 5"/>
                  <a:gd name="T3" fmla="*/ 2 h 2"/>
                  <a:gd name="T4" fmla="*/ 1 w 5"/>
                  <a:gd name="T5" fmla="*/ 2 h 2"/>
                  <a:gd name="T6" fmla="*/ 5 w 5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2">
                    <a:moveTo>
                      <a:pt x="5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3" y="2"/>
                      <a:pt x="4" y="1"/>
                      <a:pt x="5" y="0"/>
                    </a:cubicBezTo>
                  </a:path>
                </a:pathLst>
              </a:custGeom>
              <a:solidFill>
                <a:srgbClr val="DF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4" name="íślîḍê" descr="6dd617c2-e674-4507-9181-6d988b34abb6">
                <a:extLst>
                  <a:ext uri="{FF2B5EF4-FFF2-40B4-BE49-F238E27FC236}">
                    <a16:creationId xmlns:a16="http://schemas.microsoft.com/office/drawing/2014/main" id="{CDAB55F0-4F5C-4125-8449-81B4C05C5988}"/>
                  </a:ext>
                </a:extLst>
              </p:cNvPr>
              <p:cNvSpPr/>
              <p:nvPr/>
            </p:nvSpPr>
            <p:spPr bwMode="auto">
              <a:xfrm>
                <a:off x="2325260" y="4075618"/>
                <a:ext cx="216095" cy="186174"/>
              </a:xfrm>
              <a:custGeom>
                <a:avLst/>
                <a:gdLst>
                  <a:gd name="T0" fmla="*/ 185 w 256"/>
                  <a:gd name="T1" fmla="*/ 113 h 220"/>
                  <a:gd name="T2" fmla="*/ 238 w 256"/>
                  <a:gd name="T3" fmla="*/ 82 h 220"/>
                  <a:gd name="T4" fmla="*/ 211 w 256"/>
                  <a:gd name="T5" fmla="*/ 49 h 220"/>
                  <a:gd name="T6" fmla="*/ 111 w 256"/>
                  <a:gd name="T7" fmla="*/ 80 h 220"/>
                  <a:gd name="T8" fmla="*/ 189 w 256"/>
                  <a:gd name="T9" fmla="*/ 34 h 220"/>
                  <a:gd name="T10" fmla="*/ 16 w 256"/>
                  <a:gd name="T11" fmla="*/ 85 h 220"/>
                  <a:gd name="T12" fmla="*/ 0 w 256"/>
                  <a:gd name="T13" fmla="*/ 146 h 220"/>
                  <a:gd name="T14" fmla="*/ 128 w 256"/>
                  <a:gd name="T15" fmla="*/ 220 h 220"/>
                  <a:gd name="T16" fmla="*/ 256 w 256"/>
                  <a:gd name="T17" fmla="*/ 146 h 220"/>
                  <a:gd name="T18" fmla="*/ 245 w 256"/>
                  <a:gd name="T19" fmla="*/ 94 h 220"/>
                  <a:gd name="T20" fmla="*/ 185 w 256"/>
                  <a:gd name="T21" fmla="*/ 113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6" h="220">
                    <a:moveTo>
                      <a:pt x="185" y="113"/>
                    </a:moveTo>
                    <a:cubicBezTo>
                      <a:pt x="238" y="82"/>
                      <a:pt x="238" y="82"/>
                      <a:pt x="238" y="82"/>
                    </a:cubicBezTo>
                    <a:cubicBezTo>
                      <a:pt x="231" y="69"/>
                      <a:pt x="222" y="58"/>
                      <a:pt x="211" y="49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189" y="34"/>
                      <a:pt x="189" y="34"/>
                      <a:pt x="189" y="34"/>
                    </a:cubicBezTo>
                    <a:cubicBezTo>
                      <a:pt x="127" y="0"/>
                      <a:pt x="50" y="23"/>
                      <a:pt x="16" y="85"/>
                    </a:cubicBezTo>
                    <a:cubicBezTo>
                      <a:pt x="5" y="104"/>
                      <a:pt x="0" y="125"/>
                      <a:pt x="0" y="146"/>
                    </a:cubicBezTo>
                    <a:cubicBezTo>
                      <a:pt x="0" y="217"/>
                      <a:pt x="57" y="220"/>
                      <a:pt x="128" y="220"/>
                    </a:cubicBezTo>
                    <a:cubicBezTo>
                      <a:pt x="199" y="220"/>
                      <a:pt x="256" y="217"/>
                      <a:pt x="256" y="146"/>
                    </a:cubicBezTo>
                    <a:cubicBezTo>
                      <a:pt x="256" y="128"/>
                      <a:pt x="252" y="111"/>
                      <a:pt x="245" y="94"/>
                    </a:cubicBezTo>
                    <a:cubicBezTo>
                      <a:pt x="185" y="113"/>
                      <a:pt x="185" y="113"/>
                      <a:pt x="185" y="113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5" name="ïŝlîḑé" descr="78895f8b-4c39-4471-b05c-c8dd08de7e24">
                <a:extLst>
                  <a:ext uri="{FF2B5EF4-FFF2-40B4-BE49-F238E27FC236}">
                    <a16:creationId xmlns:a16="http://schemas.microsoft.com/office/drawing/2014/main" id="{A51203A0-B45E-43BD-B468-F1DCC266E1AC}"/>
                  </a:ext>
                </a:extLst>
              </p:cNvPr>
              <p:cNvSpPr/>
              <p:nvPr/>
            </p:nvSpPr>
            <p:spPr bwMode="auto">
              <a:xfrm>
                <a:off x="2325260" y="4196410"/>
                <a:ext cx="0" cy="2216"/>
              </a:xfrm>
              <a:custGeom>
                <a:avLst/>
                <a:gdLst>
                  <a:gd name="T0" fmla="*/ 0 h 3"/>
                  <a:gd name="T1" fmla="*/ 3 h 3"/>
                  <a:gd name="T2" fmla="*/ 3 h 3"/>
                  <a:gd name="T3" fmla="*/ 0 h 3"/>
                  <a:gd name="T4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5E5E5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6" name="íş1îḓé" descr="4b2af67c-9bc6-41ca-a2b7-b347add056f5">
                <a:extLst>
                  <a:ext uri="{FF2B5EF4-FFF2-40B4-BE49-F238E27FC236}">
                    <a16:creationId xmlns:a16="http://schemas.microsoft.com/office/drawing/2014/main" id="{B403C2A4-8620-47CA-9109-E8A58E0EC9E4}"/>
                  </a:ext>
                </a:extLst>
              </p:cNvPr>
              <p:cNvSpPr/>
              <p:nvPr/>
            </p:nvSpPr>
            <p:spPr bwMode="auto">
              <a:xfrm>
                <a:off x="2325260" y="4162056"/>
                <a:ext cx="6649" cy="34354"/>
              </a:xfrm>
              <a:custGeom>
                <a:avLst/>
                <a:gdLst>
                  <a:gd name="T0" fmla="*/ 8 w 8"/>
                  <a:gd name="T1" fmla="*/ 0 h 40"/>
                  <a:gd name="T2" fmla="*/ 8 w 8"/>
                  <a:gd name="T3" fmla="*/ 0 h 40"/>
                  <a:gd name="T4" fmla="*/ 0 w 8"/>
                  <a:gd name="T5" fmla="*/ 40 h 40"/>
                  <a:gd name="T6" fmla="*/ 0 w 8"/>
                  <a:gd name="T7" fmla="*/ 40 h 40"/>
                  <a:gd name="T8" fmla="*/ 8 w 8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40"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13"/>
                      <a:pt x="0" y="26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26"/>
                      <a:pt x="3" y="13"/>
                      <a:pt x="8" y="0"/>
                    </a:cubicBezTo>
                  </a:path>
                </a:pathLst>
              </a:custGeom>
              <a:solidFill>
                <a:srgbClr val="39374D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7" name="íśļîḑe" descr="b70e72d1-e8ba-4394-9cd5-051022d6380c">
                <a:extLst>
                  <a:ext uri="{FF2B5EF4-FFF2-40B4-BE49-F238E27FC236}">
                    <a16:creationId xmlns:a16="http://schemas.microsoft.com/office/drawing/2014/main" id="{EB5DDA47-2CC9-4B50-85C7-D8AE725BF12C}"/>
                  </a:ext>
                </a:extLst>
              </p:cNvPr>
              <p:cNvSpPr/>
              <p:nvPr/>
            </p:nvSpPr>
            <p:spPr bwMode="auto">
              <a:xfrm>
                <a:off x="2433861" y="4261792"/>
                <a:ext cx="1109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solidFill>
                <a:srgbClr val="39374D">
                  <a:alpha val="15000"/>
                </a:srgb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8" name="íšļidê" descr="3187c1d6-9655-4830-a61e-288d0c721e46">
                <a:extLst>
                  <a:ext uri="{FF2B5EF4-FFF2-40B4-BE49-F238E27FC236}">
                    <a16:creationId xmlns:a16="http://schemas.microsoft.com/office/drawing/2014/main" id="{2EB710D7-48C3-4007-A965-AD0EB0D2DE7F}"/>
                  </a:ext>
                </a:extLst>
              </p:cNvPr>
              <p:cNvSpPr/>
              <p:nvPr/>
            </p:nvSpPr>
            <p:spPr bwMode="auto">
              <a:xfrm>
                <a:off x="2325260" y="4159839"/>
                <a:ext cx="182850" cy="101953"/>
              </a:xfrm>
              <a:custGeom>
                <a:avLst/>
                <a:gdLst>
                  <a:gd name="T0" fmla="*/ 25 w 216"/>
                  <a:gd name="T1" fmla="*/ 0 h 120"/>
                  <a:gd name="T2" fmla="*/ 17 w 216"/>
                  <a:gd name="T3" fmla="*/ 1 h 120"/>
                  <a:gd name="T4" fmla="*/ 8 w 216"/>
                  <a:gd name="T5" fmla="*/ 3 h 120"/>
                  <a:gd name="T6" fmla="*/ 0 w 216"/>
                  <a:gd name="T7" fmla="*/ 43 h 120"/>
                  <a:gd name="T8" fmla="*/ 0 w 216"/>
                  <a:gd name="T9" fmla="*/ 46 h 120"/>
                  <a:gd name="T10" fmla="*/ 128 w 216"/>
                  <a:gd name="T11" fmla="*/ 120 h 120"/>
                  <a:gd name="T12" fmla="*/ 128 w 216"/>
                  <a:gd name="T13" fmla="*/ 120 h 120"/>
                  <a:gd name="T14" fmla="*/ 130 w 216"/>
                  <a:gd name="T15" fmla="*/ 120 h 120"/>
                  <a:gd name="T16" fmla="*/ 216 w 216"/>
                  <a:gd name="T17" fmla="*/ 110 h 120"/>
                  <a:gd name="T18" fmla="*/ 212 w 216"/>
                  <a:gd name="T19" fmla="*/ 103 h 120"/>
                  <a:gd name="T20" fmla="*/ 199 w 216"/>
                  <a:gd name="T21" fmla="*/ 82 h 120"/>
                  <a:gd name="T22" fmla="*/ 180 w 216"/>
                  <a:gd name="T23" fmla="*/ 67 h 120"/>
                  <a:gd name="T24" fmla="*/ 149 w 216"/>
                  <a:gd name="T25" fmla="*/ 52 h 120"/>
                  <a:gd name="T26" fmla="*/ 137 w 216"/>
                  <a:gd name="T27" fmla="*/ 51 h 120"/>
                  <a:gd name="T28" fmla="*/ 130 w 216"/>
                  <a:gd name="T29" fmla="*/ 51 h 120"/>
                  <a:gd name="T30" fmla="*/ 124 w 216"/>
                  <a:gd name="T31" fmla="*/ 51 h 120"/>
                  <a:gd name="T32" fmla="*/ 118 w 216"/>
                  <a:gd name="T33" fmla="*/ 51 h 120"/>
                  <a:gd name="T34" fmla="*/ 72 w 216"/>
                  <a:gd name="T35" fmla="*/ 29 h 120"/>
                  <a:gd name="T36" fmla="*/ 50 w 216"/>
                  <a:gd name="T37" fmla="*/ 7 h 120"/>
                  <a:gd name="T38" fmla="*/ 25 w 216"/>
                  <a:gd name="T39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6" h="120">
                    <a:moveTo>
                      <a:pt x="25" y="0"/>
                    </a:moveTo>
                    <a:cubicBezTo>
                      <a:pt x="23" y="0"/>
                      <a:pt x="20" y="1"/>
                      <a:pt x="17" y="1"/>
                    </a:cubicBezTo>
                    <a:cubicBezTo>
                      <a:pt x="14" y="1"/>
                      <a:pt x="11" y="2"/>
                      <a:pt x="8" y="3"/>
                    </a:cubicBezTo>
                    <a:cubicBezTo>
                      <a:pt x="3" y="16"/>
                      <a:pt x="0" y="29"/>
                      <a:pt x="0" y="43"/>
                    </a:cubicBezTo>
                    <a:cubicBezTo>
                      <a:pt x="0" y="44"/>
                      <a:pt x="0" y="45"/>
                      <a:pt x="0" y="46"/>
                    </a:cubicBezTo>
                    <a:cubicBezTo>
                      <a:pt x="0" y="117"/>
                      <a:pt x="57" y="120"/>
                      <a:pt x="128" y="120"/>
                    </a:cubicBezTo>
                    <a:cubicBezTo>
                      <a:pt x="128" y="120"/>
                      <a:pt x="128" y="120"/>
                      <a:pt x="128" y="120"/>
                    </a:cubicBezTo>
                    <a:cubicBezTo>
                      <a:pt x="129" y="120"/>
                      <a:pt x="129" y="120"/>
                      <a:pt x="130" y="120"/>
                    </a:cubicBezTo>
                    <a:cubicBezTo>
                      <a:pt x="163" y="120"/>
                      <a:pt x="194" y="119"/>
                      <a:pt x="216" y="110"/>
                    </a:cubicBezTo>
                    <a:cubicBezTo>
                      <a:pt x="212" y="103"/>
                      <a:pt x="212" y="103"/>
                      <a:pt x="212" y="103"/>
                    </a:cubicBezTo>
                    <a:cubicBezTo>
                      <a:pt x="209" y="95"/>
                      <a:pt x="204" y="88"/>
                      <a:pt x="199" y="82"/>
                    </a:cubicBezTo>
                    <a:cubicBezTo>
                      <a:pt x="193" y="76"/>
                      <a:pt x="187" y="71"/>
                      <a:pt x="180" y="67"/>
                    </a:cubicBezTo>
                    <a:cubicBezTo>
                      <a:pt x="170" y="61"/>
                      <a:pt x="160" y="54"/>
                      <a:pt x="149" y="52"/>
                    </a:cubicBezTo>
                    <a:cubicBezTo>
                      <a:pt x="145" y="51"/>
                      <a:pt x="141" y="51"/>
                      <a:pt x="137" y="51"/>
                    </a:cubicBezTo>
                    <a:cubicBezTo>
                      <a:pt x="134" y="51"/>
                      <a:pt x="132" y="51"/>
                      <a:pt x="130" y="51"/>
                    </a:cubicBezTo>
                    <a:cubicBezTo>
                      <a:pt x="128" y="51"/>
                      <a:pt x="126" y="51"/>
                      <a:pt x="124" y="51"/>
                    </a:cubicBezTo>
                    <a:cubicBezTo>
                      <a:pt x="122" y="51"/>
                      <a:pt x="120" y="51"/>
                      <a:pt x="118" y="51"/>
                    </a:cubicBezTo>
                    <a:cubicBezTo>
                      <a:pt x="101" y="50"/>
                      <a:pt x="84" y="42"/>
                      <a:pt x="72" y="29"/>
                    </a:cubicBezTo>
                    <a:cubicBezTo>
                      <a:pt x="64" y="22"/>
                      <a:pt x="59" y="13"/>
                      <a:pt x="50" y="7"/>
                    </a:cubicBezTo>
                    <a:cubicBezTo>
                      <a:pt x="42" y="3"/>
                      <a:pt x="34" y="0"/>
                      <a:pt x="25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79" name="iś1íḑe" descr="f1f02243-4ac6-4f0e-872f-1d775bd0b682">
                <a:extLst>
                  <a:ext uri="{FF2B5EF4-FFF2-40B4-BE49-F238E27FC236}">
                    <a16:creationId xmlns:a16="http://schemas.microsoft.com/office/drawing/2014/main" id="{05EAD34E-07F2-4AF0-9DB8-7C97BEE069AB}"/>
                  </a:ext>
                </a:extLst>
              </p:cNvPr>
              <p:cNvSpPr/>
              <p:nvPr/>
            </p:nvSpPr>
            <p:spPr bwMode="auto">
              <a:xfrm>
                <a:off x="4961620" y="4075618"/>
                <a:ext cx="216095" cy="186174"/>
              </a:xfrm>
              <a:custGeom>
                <a:avLst/>
                <a:gdLst>
                  <a:gd name="T0" fmla="*/ 185 w 256"/>
                  <a:gd name="T1" fmla="*/ 113 h 220"/>
                  <a:gd name="T2" fmla="*/ 238 w 256"/>
                  <a:gd name="T3" fmla="*/ 82 h 220"/>
                  <a:gd name="T4" fmla="*/ 211 w 256"/>
                  <a:gd name="T5" fmla="*/ 49 h 220"/>
                  <a:gd name="T6" fmla="*/ 111 w 256"/>
                  <a:gd name="T7" fmla="*/ 80 h 220"/>
                  <a:gd name="T8" fmla="*/ 189 w 256"/>
                  <a:gd name="T9" fmla="*/ 34 h 220"/>
                  <a:gd name="T10" fmla="*/ 16 w 256"/>
                  <a:gd name="T11" fmla="*/ 85 h 220"/>
                  <a:gd name="T12" fmla="*/ 0 w 256"/>
                  <a:gd name="T13" fmla="*/ 146 h 220"/>
                  <a:gd name="T14" fmla="*/ 128 w 256"/>
                  <a:gd name="T15" fmla="*/ 220 h 220"/>
                  <a:gd name="T16" fmla="*/ 256 w 256"/>
                  <a:gd name="T17" fmla="*/ 146 h 220"/>
                  <a:gd name="T18" fmla="*/ 245 w 256"/>
                  <a:gd name="T19" fmla="*/ 94 h 220"/>
                  <a:gd name="T20" fmla="*/ 185 w 256"/>
                  <a:gd name="T21" fmla="*/ 113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6" h="220">
                    <a:moveTo>
                      <a:pt x="185" y="113"/>
                    </a:moveTo>
                    <a:cubicBezTo>
                      <a:pt x="238" y="82"/>
                      <a:pt x="238" y="82"/>
                      <a:pt x="238" y="82"/>
                    </a:cubicBezTo>
                    <a:cubicBezTo>
                      <a:pt x="231" y="69"/>
                      <a:pt x="222" y="58"/>
                      <a:pt x="211" y="49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189" y="34"/>
                      <a:pt x="189" y="34"/>
                      <a:pt x="189" y="34"/>
                    </a:cubicBezTo>
                    <a:cubicBezTo>
                      <a:pt x="127" y="0"/>
                      <a:pt x="50" y="23"/>
                      <a:pt x="16" y="85"/>
                    </a:cubicBezTo>
                    <a:cubicBezTo>
                      <a:pt x="5" y="104"/>
                      <a:pt x="0" y="125"/>
                      <a:pt x="0" y="146"/>
                    </a:cubicBezTo>
                    <a:cubicBezTo>
                      <a:pt x="0" y="217"/>
                      <a:pt x="57" y="220"/>
                      <a:pt x="128" y="220"/>
                    </a:cubicBezTo>
                    <a:cubicBezTo>
                      <a:pt x="199" y="220"/>
                      <a:pt x="256" y="217"/>
                      <a:pt x="256" y="146"/>
                    </a:cubicBezTo>
                    <a:cubicBezTo>
                      <a:pt x="256" y="128"/>
                      <a:pt x="252" y="111"/>
                      <a:pt x="245" y="94"/>
                    </a:cubicBezTo>
                    <a:cubicBezTo>
                      <a:pt x="185" y="113"/>
                      <a:pt x="185" y="113"/>
                      <a:pt x="185" y="113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0" name="íŝļîďé" descr="d0c2b121-4127-4015-a6e5-af6d5f0606bd">
                <a:extLst>
                  <a:ext uri="{FF2B5EF4-FFF2-40B4-BE49-F238E27FC236}">
                    <a16:creationId xmlns:a16="http://schemas.microsoft.com/office/drawing/2014/main" id="{7E328C64-7F48-4DEC-8B46-BC15405C4BC2}"/>
                  </a:ext>
                </a:extLst>
              </p:cNvPr>
              <p:cNvSpPr/>
              <p:nvPr/>
            </p:nvSpPr>
            <p:spPr bwMode="auto">
              <a:xfrm>
                <a:off x="4961620" y="4162056"/>
                <a:ext cx="6649" cy="36570"/>
              </a:xfrm>
              <a:custGeom>
                <a:avLst/>
                <a:gdLst>
                  <a:gd name="T0" fmla="*/ 8 w 8"/>
                  <a:gd name="T1" fmla="*/ 0 h 43"/>
                  <a:gd name="T2" fmla="*/ 8 w 8"/>
                  <a:gd name="T3" fmla="*/ 0 h 43"/>
                  <a:gd name="T4" fmla="*/ 0 w 8"/>
                  <a:gd name="T5" fmla="*/ 43 h 43"/>
                  <a:gd name="T6" fmla="*/ 0 w 8"/>
                  <a:gd name="T7" fmla="*/ 43 h 43"/>
                  <a:gd name="T8" fmla="*/ 8 w 8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43"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14"/>
                      <a:pt x="0" y="29"/>
                      <a:pt x="0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29"/>
                      <a:pt x="3" y="14"/>
                      <a:pt x="8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1" name="iṧľïďé" descr="3d3e16f6-78ca-4c1d-a2dd-c22c13c5a025">
                <a:extLst>
                  <a:ext uri="{FF2B5EF4-FFF2-40B4-BE49-F238E27FC236}">
                    <a16:creationId xmlns:a16="http://schemas.microsoft.com/office/drawing/2014/main" id="{B363E779-1A8B-45A2-997B-35BD1C7DCD87}"/>
                  </a:ext>
                </a:extLst>
              </p:cNvPr>
              <p:cNvSpPr/>
              <p:nvPr/>
            </p:nvSpPr>
            <p:spPr bwMode="auto">
              <a:xfrm>
                <a:off x="5070222" y="4261792"/>
                <a:ext cx="1109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solidFill>
                <a:srgbClr val="3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2" name="îsḷïďê" descr="692fec32-9abf-44a2-a2e1-9cf6df034b9b">
                <a:extLst>
                  <a:ext uri="{FF2B5EF4-FFF2-40B4-BE49-F238E27FC236}">
                    <a16:creationId xmlns:a16="http://schemas.microsoft.com/office/drawing/2014/main" id="{6990E32E-800A-4FF8-8C13-68077418BC36}"/>
                  </a:ext>
                </a:extLst>
              </p:cNvPr>
              <p:cNvSpPr/>
              <p:nvPr/>
            </p:nvSpPr>
            <p:spPr bwMode="auto">
              <a:xfrm>
                <a:off x="4961620" y="4159839"/>
                <a:ext cx="182850" cy="101953"/>
              </a:xfrm>
              <a:custGeom>
                <a:avLst/>
                <a:gdLst>
                  <a:gd name="T0" fmla="*/ 25 w 216"/>
                  <a:gd name="T1" fmla="*/ 0 h 120"/>
                  <a:gd name="T2" fmla="*/ 17 w 216"/>
                  <a:gd name="T3" fmla="*/ 1 h 120"/>
                  <a:gd name="T4" fmla="*/ 8 w 216"/>
                  <a:gd name="T5" fmla="*/ 3 h 120"/>
                  <a:gd name="T6" fmla="*/ 0 w 216"/>
                  <a:gd name="T7" fmla="*/ 46 h 120"/>
                  <a:gd name="T8" fmla="*/ 128 w 216"/>
                  <a:gd name="T9" fmla="*/ 120 h 120"/>
                  <a:gd name="T10" fmla="*/ 128 w 216"/>
                  <a:gd name="T11" fmla="*/ 120 h 120"/>
                  <a:gd name="T12" fmla="*/ 130 w 216"/>
                  <a:gd name="T13" fmla="*/ 120 h 120"/>
                  <a:gd name="T14" fmla="*/ 216 w 216"/>
                  <a:gd name="T15" fmla="*/ 110 h 120"/>
                  <a:gd name="T16" fmla="*/ 212 w 216"/>
                  <a:gd name="T17" fmla="*/ 103 h 120"/>
                  <a:gd name="T18" fmla="*/ 199 w 216"/>
                  <a:gd name="T19" fmla="*/ 82 h 120"/>
                  <a:gd name="T20" fmla="*/ 180 w 216"/>
                  <a:gd name="T21" fmla="*/ 67 h 120"/>
                  <a:gd name="T22" fmla="*/ 149 w 216"/>
                  <a:gd name="T23" fmla="*/ 52 h 120"/>
                  <a:gd name="T24" fmla="*/ 137 w 216"/>
                  <a:gd name="T25" fmla="*/ 51 h 120"/>
                  <a:gd name="T26" fmla="*/ 130 w 216"/>
                  <a:gd name="T27" fmla="*/ 51 h 120"/>
                  <a:gd name="T28" fmla="*/ 124 w 216"/>
                  <a:gd name="T29" fmla="*/ 51 h 120"/>
                  <a:gd name="T30" fmla="*/ 118 w 216"/>
                  <a:gd name="T31" fmla="*/ 51 h 120"/>
                  <a:gd name="T32" fmla="*/ 72 w 216"/>
                  <a:gd name="T33" fmla="*/ 29 h 120"/>
                  <a:gd name="T34" fmla="*/ 50 w 216"/>
                  <a:gd name="T35" fmla="*/ 7 h 120"/>
                  <a:gd name="T36" fmla="*/ 25 w 216"/>
                  <a:gd name="T37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6" h="120">
                    <a:moveTo>
                      <a:pt x="25" y="0"/>
                    </a:moveTo>
                    <a:cubicBezTo>
                      <a:pt x="23" y="0"/>
                      <a:pt x="20" y="1"/>
                      <a:pt x="17" y="1"/>
                    </a:cubicBezTo>
                    <a:cubicBezTo>
                      <a:pt x="14" y="1"/>
                      <a:pt x="11" y="2"/>
                      <a:pt x="8" y="3"/>
                    </a:cubicBezTo>
                    <a:cubicBezTo>
                      <a:pt x="3" y="17"/>
                      <a:pt x="0" y="32"/>
                      <a:pt x="0" y="46"/>
                    </a:cubicBezTo>
                    <a:cubicBezTo>
                      <a:pt x="0" y="117"/>
                      <a:pt x="57" y="120"/>
                      <a:pt x="128" y="120"/>
                    </a:cubicBezTo>
                    <a:cubicBezTo>
                      <a:pt x="128" y="120"/>
                      <a:pt x="128" y="120"/>
                      <a:pt x="128" y="120"/>
                    </a:cubicBezTo>
                    <a:cubicBezTo>
                      <a:pt x="129" y="120"/>
                      <a:pt x="129" y="120"/>
                      <a:pt x="130" y="120"/>
                    </a:cubicBezTo>
                    <a:cubicBezTo>
                      <a:pt x="163" y="120"/>
                      <a:pt x="194" y="119"/>
                      <a:pt x="216" y="110"/>
                    </a:cubicBezTo>
                    <a:cubicBezTo>
                      <a:pt x="212" y="103"/>
                      <a:pt x="212" y="103"/>
                      <a:pt x="212" y="103"/>
                    </a:cubicBezTo>
                    <a:cubicBezTo>
                      <a:pt x="209" y="95"/>
                      <a:pt x="204" y="88"/>
                      <a:pt x="199" y="82"/>
                    </a:cubicBezTo>
                    <a:cubicBezTo>
                      <a:pt x="193" y="76"/>
                      <a:pt x="187" y="71"/>
                      <a:pt x="180" y="67"/>
                    </a:cubicBezTo>
                    <a:cubicBezTo>
                      <a:pt x="170" y="61"/>
                      <a:pt x="160" y="54"/>
                      <a:pt x="149" y="52"/>
                    </a:cubicBezTo>
                    <a:cubicBezTo>
                      <a:pt x="145" y="51"/>
                      <a:pt x="141" y="51"/>
                      <a:pt x="137" y="51"/>
                    </a:cubicBezTo>
                    <a:cubicBezTo>
                      <a:pt x="134" y="51"/>
                      <a:pt x="132" y="51"/>
                      <a:pt x="130" y="51"/>
                    </a:cubicBezTo>
                    <a:cubicBezTo>
                      <a:pt x="128" y="51"/>
                      <a:pt x="126" y="51"/>
                      <a:pt x="124" y="51"/>
                    </a:cubicBezTo>
                    <a:cubicBezTo>
                      <a:pt x="122" y="51"/>
                      <a:pt x="120" y="51"/>
                      <a:pt x="118" y="51"/>
                    </a:cubicBezTo>
                    <a:cubicBezTo>
                      <a:pt x="101" y="50"/>
                      <a:pt x="84" y="42"/>
                      <a:pt x="72" y="29"/>
                    </a:cubicBezTo>
                    <a:cubicBezTo>
                      <a:pt x="64" y="22"/>
                      <a:pt x="59" y="13"/>
                      <a:pt x="50" y="7"/>
                    </a:cubicBezTo>
                    <a:cubicBezTo>
                      <a:pt x="42" y="3"/>
                      <a:pt x="34" y="0"/>
                      <a:pt x="25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3" name="ïṥľîďè" descr="989dc5eb-663f-4c75-b277-8ad5408b2372">
                <a:extLst>
                  <a:ext uri="{FF2B5EF4-FFF2-40B4-BE49-F238E27FC236}">
                    <a16:creationId xmlns:a16="http://schemas.microsoft.com/office/drawing/2014/main" id="{B24D8637-FA75-4C84-92C8-B4956409B400}"/>
                  </a:ext>
                </a:extLst>
              </p:cNvPr>
              <p:cNvSpPr/>
              <p:nvPr/>
            </p:nvSpPr>
            <p:spPr bwMode="auto">
              <a:xfrm>
                <a:off x="2903730" y="4050130"/>
                <a:ext cx="168443" cy="144063"/>
              </a:xfrm>
              <a:custGeom>
                <a:avLst/>
                <a:gdLst>
                  <a:gd name="T0" fmla="*/ 55 w 200"/>
                  <a:gd name="T1" fmla="*/ 88 h 171"/>
                  <a:gd name="T2" fmla="*/ 14 w 200"/>
                  <a:gd name="T3" fmla="*/ 64 h 171"/>
                  <a:gd name="T4" fmla="*/ 35 w 200"/>
                  <a:gd name="T5" fmla="*/ 38 h 171"/>
                  <a:gd name="T6" fmla="*/ 113 w 200"/>
                  <a:gd name="T7" fmla="*/ 63 h 171"/>
                  <a:gd name="T8" fmla="*/ 52 w 200"/>
                  <a:gd name="T9" fmla="*/ 27 h 171"/>
                  <a:gd name="T10" fmla="*/ 188 w 200"/>
                  <a:gd name="T11" fmla="*/ 67 h 171"/>
                  <a:gd name="T12" fmla="*/ 200 w 200"/>
                  <a:gd name="T13" fmla="*/ 114 h 171"/>
                  <a:gd name="T14" fmla="*/ 100 w 200"/>
                  <a:gd name="T15" fmla="*/ 171 h 171"/>
                  <a:gd name="T16" fmla="*/ 0 w 200"/>
                  <a:gd name="T17" fmla="*/ 114 h 171"/>
                  <a:gd name="T18" fmla="*/ 9 w 200"/>
                  <a:gd name="T19" fmla="*/ 74 h 171"/>
                  <a:gd name="T20" fmla="*/ 55 w 200"/>
                  <a:gd name="T21" fmla="*/ 8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0" h="171">
                    <a:moveTo>
                      <a:pt x="55" y="88"/>
                    </a:moveTo>
                    <a:cubicBezTo>
                      <a:pt x="14" y="64"/>
                      <a:pt x="14" y="64"/>
                      <a:pt x="14" y="64"/>
                    </a:cubicBezTo>
                    <a:cubicBezTo>
                      <a:pt x="19" y="54"/>
                      <a:pt x="27" y="46"/>
                      <a:pt x="35" y="38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100" y="0"/>
                      <a:pt x="161" y="18"/>
                      <a:pt x="188" y="67"/>
                    </a:cubicBezTo>
                    <a:cubicBezTo>
                      <a:pt x="196" y="81"/>
                      <a:pt x="200" y="98"/>
                      <a:pt x="200" y="114"/>
                    </a:cubicBezTo>
                    <a:cubicBezTo>
                      <a:pt x="200" y="169"/>
                      <a:pt x="155" y="171"/>
                      <a:pt x="100" y="171"/>
                    </a:cubicBezTo>
                    <a:cubicBezTo>
                      <a:pt x="45" y="171"/>
                      <a:pt x="0" y="169"/>
                      <a:pt x="0" y="114"/>
                    </a:cubicBezTo>
                    <a:cubicBezTo>
                      <a:pt x="0" y="100"/>
                      <a:pt x="3" y="86"/>
                      <a:pt x="9" y="74"/>
                    </a:cubicBezTo>
                    <a:cubicBezTo>
                      <a:pt x="55" y="88"/>
                      <a:pt x="55" y="88"/>
                      <a:pt x="55" y="88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4" name="iSḷíḓe" descr="aa72749b-edac-43d9-b761-7c3e131269dd">
                <a:extLst>
                  <a:ext uri="{FF2B5EF4-FFF2-40B4-BE49-F238E27FC236}">
                    <a16:creationId xmlns:a16="http://schemas.microsoft.com/office/drawing/2014/main" id="{B8691215-1146-473B-88D1-A12ABCACCCAD}"/>
                  </a:ext>
                </a:extLst>
              </p:cNvPr>
              <p:cNvSpPr/>
              <p:nvPr/>
            </p:nvSpPr>
            <p:spPr bwMode="auto">
              <a:xfrm>
                <a:off x="3067740" y="4117729"/>
                <a:ext cx="4433" cy="28813"/>
              </a:xfrm>
              <a:custGeom>
                <a:avLst/>
                <a:gdLst>
                  <a:gd name="T0" fmla="*/ 0 w 6"/>
                  <a:gd name="T1" fmla="*/ 0 h 34"/>
                  <a:gd name="T2" fmla="*/ 6 w 6"/>
                  <a:gd name="T3" fmla="*/ 34 h 34"/>
                  <a:gd name="T4" fmla="*/ 6 w 6"/>
                  <a:gd name="T5" fmla="*/ 34 h 34"/>
                  <a:gd name="T6" fmla="*/ 0 w 6"/>
                  <a:gd name="T7" fmla="*/ 1 h 34"/>
                  <a:gd name="T8" fmla="*/ 0 w 6"/>
                  <a:gd name="T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34">
                    <a:moveTo>
                      <a:pt x="0" y="0"/>
                    </a:moveTo>
                    <a:cubicBezTo>
                      <a:pt x="4" y="11"/>
                      <a:pt x="6" y="23"/>
                      <a:pt x="6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23"/>
                      <a:pt x="4" y="1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5" name="iṣḻîḑé" descr="aa6521f9-2971-4a18-95a5-58252aab61c5">
                <a:extLst>
                  <a:ext uri="{FF2B5EF4-FFF2-40B4-BE49-F238E27FC236}">
                    <a16:creationId xmlns:a16="http://schemas.microsoft.com/office/drawing/2014/main" id="{20ACB69C-723F-457A-AD82-DE1D75A62FCC}"/>
                  </a:ext>
                </a:extLst>
              </p:cNvPr>
              <p:cNvSpPr/>
              <p:nvPr/>
            </p:nvSpPr>
            <p:spPr bwMode="auto">
              <a:xfrm>
                <a:off x="2929218" y="4116621"/>
                <a:ext cx="142956" cy="77573"/>
              </a:xfrm>
              <a:custGeom>
                <a:avLst/>
                <a:gdLst>
                  <a:gd name="T0" fmla="*/ 149 w 169"/>
                  <a:gd name="T1" fmla="*/ 0 h 93"/>
                  <a:gd name="T2" fmla="*/ 130 w 169"/>
                  <a:gd name="T3" fmla="*/ 6 h 93"/>
                  <a:gd name="T4" fmla="*/ 113 w 169"/>
                  <a:gd name="T5" fmla="*/ 23 h 93"/>
                  <a:gd name="T6" fmla="*/ 77 w 169"/>
                  <a:gd name="T7" fmla="*/ 40 h 93"/>
                  <a:gd name="T8" fmla="*/ 73 w 169"/>
                  <a:gd name="T9" fmla="*/ 40 h 93"/>
                  <a:gd name="T10" fmla="*/ 68 w 169"/>
                  <a:gd name="T11" fmla="*/ 40 h 93"/>
                  <a:gd name="T12" fmla="*/ 62 w 169"/>
                  <a:gd name="T13" fmla="*/ 40 h 93"/>
                  <a:gd name="T14" fmla="*/ 53 w 169"/>
                  <a:gd name="T15" fmla="*/ 41 h 93"/>
                  <a:gd name="T16" fmla="*/ 28 w 169"/>
                  <a:gd name="T17" fmla="*/ 53 h 93"/>
                  <a:gd name="T18" fmla="*/ 14 w 169"/>
                  <a:gd name="T19" fmla="*/ 64 h 93"/>
                  <a:gd name="T20" fmla="*/ 3 w 169"/>
                  <a:gd name="T21" fmla="*/ 81 h 93"/>
                  <a:gd name="T22" fmla="*/ 0 w 169"/>
                  <a:gd name="T23" fmla="*/ 86 h 93"/>
                  <a:gd name="T24" fmla="*/ 69 w 169"/>
                  <a:gd name="T25" fmla="*/ 93 h 93"/>
                  <a:gd name="T26" fmla="*/ 169 w 169"/>
                  <a:gd name="T27" fmla="*/ 36 h 93"/>
                  <a:gd name="T28" fmla="*/ 163 w 169"/>
                  <a:gd name="T29" fmla="*/ 2 h 93"/>
                  <a:gd name="T30" fmla="*/ 156 w 169"/>
                  <a:gd name="T31" fmla="*/ 1 h 93"/>
                  <a:gd name="T32" fmla="*/ 149 w 169"/>
                  <a:gd name="T3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9" h="93">
                    <a:moveTo>
                      <a:pt x="149" y="0"/>
                    </a:moveTo>
                    <a:cubicBezTo>
                      <a:pt x="143" y="0"/>
                      <a:pt x="136" y="2"/>
                      <a:pt x="130" y="6"/>
                    </a:cubicBezTo>
                    <a:cubicBezTo>
                      <a:pt x="123" y="10"/>
                      <a:pt x="119" y="17"/>
                      <a:pt x="113" y="23"/>
                    </a:cubicBezTo>
                    <a:cubicBezTo>
                      <a:pt x="104" y="33"/>
                      <a:pt x="91" y="39"/>
                      <a:pt x="77" y="40"/>
                    </a:cubicBezTo>
                    <a:cubicBezTo>
                      <a:pt x="75" y="40"/>
                      <a:pt x="74" y="40"/>
                      <a:pt x="73" y="40"/>
                    </a:cubicBezTo>
                    <a:cubicBezTo>
                      <a:pt x="71" y="40"/>
                      <a:pt x="69" y="40"/>
                      <a:pt x="68" y="40"/>
                    </a:cubicBezTo>
                    <a:cubicBezTo>
                      <a:pt x="66" y="40"/>
                      <a:pt x="64" y="40"/>
                      <a:pt x="62" y="40"/>
                    </a:cubicBezTo>
                    <a:cubicBezTo>
                      <a:pt x="59" y="40"/>
                      <a:pt x="56" y="40"/>
                      <a:pt x="53" y="41"/>
                    </a:cubicBezTo>
                    <a:cubicBezTo>
                      <a:pt x="44" y="43"/>
                      <a:pt x="36" y="47"/>
                      <a:pt x="28" y="53"/>
                    </a:cubicBezTo>
                    <a:cubicBezTo>
                      <a:pt x="23" y="56"/>
                      <a:pt x="18" y="60"/>
                      <a:pt x="14" y="64"/>
                    </a:cubicBezTo>
                    <a:cubicBezTo>
                      <a:pt x="9" y="69"/>
                      <a:pt x="6" y="75"/>
                      <a:pt x="3" y="81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18" y="93"/>
                      <a:pt x="42" y="93"/>
                      <a:pt x="69" y="93"/>
                    </a:cubicBezTo>
                    <a:cubicBezTo>
                      <a:pt x="124" y="93"/>
                      <a:pt x="169" y="91"/>
                      <a:pt x="169" y="36"/>
                    </a:cubicBezTo>
                    <a:cubicBezTo>
                      <a:pt x="169" y="25"/>
                      <a:pt x="167" y="13"/>
                      <a:pt x="163" y="2"/>
                    </a:cubicBezTo>
                    <a:cubicBezTo>
                      <a:pt x="161" y="2"/>
                      <a:pt x="158" y="1"/>
                      <a:pt x="156" y="1"/>
                    </a:cubicBezTo>
                    <a:cubicBezTo>
                      <a:pt x="154" y="1"/>
                      <a:pt x="151" y="0"/>
                      <a:pt x="149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6" name="ïSļîḑê" descr="3d4e9282-ff72-4788-a96c-e22a51493c32">
                <a:extLst>
                  <a:ext uri="{FF2B5EF4-FFF2-40B4-BE49-F238E27FC236}">
                    <a16:creationId xmlns:a16="http://schemas.microsoft.com/office/drawing/2014/main" id="{13C20C4D-7DFD-4E6C-ABCF-CFC6AC53507C}"/>
                  </a:ext>
                </a:extLst>
              </p:cNvPr>
              <p:cNvSpPr/>
              <p:nvPr/>
            </p:nvSpPr>
            <p:spPr bwMode="auto">
              <a:xfrm>
                <a:off x="3174125" y="4050130"/>
                <a:ext cx="168443" cy="144063"/>
              </a:xfrm>
              <a:custGeom>
                <a:avLst/>
                <a:gdLst>
                  <a:gd name="T0" fmla="*/ 55 w 200"/>
                  <a:gd name="T1" fmla="*/ 88 h 171"/>
                  <a:gd name="T2" fmla="*/ 14 w 200"/>
                  <a:gd name="T3" fmla="*/ 64 h 171"/>
                  <a:gd name="T4" fmla="*/ 35 w 200"/>
                  <a:gd name="T5" fmla="*/ 38 h 171"/>
                  <a:gd name="T6" fmla="*/ 113 w 200"/>
                  <a:gd name="T7" fmla="*/ 63 h 171"/>
                  <a:gd name="T8" fmla="*/ 52 w 200"/>
                  <a:gd name="T9" fmla="*/ 27 h 171"/>
                  <a:gd name="T10" fmla="*/ 188 w 200"/>
                  <a:gd name="T11" fmla="*/ 67 h 171"/>
                  <a:gd name="T12" fmla="*/ 200 w 200"/>
                  <a:gd name="T13" fmla="*/ 114 h 171"/>
                  <a:gd name="T14" fmla="*/ 100 w 200"/>
                  <a:gd name="T15" fmla="*/ 171 h 171"/>
                  <a:gd name="T16" fmla="*/ 0 w 200"/>
                  <a:gd name="T17" fmla="*/ 114 h 171"/>
                  <a:gd name="T18" fmla="*/ 9 w 200"/>
                  <a:gd name="T19" fmla="*/ 74 h 171"/>
                  <a:gd name="T20" fmla="*/ 55 w 200"/>
                  <a:gd name="T21" fmla="*/ 8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0" h="171">
                    <a:moveTo>
                      <a:pt x="55" y="88"/>
                    </a:moveTo>
                    <a:cubicBezTo>
                      <a:pt x="14" y="64"/>
                      <a:pt x="14" y="64"/>
                      <a:pt x="14" y="64"/>
                    </a:cubicBezTo>
                    <a:cubicBezTo>
                      <a:pt x="19" y="54"/>
                      <a:pt x="27" y="46"/>
                      <a:pt x="35" y="38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100" y="0"/>
                      <a:pt x="161" y="18"/>
                      <a:pt x="188" y="67"/>
                    </a:cubicBezTo>
                    <a:cubicBezTo>
                      <a:pt x="196" y="81"/>
                      <a:pt x="200" y="98"/>
                      <a:pt x="200" y="114"/>
                    </a:cubicBezTo>
                    <a:cubicBezTo>
                      <a:pt x="200" y="169"/>
                      <a:pt x="155" y="171"/>
                      <a:pt x="100" y="171"/>
                    </a:cubicBezTo>
                    <a:cubicBezTo>
                      <a:pt x="45" y="171"/>
                      <a:pt x="0" y="169"/>
                      <a:pt x="0" y="114"/>
                    </a:cubicBezTo>
                    <a:cubicBezTo>
                      <a:pt x="0" y="100"/>
                      <a:pt x="3" y="86"/>
                      <a:pt x="9" y="74"/>
                    </a:cubicBezTo>
                    <a:cubicBezTo>
                      <a:pt x="55" y="88"/>
                      <a:pt x="55" y="88"/>
                      <a:pt x="55" y="88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7" name="iŝlïde" descr="07148740-e161-4295-9c4e-d7fbea125b72">
                <a:extLst>
                  <a:ext uri="{FF2B5EF4-FFF2-40B4-BE49-F238E27FC236}">
                    <a16:creationId xmlns:a16="http://schemas.microsoft.com/office/drawing/2014/main" id="{73CFABA4-A7F2-4F4D-8223-05138C627C5F}"/>
                  </a:ext>
                </a:extLst>
              </p:cNvPr>
              <p:cNvSpPr/>
              <p:nvPr/>
            </p:nvSpPr>
            <p:spPr bwMode="auto">
              <a:xfrm>
                <a:off x="3338136" y="4117729"/>
                <a:ext cx="4433" cy="19947"/>
              </a:xfrm>
              <a:custGeom>
                <a:avLst/>
                <a:gdLst>
                  <a:gd name="T0" fmla="*/ 0 w 5"/>
                  <a:gd name="T1" fmla="*/ 0 h 23"/>
                  <a:gd name="T2" fmla="*/ 5 w 5"/>
                  <a:gd name="T3" fmla="*/ 22 h 23"/>
                  <a:gd name="T4" fmla="*/ 5 w 5"/>
                  <a:gd name="T5" fmla="*/ 23 h 23"/>
                  <a:gd name="T6" fmla="*/ 0 w 5"/>
                  <a:gd name="T7" fmla="*/ 1 h 23"/>
                  <a:gd name="T8" fmla="*/ 0 w 5"/>
                  <a:gd name="T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23">
                    <a:moveTo>
                      <a:pt x="0" y="0"/>
                    </a:moveTo>
                    <a:cubicBezTo>
                      <a:pt x="3" y="7"/>
                      <a:pt x="4" y="15"/>
                      <a:pt x="5" y="22"/>
                    </a:cubicBezTo>
                    <a:cubicBezTo>
                      <a:pt x="5" y="22"/>
                      <a:pt x="5" y="22"/>
                      <a:pt x="5" y="23"/>
                    </a:cubicBezTo>
                    <a:cubicBezTo>
                      <a:pt x="4" y="15"/>
                      <a:pt x="3" y="8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3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8" name="iṩḷidê" descr="08903ab8-1e9f-46f4-a857-a0eb81515692">
                <a:extLst>
                  <a:ext uri="{FF2B5EF4-FFF2-40B4-BE49-F238E27FC236}">
                    <a16:creationId xmlns:a16="http://schemas.microsoft.com/office/drawing/2014/main" id="{A5D4D102-B0D9-4A0D-999A-D638F7073DE2}"/>
                  </a:ext>
                </a:extLst>
              </p:cNvPr>
              <p:cNvSpPr/>
              <p:nvPr/>
            </p:nvSpPr>
            <p:spPr bwMode="auto">
              <a:xfrm>
                <a:off x="3199614" y="4117729"/>
                <a:ext cx="142956" cy="76465"/>
              </a:xfrm>
              <a:custGeom>
                <a:avLst/>
                <a:gdLst>
                  <a:gd name="T0" fmla="*/ 62 w 168"/>
                  <a:gd name="T1" fmla="*/ 38 h 91"/>
                  <a:gd name="T2" fmla="*/ 53 w 168"/>
                  <a:gd name="T3" fmla="*/ 39 h 91"/>
                  <a:gd name="T4" fmla="*/ 28 w 168"/>
                  <a:gd name="T5" fmla="*/ 51 h 91"/>
                  <a:gd name="T6" fmla="*/ 14 w 168"/>
                  <a:gd name="T7" fmla="*/ 62 h 91"/>
                  <a:gd name="T8" fmla="*/ 3 w 168"/>
                  <a:gd name="T9" fmla="*/ 79 h 91"/>
                  <a:gd name="T10" fmla="*/ 0 w 168"/>
                  <a:gd name="T11" fmla="*/ 84 h 91"/>
                  <a:gd name="T12" fmla="*/ 69 w 168"/>
                  <a:gd name="T13" fmla="*/ 91 h 91"/>
                  <a:gd name="T14" fmla="*/ 80 w 168"/>
                  <a:gd name="T15" fmla="*/ 91 h 91"/>
                  <a:gd name="T16" fmla="*/ 66 w 168"/>
                  <a:gd name="T17" fmla="*/ 45 h 91"/>
                  <a:gd name="T18" fmla="*/ 67 w 168"/>
                  <a:gd name="T19" fmla="*/ 38 h 91"/>
                  <a:gd name="T20" fmla="*/ 62 w 168"/>
                  <a:gd name="T21" fmla="*/ 38 h 91"/>
                  <a:gd name="T22" fmla="*/ 162 w 168"/>
                  <a:gd name="T23" fmla="*/ 0 h 91"/>
                  <a:gd name="T24" fmla="*/ 160 w 168"/>
                  <a:gd name="T25" fmla="*/ 3 h 91"/>
                  <a:gd name="T26" fmla="*/ 168 w 168"/>
                  <a:gd name="T27" fmla="*/ 22 h 91"/>
                  <a:gd name="T28" fmla="*/ 163 w 168"/>
                  <a:gd name="T29" fmla="*/ 0 h 91"/>
                  <a:gd name="T30" fmla="*/ 162 w 168"/>
                  <a:gd name="T31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68" h="91">
                    <a:moveTo>
                      <a:pt x="62" y="38"/>
                    </a:moveTo>
                    <a:cubicBezTo>
                      <a:pt x="59" y="38"/>
                      <a:pt x="56" y="38"/>
                      <a:pt x="53" y="39"/>
                    </a:cubicBezTo>
                    <a:cubicBezTo>
                      <a:pt x="44" y="41"/>
                      <a:pt x="36" y="45"/>
                      <a:pt x="28" y="51"/>
                    </a:cubicBezTo>
                    <a:cubicBezTo>
                      <a:pt x="23" y="54"/>
                      <a:pt x="18" y="58"/>
                      <a:pt x="14" y="62"/>
                    </a:cubicBezTo>
                    <a:cubicBezTo>
                      <a:pt x="9" y="67"/>
                      <a:pt x="6" y="73"/>
                      <a:pt x="3" y="7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18" y="91"/>
                      <a:pt x="42" y="91"/>
                      <a:pt x="69" y="91"/>
                    </a:cubicBezTo>
                    <a:cubicBezTo>
                      <a:pt x="73" y="91"/>
                      <a:pt x="76" y="91"/>
                      <a:pt x="80" y="91"/>
                    </a:cubicBezTo>
                    <a:cubicBezTo>
                      <a:pt x="71" y="79"/>
                      <a:pt x="66" y="63"/>
                      <a:pt x="66" y="45"/>
                    </a:cubicBezTo>
                    <a:cubicBezTo>
                      <a:pt x="66" y="43"/>
                      <a:pt x="66" y="40"/>
                      <a:pt x="67" y="38"/>
                    </a:cubicBezTo>
                    <a:cubicBezTo>
                      <a:pt x="65" y="38"/>
                      <a:pt x="64" y="38"/>
                      <a:pt x="62" y="38"/>
                    </a:cubicBezTo>
                    <a:moveTo>
                      <a:pt x="162" y="0"/>
                    </a:moveTo>
                    <a:cubicBezTo>
                      <a:pt x="162" y="1"/>
                      <a:pt x="161" y="2"/>
                      <a:pt x="160" y="3"/>
                    </a:cubicBezTo>
                    <a:cubicBezTo>
                      <a:pt x="164" y="9"/>
                      <a:pt x="166" y="16"/>
                      <a:pt x="168" y="22"/>
                    </a:cubicBezTo>
                    <a:cubicBezTo>
                      <a:pt x="167" y="15"/>
                      <a:pt x="166" y="7"/>
                      <a:pt x="163" y="0"/>
                    </a:cubicBezTo>
                    <a:cubicBezTo>
                      <a:pt x="163" y="0"/>
                      <a:pt x="162" y="0"/>
                      <a:pt x="162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89" name="ïṣļíḍè" descr="5e58aadf-0428-4c9a-a922-8c93d688f8fe">
                <a:extLst>
                  <a:ext uri="{FF2B5EF4-FFF2-40B4-BE49-F238E27FC236}">
                    <a16:creationId xmlns:a16="http://schemas.microsoft.com/office/drawing/2014/main" id="{2987FE9E-448F-46EF-A4CA-2D17AA6EB707}"/>
                  </a:ext>
                </a:extLst>
              </p:cNvPr>
              <p:cNvSpPr/>
              <p:nvPr/>
            </p:nvSpPr>
            <p:spPr bwMode="auto">
              <a:xfrm>
                <a:off x="4157081" y="4050130"/>
                <a:ext cx="169552" cy="144063"/>
              </a:xfrm>
              <a:custGeom>
                <a:avLst/>
                <a:gdLst>
                  <a:gd name="T0" fmla="*/ 55 w 200"/>
                  <a:gd name="T1" fmla="*/ 88 h 171"/>
                  <a:gd name="T2" fmla="*/ 14 w 200"/>
                  <a:gd name="T3" fmla="*/ 64 h 171"/>
                  <a:gd name="T4" fmla="*/ 35 w 200"/>
                  <a:gd name="T5" fmla="*/ 38 h 171"/>
                  <a:gd name="T6" fmla="*/ 113 w 200"/>
                  <a:gd name="T7" fmla="*/ 63 h 171"/>
                  <a:gd name="T8" fmla="*/ 52 w 200"/>
                  <a:gd name="T9" fmla="*/ 27 h 171"/>
                  <a:gd name="T10" fmla="*/ 188 w 200"/>
                  <a:gd name="T11" fmla="*/ 67 h 171"/>
                  <a:gd name="T12" fmla="*/ 200 w 200"/>
                  <a:gd name="T13" fmla="*/ 114 h 171"/>
                  <a:gd name="T14" fmla="*/ 100 w 200"/>
                  <a:gd name="T15" fmla="*/ 171 h 171"/>
                  <a:gd name="T16" fmla="*/ 0 w 200"/>
                  <a:gd name="T17" fmla="*/ 114 h 171"/>
                  <a:gd name="T18" fmla="*/ 9 w 200"/>
                  <a:gd name="T19" fmla="*/ 74 h 171"/>
                  <a:gd name="T20" fmla="*/ 55 w 200"/>
                  <a:gd name="T21" fmla="*/ 8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0" h="171">
                    <a:moveTo>
                      <a:pt x="55" y="88"/>
                    </a:moveTo>
                    <a:cubicBezTo>
                      <a:pt x="14" y="64"/>
                      <a:pt x="14" y="64"/>
                      <a:pt x="14" y="64"/>
                    </a:cubicBezTo>
                    <a:cubicBezTo>
                      <a:pt x="19" y="54"/>
                      <a:pt x="27" y="46"/>
                      <a:pt x="35" y="38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100" y="0"/>
                      <a:pt x="161" y="18"/>
                      <a:pt x="188" y="67"/>
                    </a:cubicBezTo>
                    <a:cubicBezTo>
                      <a:pt x="196" y="81"/>
                      <a:pt x="200" y="98"/>
                      <a:pt x="200" y="114"/>
                    </a:cubicBezTo>
                    <a:cubicBezTo>
                      <a:pt x="200" y="169"/>
                      <a:pt x="155" y="171"/>
                      <a:pt x="100" y="171"/>
                    </a:cubicBezTo>
                    <a:cubicBezTo>
                      <a:pt x="45" y="171"/>
                      <a:pt x="0" y="169"/>
                      <a:pt x="0" y="114"/>
                    </a:cubicBezTo>
                    <a:cubicBezTo>
                      <a:pt x="0" y="100"/>
                      <a:pt x="3" y="86"/>
                      <a:pt x="9" y="74"/>
                    </a:cubicBezTo>
                    <a:cubicBezTo>
                      <a:pt x="55" y="88"/>
                      <a:pt x="55" y="88"/>
                      <a:pt x="55" y="88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0" name="ïṧḷîde" descr="24098c8c-5847-45ac-9e6b-6a7e00046d38">
                <a:extLst>
                  <a:ext uri="{FF2B5EF4-FFF2-40B4-BE49-F238E27FC236}">
                    <a16:creationId xmlns:a16="http://schemas.microsoft.com/office/drawing/2014/main" id="{A6B93921-F2D8-4E22-BA93-58DAE8D3075D}"/>
                  </a:ext>
                </a:extLst>
              </p:cNvPr>
              <p:cNvSpPr/>
              <p:nvPr/>
            </p:nvSpPr>
            <p:spPr bwMode="auto">
              <a:xfrm>
                <a:off x="4321092" y="4117729"/>
                <a:ext cx="5541" cy="28813"/>
              </a:xfrm>
              <a:custGeom>
                <a:avLst/>
                <a:gdLst>
                  <a:gd name="T0" fmla="*/ 0 w 6"/>
                  <a:gd name="T1" fmla="*/ 0 h 34"/>
                  <a:gd name="T2" fmla="*/ 6 w 6"/>
                  <a:gd name="T3" fmla="*/ 34 h 34"/>
                  <a:gd name="T4" fmla="*/ 6 w 6"/>
                  <a:gd name="T5" fmla="*/ 34 h 34"/>
                  <a:gd name="T6" fmla="*/ 0 w 6"/>
                  <a:gd name="T7" fmla="*/ 1 h 34"/>
                  <a:gd name="T8" fmla="*/ 0 w 6"/>
                  <a:gd name="T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34">
                    <a:moveTo>
                      <a:pt x="0" y="0"/>
                    </a:moveTo>
                    <a:cubicBezTo>
                      <a:pt x="4" y="11"/>
                      <a:pt x="6" y="23"/>
                      <a:pt x="6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23"/>
                      <a:pt x="4" y="1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1" name="ï$ḷíde" descr="7fe1789c-b6cb-4b3d-9846-66e491070c4e">
                <a:extLst>
                  <a:ext uri="{FF2B5EF4-FFF2-40B4-BE49-F238E27FC236}">
                    <a16:creationId xmlns:a16="http://schemas.microsoft.com/office/drawing/2014/main" id="{68F6B2C4-ED59-4FB0-A593-9D732498556A}"/>
                  </a:ext>
                </a:extLst>
              </p:cNvPr>
              <p:cNvSpPr/>
              <p:nvPr/>
            </p:nvSpPr>
            <p:spPr bwMode="auto">
              <a:xfrm>
                <a:off x="4183678" y="4116621"/>
                <a:ext cx="142956" cy="77573"/>
              </a:xfrm>
              <a:custGeom>
                <a:avLst/>
                <a:gdLst>
                  <a:gd name="T0" fmla="*/ 149 w 169"/>
                  <a:gd name="T1" fmla="*/ 0 h 93"/>
                  <a:gd name="T2" fmla="*/ 130 w 169"/>
                  <a:gd name="T3" fmla="*/ 6 h 93"/>
                  <a:gd name="T4" fmla="*/ 113 w 169"/>
                  <a:gd name="T5" fmla="*/ 23 h 93"/>
                  <a:gd name="T6" fmla="*/ 77 w 169"/>
                  <a:gd name="T7" fmla="*/ 40 h 93"/>
                  <a:gd name="T8" fmla="*/ 73 w 169"/>
                  <a:gd name="T9" fmla="*/ 40 h 93"/>
                  <a:gd name="T10" fmla="*/ 68 w 169"/>
                  <a:gd name="T11" fmla="*/ 40 h 93"/>
                  <a:gd name="T12" fmla="*/ 62 w 169"/>
                  <a:gd name="T13" fmla="*/ 40 h 93"/>
                  <a:gd name="T14" fmla="*/ 53 w 169"/>
                  <a:gd name="T15" fmla="*/ 41 h 93"/>
                  <a:gd name="T16" fmla="*/ 28 w 169"/>
                  <a:gd name="T17" fmla="*/ 53 h 93"/>
                  <a:gd name="T18" fmla="*/ 14 w 169"/>
                  <a:gd name="T19" fmla="*/ 64 h 93"/>
                  <a:gd name="T20" fmla="*/ 3 w 169"/>
                  <a:gd name="T21" fmla="*/ 81 h 93"/>
                  <a:gd name="T22" fmla="*/ 0 w 169"/>
                  <a:gd name="T23" fmla="*/ 86 h 93"/>
                  <a:gd name="T24" fmla="*/ 69 w 169"/>
                  <a:gd name="T25" fmla="*/ 93 h 93"/>
                  <a:gd name="T26" fmla="*/ 169 w 169"/>
                  <a:gd name="T27" fmla="*/ 36 h 93"/>
                  <a:gd name="T28" fmla="*/ 163 w 169"/>
                  <a:gd name="T29" fmla="*/ 2 h 93"/>
                  <a:gd name="T30" fmla="*/ 156 w 169"/>
                  <a:gd name="T31" fmla="*/ 1 h 93"/>
                  <a:gd name="T32" fmla="*/ 149 w 169"/>
                  <a:gd name="T3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9" h="93">
                    <a:moveTo>
                      <a:pt x="149" y="0"/>
                    </a:moveTo>
                    <a:cubicBezTo>
                      <a:pt x="143" y="0"/>
                      <a:pt x="136" y="2"/>
                      <a:pt x="130" y="6"/>
                    </a:cubicBezTo>
                    <a:cubicBezTo>
                      <a:pt x="123" y="10"/>
                      <a:pt x="119" y="17"/>
                      <a:pt x="113" y="23"/>
                    </a:cubicBezTo>
                    <a:cubicBezTo>
                      <a:pt x="104" y="33"/>
                      <a:pt x="91" y="39"/>
                      <a:pt x="77" y="40"/>
                    </a:cubicBezTo>
                    <a:cubicBezTo>
                      <a:pt x="75" y="40"/>
                      <a:pt x="74" y="40"/>
                      <a:pt x="73" y="40"/>
                    </a:cubicBezTo>
                    <a:cubicBezTo>
                      <a:pt x="71" y="40"/>
                      <a:pt x="69" y="40"/>
                      <a:pt x="68" y="40"/>
                    </a:cubicBezTo>
                    <a:cubicBezTo>
                      <a:pt x="66" y="40"/>
                      <a:pt x="64" y="40"/>
                      <a:pt x="62" y="40"/>
                    </a:cubicBezTo>
                    <a:cubicBezTo>
                      <a:pt x="59" y="40"/>
                      <a:pt x="56" y="40"/>
                      <a:pt x="53" y="41"/>
                    </a:cubicBezTo>
                    <a:cubicBezTo>
                      <a:pt x="44" y="43"/>
                      <a:pt x="36" y="47"/>
                      <a:pt x="28" y="53"/>
                    </a:cubicBezTo>
                    <a:cubicBezTo>
                      <a:pt x="23" y="56"/>
                      <a:pt x="18" y="60"/>
                      <a:pt x="14" y="64"/>
                    </a:cubicBezTo>
                    <a:cubicBezTo>
                      <a:pt x="9" y="69"/>
                      <a:pt x="6" y="75"/>
                      <a:pt x="3" y="81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18" y="93"/>
                      <a:pt x="42" y="93"/>
                      <a:pt x="69" y="93"/>
                    </a:cubicBezTo>
                    <a:cubicBezTo>
                      <a:pt x="124" y="93"/>
                      <a:pt x="169" y="91"/>
                      <a:pt x="169" y="36"/>
                    </a:cubicBezTo>
                    <a:cubicBezTo>
                      <a:pt x="169" y="25"/>
                      <a:pt x="167" y="13"/>
                      <a:pt x="163" y="2"/>
                    </a:cubicBezTo>
                    <a:cubicBezTo>
                      <a:pt x="161" y="2"/>
                      <a:pt x="158" y="1"/>
                      <a:pt x="156" y="1"/>
                    </a:cubicBezTo>
                    <a:cubicBezTo>
                      <a:pt x="154" y="1"/>
                      <a:pt x="151" y="0"/>
                      <a:pt x="149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2" name="iṡľíḓé" descr="29b2106d-8d01-4f88-ba36-11b2eee29c14">
                <a:extLst>
                  <a:ext uri="{FF2B5EF4-FFF2-40B4-BE49-F238E27FC236}">
                    <a16:creationId xmlns:a16="http://schemas.microsoft.com/office/drawing/2014/main" id="{9A9563DF-BB68-4042-9B6C-29A41208F385}"/>
                  </a:ext>
                </a:extLst>
              </p:cNvPr>
              <p:cNvSpPr/>
              <p:nvPr/>
            </p:nvSpPr>
            <p:spPr bwMode="auto">
              <a:xfrm>
                <a:off x="3252807" y="3815196"/>
                <a:ext cx="95303" cy="398945"/>
              </a:xfrm>
              <a:custGeom>
                <a:avLst/>
                <a:gdLst>
                  <a:gd name="T0" fmla="*/ 97 w 112"/>
                  <a:gd name="T1" fmla="*/ 110 h 473"/>
                  <a:gd name="T2" fmla="*/ 108 w 112"/>
                  <a:gd name="T3" fmla="*/ 68 h 473"/>
                  <a:gd name="T4" fmla="*/ 56 w 112"/>
                  <a:gd name="T5" fmla="*/ 0 h 473"/>
                  <a:gd name="T6" fmla="*/ 3 w 112"/>
                  <a:gd name="T7" fmla="*/ 68 h 473"/>
                  <a:gd name="T8" fmla="*/ 14 w 112"/>
                  <a:gd name="T9" fmla="*/ 110 h 473"/>
                  <a:gd name="T10" fmla="*/ 14 w 112"/>
                  <a:gd name="T11" fmla="*/ 194 h 473"/>
                  <a:gd name="T12" fmla="*/ 14 w 112"/>
                  <a:gd name="T13" fmla="*/ 278 h 473"/>
                  <a:gd name="T14" fmla="*/ 14 w 112"/>
                  <a:gd name="T15" fmla="*/ 362 h 473"/>
                  <a:gd name="T16" fmla="*/ 3 w 112"/>
                  <a:gd name="T17" fmla="*/ 404 h 473"/>
                  <a:gd name="T18" fmla="*/ 56 w 112"/>
                  <a:gd name="T19" fmla="*/ 473 h 473"/>
                  <a:gd name="T20" fmla="*/ 108 w 112"/>
                  <a:gd name="T21" fmla="*/ 404 h 473"/>
                  <a:gd name="T22" fmla="*/ 97 w 112"/>
                  <a:gd name="T23" fmla="*/ 362 h 473"/>
                  <a:gd name="T24" fmla="*/ 97 w 112"/>
                  <a:gd name="T25" fmla="*/ 278 h 473"/>
                  <a:gd name="T26" fmla="*/ 97 w 112"/>
                  <a:gd name="T27" fmla="*/ 194 h 473"/>
                  <a:gd name="T28" fmla="*/ 97 w 112"/>
                  <a:gd name="T29" fmla="*/ 11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2" h="473">
                    <a:moveTo>
                      <a:pt x="97" y="110"/>
                    </a:moveTo>
                    <a:cubicBezTo>
                      <a:pt x="105" y="98"/>
                      <a:pt x="108" y="83"/>
                      <a:pt x="108" y="68"/>
                    </a:cubicBezTo>
                    <a:cubicBezTo>
                      <a:pt x="108" y="31"/>
                      <a:pt x="85" y="0"/>
                      <a:pt x="56" y="0"/>
                    </a:cubicBezTo>
                    <a:cubicBezTo>
                      <a:pt x="27" y="0"/>
                      <a:pt x="3" y="31"/>
                      <a:pt x="3" y="68"/>
                    </a:cubicBezTo>
                    <a:cubicBezTo>
                      <a:pt x="3" y="83"/>
                      <a:pt x="7" y="98"/>
                      <a:pt x="14" y="110"/>
                    </a:cubicBezTo>
                    <a:cubicBezTo>
                      <a:pt x="0" y="136"/>
                      <a:pt x="0" y="168"/>
                      <a:pt x="14" y="194"/>
                    </a:cubicBezTo>
                    <a:cubicBezTo>
                      <a:pt x="0" y="220"/>
                      <a:pt x="0" y="252"/>
                      <a:pt x="14" y="278"/>
                    </a:cubicBezTo>
                    <a:cubicBezTo>
                      <a:pt x="0" y="304"/>
                      <a:pt x="0" y="336"/>
                      <a:pt x="14" y="362"/>
                    </a:cubicBezTo>
                    <a:cubicBezTo>
                      <a:pt x="7" y="375"/>
                      <a:pt x="3" y="390"/>
                      <a:pt x="3" y="404"/>
                    </a:cubicBezTo>
                    <a:cubicBezTo>
                      <a:pt x="3" y="442"/>
                      <a:pt x="27" y="473"/>
                      <a:pt x="56" y="473"/>
                    </a:cubicBezTo>
                    <a:cubicBezTo>
                      <a:pt x="85" y="473"/>
                      <a:pt x="108" y="442"/>
                      <a:pt x="108" y="404"/>
                    </a:cubicBezTo>
                    <a:cubicBezTo>
                      <a:pt x="108" y="390"/>
                      <a:pt x="105" y="375"/>
                      <a:pt x="97" y="362"/>
                    </a:cubicBezTo>
                    <a:cubicBezTo>
                      <a:pt x="112" y="336"/>
                      <a:pt x="112" y="304"/>
                      <a:pt x="97" y="278"/>
                    </a:cubicBezTo>
                    <a:cubicBezTo>
                      <a:pt x="112" y="252"/>
                      <a:pt x="112" y="220"/>
                      <a:pt x="97" y="194"/>
                    </a:cubicBezTo>
                    <a:cubicBezTo>
                      <a:pt x="112" y="168"/>
                      <a:pt x="112" y="136"/>
                      <a:pt x="97" y="110"/>
                    </a:cubicBezTo>
                  </a:path>
                </a:pathLst>
              </a:cu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3" name="îṣḻîḋè" descr="2f1e55fa-8ab9-49ad-9d4b-0364fbf5e87d">
                <a:extLst>
                  <a:ext uri="{FF2B5EF4-FFF2-40B4-BE49-F238E27FC236}">
                    <a16:creationId xmlns:a16="http://schemas.microsoft.com/office/drawing/2014/main" id="{44036910-0907-4D35-BE86-CB25A56A857D}"/>
                  </a:ext>
                </a:extLst>
              </p:cNvPr>
              <p:cNvSpPr/>
              <p:nvPr/>
            </p:nvSpPr>
            <p:spPr bwMode="auto">
              <a:xfrm>
                <a:off x="3256131" y="3744272"/>
                <a:ext cx="88654" cy="115251"/>
              </a:xfrm>
              <a:prstGeom prst="ellipse">
                <a:avLst/>
              </a:pr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4" name="îşḻídê" descr="a34bb5ee-e970-4677-9dc4-3bcbead0bff9">
                <a:extLst>
                  <a:ext uri="{FF2B5EF4-FFF2-40B4-BE49-F238E27FC236}">
                    <a16:creationId xmlns:a16="http://schemas.microsoft.com/office/drawing/2014/main" id="{EA49FA57-98C2-4D86-A6BF-DA5DA1032375}"/>
                  </a:ext>
                </a:extLst>
              </p:cNvPr>
              <p:cNvSpPr/>
              <p:nvPr/>
            </p:nvSpPr>
            <p:spPr bwMode="auto">
              <a:xfrm>
                <a:off x="3256131" y="3673348"/>
                <a:ext cx="88654" cy="115251"/>
              </a:xfrm>
              <a:prstGeom prst="ellipse">
                <a:avLst/>
              </a:pr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5" name="ïśḷíďé" descr="a82f1796-ce0c-4e6b-8f67-e43243cfca92">
                <a:extLst>
                  <a:ext uri="{FF2B5EF4-FFF2-40B4-BE49-F238E27FC236}">
                    <a16:creationId xmlns:a16="http://schemas.microsoft.com/office/drawing/2014/main" id="{050778AF-9496-4C04-A881-17E9D40597DD}"/>
                  </a:ext>
                </a:extLst>
              </p:cNvPr>
              <p:cNvSpPr/>
              <p:nvPr/>
            </p:nvSpPr>
            <p:spPr bwMode="auto">
              <a:xfrm>
                <a:off x="3057767" y="2873242"/>
                <a:ext cx="468760" cy="1006228"/>
              </a:xfrm>
              <a:custGeom>
                <a:avLst/>
                <a:gdLst>
                  <a:gd name="T0" fmla="*/ 484 w 556"/>
                  <a:gd name="T1" fmla="*/ 442 h 1192"/>
                  <a:gd name="T2" fmla="*/ 504 w 556"/>
                  <a:gd name="T3" fmla="*/ 413 h 1192"/>
                  <a:gd name="T4" fmla="*/ 366 w 556"/>
                  <a:gd name="T5" fmla="*/ 391 h 1192"/>
                  <a:gd name="T6" fmla="*/ 515 w 556"/>
                  <a:gd name="T7" fmla="*/ 392 h 1192"/>
                  <a:gd name="T8" fmla="*/ 520 w 556"/>
                  <a:gd name="T9" fmla="*/ 193 h 1192"/>
                  <a:gd name="T10" fmla="*/ 320 w 556"/>
                  <a:gd name="T11" fmla="*/ 297 h 1192"/>
                  <a:gd name="T12" fmla="*/ 504 w 556"/>
                  <a:gd name="T13" fmla="*/ 161 h 1192"/>
                  <a:gd name="T14" fmla="*/ 161 w 556"/>
                  <a:gd name="T15" fmla="*/ 70 h 1192"/>
                  <a:gd name="T16" fmla="*/ 70 w 556"/>
                  <a:gd name="T17" fmla="*/ 413 h 1192"/>
                  <a:gd name="T18" fmla="*/ 89 w 556"/>
                  <a:gd name="T19" fmla="*/ 442 h 1192"/>
                  <a:gd name="T20" fmla="*/ 61 w 556"/>
                  <a:gd name="T21" fmla="*/ 488 h 1192"/>
                  <a:gd name="T22" fmla="*/ 240 w 556"/>
                  <a:gd name="T23" fmla="*/ 581 h 1192"/>
                  <a:gd name="T24" fmla="*/ 49 w 556"/>
                  <a:gd name="T25" fmla="*/ 517 h 1192"/>
                  <a:gd name="T26" fmla="*/ 89 w 556"/>
                  <a:gd name="T27" fmla="*/ 753 h 1192"/>
                  <a:gd name="T28" fmla="*/ 131 w 556"/>
                  <a:gd name="T29" fmla="*/ 1106 h 1192"/>
                  <a:gd name="T30" fmla="*/ 484 w 556"/>
                  <a:gd name="T31" fmla="*/ 1064 h 1192"/>
                  <a:gd name="T32" fmla="*/ 484 w 556"/>
                  <a:gd name="T33" fmla="*/ 753 h 1192"/>
                  <a:gd name="T34" fmla="*/ 484 w 556"/>
                  <a:gd name="T35" fmla="*/ 442 h 1192"/>
                  <a:gd name="T36" fmla="*/ 484 w 556"/>
                  <a:gd name="T37" fmla="*/ 442 h 1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6" h="1192">
                    <a:moveTo>
                      <a:pt x="484" y="442"/>
                    </a:moveTo>
                    <a:cubicBezTo>
                      <a:pt x="491" y="433"/>
                      <a:pt x="498" y="423"/>
                      <a:pt x="504" y="413"/>
                    </a:cubicBezTo>
                    <a:cubicBezTo>
                      <a:pt x="366" y="391"/>
                      <a:pt x="366" y="391"/>
                      <a:pt x="366" y="391"/>
                    </a:cubicBezTo>
                    <a:cubicBezTo>
                      <a:pt x="515" y="392"/>
                      <a:pt x="515" y="392"/>
                      <a:pt x="515" y="392"/>
                    </a:cubicBezTo>
                    <a:cubicBezTo>
                      <a:pt x="544" y="329"/>
                      <a:pt x="546" y="257"/>
                      <a:pt x="520" y="193"/>
                    </a:cubicBezTo>
                    <a:cubicBezTo>
                      <a:pt x="320" y="297"/>
                      <a:pt x="320" y="297"/>
                      <a:pt x="320" y="297"/>
                    </a:cubicBezTo>
                    <a:cubicBezTo>
                      <a:pt x="504" y="161"/>
                      <a:pt x="504" y="161"/>
                      <a:pt x="504" y="161"/>
                    </a:cubicBezTo>
                    <a:cubicBezTo>
                      <a:pt x="435" y="41"/>
                      <a:pt x="281" y="0"/>
                      <a:pt x="161" y="70"/>
                    </a:cubicBezTo>
                    <a:cubicBezTo>
                      <a:pt x="41" y="139"/>
                      <a:pt x="0" y="293"/>
                      <a:pt x="70" y="413"/>
                    </a:cubicBezTo>
                    <a:cubicBezTo>
                      <a:pt x="75" y="423"/>
                      <a:pt x="82" y="433"/>
                      <a:pt x="89" y="442"/>
                    </a:cubicBezTo>
                    <a:cubicBezTo>
                      <a:pt x="78" y="456"/>
                      <a:pt x="69" y="472"/>
                      <a:pt x="61" y="488"/>
                    </a:cubicBezTo>
                    <a:cubicBezTo>
                      <a:pt x="240" y="581"/>
                      <a:pt x="240" y="581"/>
                      <a:pt x="240" y="581"/>
                    </a:cubicBezTo>
                    <a:cubicBezTo>
                      <a:pt x="49" y="517"/>
                      <a:pt x="49" y="517"/>
                      <a:pt x="49" y="517"/>
                    </a:cubicBezTo>
                    <a:cubicBezTo>
                      <a:pt x="22" y="597"/>
                      <a:pt x="37" y="686"/>
                      <a:pt x="89" y="753"/>
                    </a:cubicBezTo>
                    <a:cubicBezTo>
                      <a:pt x="3" y="862"/>
                      <a:pt x="22" y="1020"/>
                      <a:pt x="131" y="1106"/>
                    </a:cubicBezTo>
                    <a:cubicBezTo>
                      <a:pt x="241" y="1192"/>
                      <a:pt x="399" y="1173"/>
                      <a:pt x="484" y="1064"/>
                    </a:cubicBezTo>
                    <a:cubicBezTo>
                      <a:pt x="556" y="972"/>
                      <a:pt x="556" y="844"/>
                      <a:pt x="484" y="753"/>
                    </a:cubicBezTo>
                    <a:cubicBezTo>
                      <a:pt x="556" y="662"/>
                      <a:pt x="556" y="533"/>
                      <a:pt x="484" y="442"/>
                    </a:cubicBezTo>
                    <a:cubicBezTo>
                      <a:pt x="484" y="442"/>
                      <a:pt x="484" y="442"/>
                      <a:pt x="484" y="442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6" name="išḷídê" descr="fc641fc4-9509-438a-a5a7-fdf82369e1a4">
                <a:extLst>
                  <a:ext uri="{FF2B5EF4-FFF2-40B4-BE49-F238E27FC236}">
                    <a16:creationId xmlns:a16="http://schemas.microsoft.com/office/drawing/2014/main" id="{2922BA69-B8EE-47F5-8311-B158F8B4FB9A}"/>
                  </a:ext>
                </a:extLst>
              </p:cNvPr>
              <p:cNvSpPr/>
              <p:nvPr/>
            </p:nvSpPr>
            <p:spPr bwMode="auto">
              <a:xfrm>
                <a:off x="3074389" y="3581369"/>
                <a:ext cx="76465" cy="209447"/>
              </a:xfrm>
              <a:custGeom>
                <a:avLst/>
                <a:gdLst>
                  <a:gd name="T0" fmla="*/ 25 w 91"/>
                  <a:gd name="T1" fmla="*/ 0 h 249"/>
                  <a:gd name="T2" fmla="*/ 91 w 91"/>
                  <a:gd name="T3" fmla="*/ 249 h 249"/>
                  <a:gd name="T4" fmla="*/ 25 w 91"/>
                  <a:gd name="T5" fmla="*/ 0 h 249"/>
                  <a:gd name="T6" fmla="*/ 25 w 91"/>
                  <a:gd name="T7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1" h="249">
                    <a:moveTo>
                      <a:pt x="25" y="0"/>
                    </a:moveTo>
                    <a:cubicBezTo>
                      <a:pt x="0" y="87"/>
                      <a:pt x="24" y="184"/>
                      <a:pt x="91" y="249"/>
                    </a:cubicBezTo>
                    <a:cubicBezTo>
                      <a:pt x="24" y="184"/>
                      <a:pt x="0" y="87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7" name="íşļiḋe" descr="9f5bfad1-ee73-4ba8-ac96-3bb9c4e33c0b">
                <a:extLst>
                  <a:ext uri="{FF2B5EF4-FFF2-40B4-BE49-F238E27FC236}">
                    <a16:creationId xmlns:a16="http://schemas.microsoft.com/office/drawing/2014/main" id="{83A82D07-43B7-487F-804D-7D28E4FEDCAE}"/>
                  </a:ext>
                </a:extLst>
              </p:cNvPr>
              <p:cNvSpPr/>
              <p:nvPr/>
            </p:nvSpPr>
            <p:spPr bwMode="auto">
              <a:xfrm>
                <a:off x="3095445" y="3581369"/>
                <a:ext cx="1109" cy="1109"/>
              </a:xfrm>
              <a:prstGeom prst="ellipse">
                <a:avLst/>
              </a:pr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8" name="iṥļîdè" descr="057644c9-d6dd-4cef-8f32-65a8d5dbe02d">
                <a:extLst>
                  <a:ext uri="{FF2B5EF4-FFF2-40B4-BE49-F238E27FC236}">
                    <a16:creationId xmlns:a16="http://schemas.microsoft.com/office/drawing/2014/main" id="{865FF645-ACD7-43A4-880C-4535C8EA6ED6}"/>
                  </a:ext>
                </a:extLst>
              </p:cNvPr>
              <p:cNvSpPr/>
              <p:nvPr/>
            </p:nvSpPr>
            <p:spPr bwMode="auto">
              <a:xfrm>
                <a:off x="3086580" y="3376356"/>
                <a:ext cx="45436" cy="205014"/>
              </a:xfrm>
              <a:custGeom>
                <a:avLst/>
                <a:gdLst>
                  <a:gd name="T0" fmla="*/ 1 w 54"/>
                  <a:gd name="T1" fmla="*/ 0 h 242"/>
                  <a:gd name="T2" fmla="*/ 0 w 54"/>
                  <a:gd name="T3" fmla="*/ 1 h 242"/>
                  <a:gd name="T4" fmla="*/ 54 w 54"/>
                  <a:gd name="T5" fmla="*/ 156 h 242"/>
                  <a:gd name="T6" fmla="*/ 10 w 54"/>
                  <a:gd name="T7" fmla="*/ 242 h 242"/>
                  <a:gd name="T8" fmla="*/ 10 w 54"/>
                  <a:gd name="T9" fmla="*/ 242 h 242"/>
                  <a:gd name="T10" fmla="*/ 54 w 54"/>
                  <a:gd name="T11" fmla="*/ 156 h 242"/>
                  <a:gd name="T12" fmla="*/ 1 w 54"/>
                  <a:gd name="T1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242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57"/>
                      <a:pt x="19" y="112"/>
                      <a:pt x="54" y="156"/>
                    </a:cubicBezTo>
                    <a:cubicBezTo>
                      <a:pt x="33" y="182"/>
                      <a:pt x="19" y="212"/>
                      <a:pt x="10" y="242"/>
                    </a:cubicBezTo>
                    <a:cubicBezTo>
                      <a:pt x="10" y="242"/>
                      <a:pt x="10" y="242"/>
                      <a:pt x="10" y="242"/>
                    </a:cubicBezTo>
                    <a:cubicBezTo>
                      <a:pt x="19" y="212"/>
                      <a:pt x="33" y="182"/>
                      <a:pt x="54" y="156"/>
                    </a:cubicBezTo>
                    <a:cubicBezTo>
                      <a:pt x="19" y="111"/>
                      <a:pt x="0" y="56"/>
                      <a:pt x="1" y="0"/>
                    </a:cubicBezTo>
                  </a:path>
                </a:pathLst>
              </a:custGeom>
              <a:solidFill>
                <a:srgbClr val="356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299" name="ïŝļíḋé" descr="08e9542f-dd21-4da6-89b2-b164bf1396ea">
                <a:extLst>
                  <a:ext uri="{FF2B5EF4-FFF2-40B4-BE49-F238E27FC236}">
                    <a16:creationId xmlns:a16="http://schemas.microsoft.com/office/drawing/2014/main" id="{F42CDD08-83E3-4CAF-BDD9-45FE96736C7A}"/>
                  </a:ext>
                </a:extLst>
              </p:cNvPr>
              <p:cNvSpPr/>
              <p:nvPr/>
            </p:nvSpPr>
            <p:spPr bwMode="auto">
              <a:xfrm>
                <a:off x="3074389" y="3374140"/>
                <a:ext cx="452137" cy="477626"/>
              </a:xfrm>
              <a:custGeom>
                <a:avLst/>
                <a:gdLst>
                  <a:gd name="T0" fmla="*/ 26 w 536"/>
                  <a:gd name="T1" fmla="*/ 0 h 566"/>
                  <a:gd name="T2" fmla="*/ 16 w 536"/>
                  <a:gd name="T3" fmla="*/ 3 h 566"/>
                  <a:gd name="T4" fmla="*/ 69 w 536"/>
                  <a:gd name="T5" fmla="*/ 159 h 566"/>
                  <a:gd name="T6" fmla="*/ 25 w 536"/>
                  <a:gd name="T7" fmla="*/ 245 h 566"/>
                  <a:gd name="T8" fmla="*/ 25 w 536"/>
                  <a:gd name="T9" fmla="*/ 245 h 566"/>
                  <a:gd name="T10" fmla="*/ 91 w 536"/>
                  <a:gd name="T11" fmla="*/ 494 h 566"/>
                  <a:gd name="T12" fmla="*/ 111 w 536"/>
                  <a:gd name="T13" fmla="*/ 512 h 566"/>
                  <a:gd name="T14" fmla="*/ 267 w 536"/>
                  <a:gd name="T15" fmla="*/ 566 h 566"/>
                  <a:gd name="T16" fmla="*/ 464 w 536"/>
                  <a:gd name="T17" fmla="*/ 470 h 566"/>
                  <a:gd name="T18" fmla="*/ 464 w 536"/>
                  <a:gd name="T19" fmla="*/ 159 h 566"/>
                  <a:gd name="T20" fmla="*/ 26 w 536"/>
                  <a:gd name="T21" fmla="*/ 0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6" h="566">
                    <a:moveTo>
                      <a:pt x="26" y="0"/>
                    </a:moveTo>
                    <a:cubicBezTo>
                      <a:pt x="20" y="0"/>
                      <a:pt x="16" y="1"/>
                      <a:pt x="16" y="3"/>
                    </a:cubicBezTo>
                    <a:cubicBezTo>
                      <a:pt x="15" y="59"/>
                      <a:pt x="34" y="114"/>
                      <a:pt x="69" y="159"/>
                    </a:cubicBezTo>
                    <a:cubicBezTo>
                      <a:pt x="48" y="185"/>
                      <a:pt x="34" y="215"/>
                      <a:pt x="25" y="245"/>
                    </a:cubicBezTo>
                    <a:cubicBezTo>
                      <a:pt x="25" y="245"/>
                      <a:pt x="25" y="245"/>
                      <a:pt x="25" y="245"/>
                    </a:cubicBezTo>
                    <a:cubicBezTo>
                      <a:pt x="0" y="332"/>
                      <a:pt x="24" y="429"/>
                      <a:pt x="91" y="494"/>
                    </a:cubicBezTo>
                    <a:cubicBezTo>
                      <a:pt x="98" y="500"/>
                      <a:pt x="104" y="506"/>
                      <a:pt x="111" y="512"/>
                    </a:cubicBezTo>
                    <a:cubicBezTo>
                      <a:pt x="157" y="548"/>
                      <a:pt x="212" y="566"/>
                      <a:pt x="267" y="566"/>
                    </a:cubicBezTo>
                    <a:cubicBezTo>
                      <a:pt x="341" y="566"/>
                      <a:pt x="415" y="533"/>
                      <a:pt x="464" y="470"/>
                    </a:cubicBezTo>
                    <a:cubicBezTo>
                      <a:pt x="536" y="378"/>
                      <a:pt x="536" y="250"/>
                      <a:pt x="464" y="159"/>
                    </a:cubicBezTo>
                    <a:cubicBezTo>
                      <a:pt x="495" y="120"/>
                      <a:pt x="98" y="0"/>
                      <a:pt x="26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0" name="îṡ1iḍè" descr="ba586eef-adef-4a45-92d4-3185582ad654">
                <a:extLst>
                  <a:ext uri="{FF2B5EF4-FFF2-40B4-BE49-F238E27FC236}">
                    <a16:creationId xmlns:a16="http://schemas.microsoft.com/office/drawing/2014/main" id="{75E06701-49E2-4F34-BB3E-BF7BF4567194}"/>
                  </a:ext>
                </a:extLst>
              </p:cNvPr>
              <p:cNvSpPr/>
              <p:nvPr/>
            </p:nvSpPr>
            <p:spPr bwMode="auto">
              <a:xfrm>
                <a:off x="3878928" y="3737623"/>
                <a:ext cx="119683" cy="505330"/>
              </a:xfrm>
              <a:custGeom>
                <a:avLst/>
                <a:gdLst>
                  <a:gd name="T0" fmla="*/ 123 w 142"/>
                  <a:gd name="T1" fmla="*/ 140 h 599"/>
                  <a:gd name="T2" fmla="*/ 137 w 142"/>
                  <a:gd name="T3" fmla="*/ 87 h 599"/>
                  <a:gd name="T4" fmla="*/ 71 w 142"/>
                  <a:gd name="T5" fmla="*/ 0 h 599"/>
                  <a:gd name="T6" fmla="*/ 4 w 142"/>
                  <a:gd name="T7" fmla="*/ 87 h 599"/>
                  <a:gd name="T8" fmla="*/ 18 w 142"/>
                  <a:gd name="T9" fmla="*/ 140 h 599"/>
                  <a:gd name="T10" fmla="*/ 18 w 142"/>
                  <a:gd name="T11" fmla="*/ 247 h 599"/>
                  <a:gd name="T12" fmla="*/ 18 w 142"/>
                  <a:gd name="T13" fmla="*/ 353 h 599"/>
                  <a:gd name="T14" fmla="*/ 18 w 142"/>
                  <a:gd name="T15" fmla="*/ 459 h 599"/>
                  <a:gd name="T16" fmla="*/ 4 w 142"/>
                  <a:gd name="T17" fmla="*/ 512 h 599"/>
                  <a:gd name="T18" fmla="*/ 71 w 142"/>
                  <a:gd name="T19" fmla="*/ 599 h 599"/>
                  <a:gd name="T20" fmla="*/ 137 w 142"/>
                  <a:gd name="T21" fmla="*/ 512 h 599"/>
                  <a:gd name="T22" fmla="*/ 123 w 142"/>
                  <a:gd name="T23" fmla="*/ 459 h 599"/>
                  <a:gd name="T24" fmla="*/ 123 w 142"/>
                  <a:gd name="T25" fmla="*/ 353 h 599"/>
                  <a:gd name="T26" fmla="*/ 123 w 142"/>
                  <a:gd name="T27" fmla="*/ 247 h 599"/>
                  <a:gd name="T28" fmla="*/ 123 w 142"/>
                  <a:gd name="T29" fmla="*/ 140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" h="599">
                    <a:moveTo>
                      <a:pt x="123" y="140"/>
                    </a:moveTo>
                    <a:cubicBezTo>
                      <a:pt x="133" y="124"/>
                      <a:pt x="137" y="106"/>
                      <a:pt x="137" y="87"/>
                    </a:cubicBezTo>
                    <a:cubicBezTo>
                      <a:pt x="137" y="39"/>
                      <a:pt x="108" y="0"/>
                      <a:pt x="71" y="0"/>
                    </a:cubicBezTo>
                    <a:cubicBezTo>
                      <a:pt x="34" y="0"/>
                      <a:pt x="4" y="39"/>
                      <a:pt x="4" y="87"/>
                    </a:cubicBezTo>
                    <a:cubicBezTo>
                      <a:pt x="4" y="106"/>
                      <a:pt x="9" y="124"/>
                      <a:pt x="18" y="140"/>
                    </a:cubicBezTo>
                    <a:cubicBezTo>
                      <a:pt x="0" y="173"/>
                      <a:pt x="0" y="214"/>
                      <a:pt x="18" y="247"/>
                    </a:cubicBezTo>
                    <a:cubicBezTo>
                      <a:pt x="0" y="280"/>
                      <a:pt x="0" y="320"/>
                      <a:pt x="18" y="353"/>
                    </a:cubicBezTo>
                    <a:cubicBezTo>
                      <a:pt x="0" y="386"/>
                      <a:pt x="0" y="426"/>
                      <a:pt x="18" y="459"/>
                    </a:cubicBezTo>
                    <a:cubicBezTo>
                      <a:pt x="9" y="475"/>
                      <a:pt x="4" y="494"/>
                      <a:pt x="4" y="512"/>
                    </a:cubicBezTo>
                    <a:cubicBezTo>
                      <a:pt x="4" y="560"/>
                      <a:pt x="34" y="599"/>
                      <a:pt x="71" y="599"/>
                    </a:cubicBezTo>
                    <a:cubicBezTo>
                      <a:pt x="108" y="599"/>
                      <a:pt x="137" y="560"/>
                      <a:pt x="137" y="512"/>
                    </a:cubicBezTo>
                    <a:cubicBezTo>
                      <a:pt x="137" y="494"/>
                      <a:pt x="133" y="475"/>
                      <a:pt x="123" y="459"/>
                    </a:cubicBezTo>
                    <a:cubicBezTo>
                      <a:pt x="142" y="426"/>
                      <a:pt x="142" y="386"/>
                      <a:pt x="123" y="353"/>
                    </a:cubicBezTo>
                    <a:cubicBezTo>
                      <a:pt x="142" y="320"/>
                      <a:pt x="142" y="280"/>
                      <a:pt x="123" y="247"/>
                    </a:cubicBezTo>
                    <a:cubicBezTo>
                      <a:pt x="142" y="214"/>
                      <a:pt x="142" y="173"/>
                      <a:pt x="123" y="140"/>
                    </a:cubicBezTo>
                  </a:path>
                </a:pathLst>
              </a:cu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1" name="îṣ1ïḑè" descr="5d3dc520-bd1d-497e-a49b-d018529cf61e">
                <a:extLst>
                  <a:ext uri="{FF2B5EF4-FFF2-40B4-BE49-F238E27FC236}">
                    <a16:creationId xmlns:a16="http://schemas.microsoft.com/office/drawing/2014/main" id="{E6DAC2FB-202D-46A8-A280-1BB8AB19CD0F}"/>
                  </a:ext>
                </a:extLst>
              </p:cNvPr>
              <p:cNvSpPr/>
              <p:nvPr/>
            </p:nvSpPr>
            <p:spPr bwMode="auto">
              <a:xfrm>
                <a:off x="3882253" y="3647860"/>
                <a:ext cx="111927" cy="146280"/>
              </a:xfrm>
              <a:prstGeom prst="ellipse">
                <a:avLst/>
              </a:pr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2" name="îṩlîdé" descr="e3a3e781-a53a-495c-921e-fa9e2e8fbc60">
                <a:extLst>
                  <a:ext uri="{FF2B5EF4-FFF2-40B4-BE49-F238E27FC236}">
                    <a16:creationId xmlns:a16="http://schemas.microsoft.com/office/drawing/2014/main" id="{4E9A7C6B-3813-4E45-8536-F47AA8648C3C}"/>
                  </a:ext>
                </a:extLst>
              </p:cNvPr>
              <p:cNvSpPr/>
              <p:nvPr/>
            </p:nvSpPr>
            <p:spPr bwMode="auto">
              <a:xfrm>
                <a:off x="3882253" y="3558098"/>
                <a:ext cx="111927" cy="147388"/>
              </a:xfrm>
              <a:prstGeom prst="ellipse">
                <a:avLst/>
              </a:prstGeom>
              <a:solidFill>
                <a:srgbClr val="3F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3" name="išľíḓé" descr="ef3bf566-6f1e-4bc0-a8ca-846cc98e9af7">
                <a:extLst>
                  <a:ext uri="{FF2B5EF4-FFF2-40B4-BE49-F238E27FC236}">
                    <a16:creationId xmlns:a16="http://schemas.microsoft.com/office/drawing/2014/main" id="{1ABCEA26-72F1-4BCE-ADB4-89FE47EF87DF}"/>
                  </a:ext>
                </a:extLst>
              </p:cNvPr>
              <p:cNvSpPr/>
              <p:nvPr/>
            </p:nvSpPr>
            <p:spPr bwMode="auto">
              <a:xfrm>
                <a:off x="3651751" y="2545220"/>
                <a:ext cx="593984" cy="1273300"/>
              </a:xfrm>
              <a:custGeom>
                <a:avLst/>
                <a:gdLst>
                  <a:gd name="T0" fmla="*/ 90 w 703"/>
                  <a:gd name="T1" fmla="*/ 560 h 1508"/>
                  <a:gd name="T2" fmla="*/ 66 w 703"/>
                  <a:gd name="T3" fmla="*/ 523 h 1508"/>
                  <a:gd name="T4" fmla="*/ 240 w 703"/>
                  <a:gd name="T5" fmla="*/ 495 h 1508"/>
                  <a:gd name="T6" fmla="*/ 51 w 703"/>
                  <a:gd name="T7" fmla="*/ 496 h 1508"/>
                  <a:gd name="T8" fmla="*/ 45 w 703"/>
                  <a:gd name="T9" fmla="*/ 244 h 1508"/>
                  <a:gd name="T10" fmla="*/ 298 w 703"/>
                  <a:gd name="T11" fmla="*/ 376 h 1508"/>
                  <a:gd name="T12" fmla="*/ 65 w 703"/>
                  <a:gd name="T13" fmla="*/ 204 h 1508"/>
                  <a:gd name="T14" fmla="*/ 500 w 703"/>
                  <a:gd name="T15" fmla="*/ 89 h 1508"/>
                  <a:gd name="T16" fmla="*/ 615 w 703"/>
                  <a:gd name="T17" fmla="*/ 523 h 1508"/>
                  <a:gd name="T18" fmla="*/ 590 w 703"/>
                  <a:gd name="T19" fmla="*/ 560 h 1508"/>
                  <a:gd name="T20" fmla="*/ 627 w 703"/>
                  <a:gd name="T21" fmla="*/ 618 h 1508"/>
                  <a:gd name="T22" fmla="*/ 400 w 703"/>
                  <a:gd name="T23" fmla="*/ 736 h 1508"/>
                  <a:gd name="T24" fmla="*/ 642 w 703"/>
                  <a:gd name="T25" fmla="*/ 655 h 1508"/>
                  <a:gd name="T26" fmla="*/ 590 w 703"/>
                  <a:gd name="T27" fmla="*/ 953 h 1508"/>
                  <a:gd name="T28" fmla="*/ 537 w 703"/>
                  <a:gd name="T29" fmla="*/ 1400 h 1508"/>
                  <a:gd name="T30" fmla="*/ 90 w 703"/>
                  <a:gd name="T31" fmla="*/ 1346 h 1508"/>
                  <a:gd name="T32" fmla="*/ 90 w 703"/>
                  <a:gd name="T33" fmla="*/ 953 h 1508"/>
                  <a:gd name="T34" fmla="*/ 90 w 703"/>
                  <a:gd name="T35" fmla="*/ 560 h 1508"/>
                  <a:gd name="T36" fmla="*/ 90 w 703"/>
                  <a:gd name="T37" fmla="*/ 560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03" h="1508">
                    <a:moveTo>
                      <a:pt x="90" y="560"/>
                    </a:moveTo>
                    <a:cubicBezTo>
                      <a:pt x="81" y="548"/>
                      <a:pt x="73" y="536"/>
                      <a:pt x="66" y="523"/>
                    </a:cubicBezTo>
                    <a:cubicBezTo>
                      <a:pt x="240" y="495"/>
                      <a:pt x="240" y="495"/>
                      <a:pt x="240" y="495"/>
                    </a:cubicBezTo>
                    <a:cubicBezTo>
                      <a:pt x="51" y="496"/>
                      <a:pt x="51" y="496"/>
                      <a:pt x="51" y="496"/>
                    </a:cubicBezTo>
                    <a:cubicBezTo>
                      <a:pt x="15" y="417"/>
                      <a:pt x="13" y="326"/>
                      <a:pt x="45" y="244"/>
                    </a:cubicBezTo>
                    <a:cubicBezTo>
                      <a:pt x="298" y="376"/>
                      <a:pt x="298" y="376"/>
                      <a:pt x="298" y="376"/>
                    </a:cubicBezTo>
                    <a:cubicBezTo>
                      <a:pt x="65" y="204"/>
                      <a:pt x="65" y="204"/>
                      <a:pt x="65" y="204"/>
                    </a:cubicBezTo>
                    <a:cubicBezTo>
                      <a:pt x="153" y="52"/>
                      <a:pt x="348" y="0"/>
                      <a:pt x="500" y="89"/>
                    </a:cubicBezTo>
                    <a:cubicBezTo>
                      <a:pt x="652" y="177"/>
                      <a:pt x="703" y="372"/>
                      <a:pt x="615" y="523"/>
                    </a:cubicBezTo>
                    <a:cubicBezTo>
                      <a:pt x="608" y="536"/>
                      <a:pt x="599" y="548"/>
                      <a:pt x="590" y="560"/>
                    </a:cubicBezTo>
                    <a:cubicBezTo>
                      <a:pt x="604" y="578"/>
                      <a:pt x="617" y="597"/>
                      <a:pt x="627" y="618"/>
                    </a:cubicBezTo>
                    <a:cubicBezTo>
                      <a:pt x="400" y="736"/>
                      <a:pt x="400" y="736"/>
                      <a:pt x="400" y="736"/>
                    </a:cubicBezTo>
                    <a:cubicBezTo>
                      <a:pt x="642" y="655"/>
                      <a:pt x="642" y="655"/>
                      <a:pt x="642" y="655"/>
                    </a:cubicBezTo>
                    <a:cubicBezTo>
                      <a:pt x="676" y="756"/>
                      <a:pt x="657" y="869"/>
                      <a:pt x="590" y="953"/>
                    </a:cubicBezTo>
                    <a:cubicBezTo>
                      <a:pt x="699" y="1091"/>
                      <a:pt x="675" y="1291"/>
                      <a:pt x="537" y="1400"/>
                    </a:cubicBezTo>
                    <a:cubicBezTo>
                      <a:pt x="399" y="1508"/>
                      <a:pt x="199" y="1485"/>
                      <a:pt x="90" y="1346"/>
                    </a:cubicBezTo>
                    <a:cubicBezTo>
                      <a:pt x="0" y="1231"/>
                      <a:pt x="0" y="1069"/>
                      <a:pt x="90" y="953"/>
                    </a:cubicBezTo>
                    <a:cubicBezTo>
                      <a:pt x="0" y="838"/>
                      <a:pt x="0" y="675"/>
                      <a:pt x="90" y="560"/>
                    </a:cubicBezTo>
                    <a:cubicBezTo>
                      <a:pt x="90" y="560"/>
                      <a:pt x="90" y="560"/>
                      <a:pt x="90" y="560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4" name="î$lide" descr="8c6c67f5-921c-498f-8315-f8ec0bd749d0">
                <a:extLst>
                  <a:ext uri="{FF2B5EF4-FFF2-40B4-BE49-F238E27FC236}">
                    <a16:creationId xmlns:a16="http://schemas.microsoft.com/office/drawing/2014/main" id="{E7F1D2F1-266F-4EBB-A698-1E792FF1F675}"/>
                  </a:ext>
                </a:extLst>
              </p:cNvPr>
              <p:cNvSpPr/>
              <p:nvPr/>
            </p:nvSpPr>
            <p:spPr bwMode="auto">
              <a:xfrm>
                <a:off x="4131593" y="3231184"/>
                <a:ext cx="72032" cy="472085"/>
              </a:xfrm>
              <a:custGeom>
                <a:avLst/>
                <a:gdLst>
                  <a:gd name="T0" fmla="*/ 80 w 85"/>
                  <a:gd name="T1" fmla="*/ 416 h 559"/>
                  <a:gd name="T2" fmla="*/ 0 w 85"/>
                  <a:gd name="T3" fmla="*/ 559 h 559"/>
                  <a:gd name="T4" fmla="*/ 80 w 85"/>
                  <a:gd name="T5" fmla="*/ 416 h 559"/>
                  <a:gd name="T6" fmla="*/ 80 w 85"/>
                  <a:gd name="T7" fmla="*/ 416 h 559"/>
                  <a:gd name="T8" fmla="*/ 85 w 85"/>
                  <a:gd name="T9" fmla="*/ 0 h 559"/>
                  <a:gd name="T10" fmla="*/ 22 w 85"/>
                  <a:gd name="T11" fmla="*/ 140 h 559"/>
                  <a:gd name="T12" fmla="*/ 59 w 85"/>
                  <a:gd name="T13" fmla="*/ 200 h 559"/>
                  <a:gd name="T14" fmla="*/ 59 w 85"/>
                  <a:gd name="T15" fmla="*/ 199 h 559"/>
                  <a:gd name="T16" fmla="*/ 22 w 85"/>
                  <a:gd name="T17" fmla="*/ 140 h 559"/>
                  <a:gd name="T18" fmla="*/ 85 w 85"/>
                  <a:gd name="T19" fmla="*/ 0 h 559"/>
                  <a:gd name="T20" fmla="*/ 85 w 85"/>
                  <a:gd name="T21" fmla="*/ 0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5" h="559">
                    <a:moveTo>
                      <a:pt x="80" y="416"/>
                    </a:moveTo>
                    <a:cubicBezTo>
                      <a:pt x="67" y="468"/>
                      <a:pt x="40" y="518"/>
                      <a:pt x="0" y="559"/>
                    </a:cubicBezTo>
                    <a:cubicBezTo>
                      <a:pt x="40" y="518"/>
                      <a:pt x="67" y="468"/>
                      <a:pt x="80" y="416"/>
                    </a:cubicBezTo>
                    <a:cubicBezTo>
                      <a:pt x="80" y="416"/>
                      <a:pt x="80" y="416"/>
                      <a:pt x="80" y="416"/>
                    </a:cubicBezTo>
                    <a:moveTo>
                      <a:pt x="85" y="0"/>
                    </a:moveTo>
                    <a:cubicBezTo>
                      <a:pt x="76" y="50"/>
                      <a:pt x="55" y="99"/>
                      <a:pt x="22" y="140"/>
                    </a:cubicBezTo>
                    <a:cubicBezTo>
                      <a:pt x="37" y="159"/>
                      <a:pt x="49" y="179"/>
                      <a:pt x="59" y="200"/>
                    </a:cubicBezTo>
                    <a:cubicBezTo>
                      <a:pt x="59" y="200"/>
                      <a:pt x="59" y="200"/>
                      <a:pt x="59" y="199"/>
                    </a:cubicBezTo>
                    <a:cubicBezTo>
                      <a:pt x="49" y="179"/>
                      <a:pt x="37" y="159"/>
                      <a:pt x="22" y="140"/>
                    </a:cubicBezTo>
                    <a:cubicBezTo>
                      <a:pt x="55" y="99"/>
                      <a:pt x="76" y="51"/>
                      <a:pt x="85" y="0"/>
                    </a:cubicBezTo>
                    <a:cubicBezTo>
                      <a:pt x="85" y="0"/>
                      <a:pt x="85" y="0"/>
                      <a:pt x="85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5" name="iṥ1iḑê" descr="c54a0668-a5fb-4c39-a891-f35b690ae5c1">
                <a:extLst>
                  <a:ext uri="{FF2B5EF4-FFF2-40B4-BE49-F238E27FC236}">
                    <a16:creationId xmlns:a16="http://schemas.microsoft.com/office/drawing/2014/main" id="{5B731A50-D681-497A-8765-7821A220ED41}"/>
                  </a:ext>
                </a:extLst>
              </p:cNvPr>
              <p:cNvSpPr/>
              <p:nvPr/>
            </p:nvSpPr>
            <p:spPr bwMode="auto">
              <a:xfrm>
                <a:off x="4181461" y="3399627"/>
                <a:ext cx="0" cy="1109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6" name="îṡḻíďé" descr="7cabdf9f-5529-4ea2-aba3-93eafb0e99f4">
                <a:extLst>
                  <a:ext uri="{FF2B5EF4-FFF2-40B4-BE49-F238E27FC236}">
                    <a16:creationId xmlns:a16="http://schemas.microsoft.com/office/drawing/2014/main" id="{8D6CF6CA-90EF-4424-8262-2193BDD164AF}"/>
                  </a:ext>
                </a:extLst>
              </p:cNvPr>
              <p:cNvSpPr/>
              <p:nvPr/>
            </p:nvSpPr>
            <p:spPr bwMode="auto">
              <a:xfrm>
                <a:off x="4199192" y="3231184"/>
                <a:ext cx="4433" cy="351294"/>
              </a:xfrm>
              <a:custGeom>
                <a:avLst/>
                <a:gdLst>
                  <a:gd name="T0" fmla="*/ 0 w 5"/>
                  <a:gd name="T1" fmla="*/ 416 h 416"/>
                  <a:gd name="T2" fmla="*/ 0 w 5"/>
                  <a:gd name="T3" fmla="*/ 416 h 416"/>
                  <a:gd name="T4" fmla="*/ 0 w 5"/>
                  <a:gd name="T5" fmla="*/ 416 h 416"/>
                  <a:gd name="T6" fmla="*/ 0 w 5"/>
                  <a:gd name="T7" fmla="*/ 416 h 416"/>
                  <a:gd name="T8" fmla="*/ 0 w 5"/>
                  <a:gd name="T9" fmla="*/ 416 h 416"/>
                  <a:gd name="T10" fmla="*/ 5 w 5"/>
                  <a:gd name="T11" fmla="*/ 0 h 416"/>
                  <a:gd name="T12" fmla="*/ 5 w 5"/>
                  <a:gd name="T13" fmla="*/ 0 h 416"/>
                  <a:gd name="T14" fmla="*/ 5 w 5"/>
                  <a:gd name="T15" fmla="*/ 0 h 416"/>
                  <a:gd name="T16" fmla="*/ 5 w 5"/>
                  <a:gd name="T17" fmla="*/ 0 h 416"/>
                  <a:gd name="T18" fmla="*/ 5 w 5"/>
                  <a:gd name="T19" fmla="*/ 0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416">
                    <a:moveTo>
                      <a:pt x="0" y="416"/>
                    </a:moveTo>
                    <a:cubicBezTo>
                      <a:pt x="0" y="416"/>
                      <a:pt x="0" y="416"/>
                      <a:pt x="0" y="416"/>
                    </a:cubicBezTo>
                    <a:cubicBezTo>
                      <a:pt x="0" y="416"/>
                      <a:pt x="0" y="416"/>
                      <a:pt x="0" y="416"/>
                    </a:cubicBezTo>
                    <a:cubicBezTo>
                      <a:pt x="0" y="416"/>
                      <a:pt x="0" y="416"/>
                      <a:pt x="0" y="416"/>
                    </a:cubicBezTo>
                    <a:cubicBezTo>
                      <a:pt x="0" y="416"/>
                      <a:pt x="0" y="416"/>
                      <a:pt x="0" y="416"/>
                    </a:cubicBezTo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7" name="i$ḻîdé" descr="9fa79cf9-d459-4021-8397-3e0a3239fb5e">
                <a:extLst>
                  <a:ext uri="{FF2B5EF4-FFF2-40B4-BE49-F238E27FC236}">
                    <a16:creationId xmlns:a16="http://schemas.microsoft.com/office/drawing/2014/main" id="{F5200E2F-F0CC-47ED-8550-15F34227E601}"/>
                  </a:ext>
                </a:extLst>
              </p:cNvPr>
              <p:cNvSpPr/>
              <p:nvPr/>
            </p:nvSpPr>
            <p:spPr bwMode="auto">
              <a:xfrm>
                <a:off x="4181461" y="3185749"/>
                <a:ext cx="34354" cy="396729"/>
              </a:xfrm>
              <a:custGeom>
                <a:avLst/>
                <a:gdLst>
                  <a:gd name="T0" fmla="*/ 0 w 40"/>
                  <a:gd name="T1" fmla="*/ 255 h 471"/>
                  <a:gd name="T2" fmla="*/ 0 w 40"/>
                  <a:gd name="T3" fmla="*/ 255 h 471"/>
                  <a:gd name="T4" fmla="*/ 21 w 40"/>
                  <a:gd name="T5" fmla="*/ 471 h 471"/>
                  <a:gd name="T6" fmla="*/ 21 w 40"/>
                  <a:gd name="T7" fmla="*/ 471 h 471"/>
                  <a:gd name="T8" fmla="*/ 0 w 40"/>
                  <a:gd name="T9" fmla="*/ 255 h 471"/>
                  <a:gd name="T10" fmla="*/ 31 w 40"/>
                  <a:gd name="T11" fmla="*/ 0 h 471"/>
                  <a:gd name="T12" fmla="*/ 26 w 40"/>
                  <a:gd name="T13" fmla="*/ 55 h 471"/>
                  <a:gd name="T14" fmla="*/ 26 w 40"/>
                  <a:gd name="T15" fmla="*/ 55 h 471"/>
                  <a:gd name="T16" fmla="*/ 31 w 40"/>
                  <a:gd name="T17" fmla="*/ 0 h 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471">
                    <a:moveTo>
                      <a:pt x="0" y="255"/>
                    </a:moveTo>
                    <a:cubicBezTo>
                      <a:pt x="0" y="255"/>
                      <a:pt x="0" y="255"/>
                      <a:pt x="0" y="255"/>
                    </a:cubicBezTo>
                    <a:cubicBezTo>
                      <a:pt x="33" y="323"/>
                      <a:pt x="40" y="400"/>
                      <a:pt x="21" y="471"/>
                    </a:cubicBezTo>
                    <a:cubicBezTo>
                      <a:pt x="21" y="471"/>
                      <a:pt x="21" y="471"/>
                      <a:pt x="21" y="471"/>
                    </a:cubicBezTo>
                    <a:cubicBezTo>
                      <a:pt x="40" y="400"/>
                      <a:pt x="33" y="323"/>
                      <a:pt x="0" y="255"/>
                    </a:cubicBezTo>
                    <a:moveTo>
                      <a:pt x="31" y="0"/>
                    </a:moveTo>
                    <a:cubicBezTo>
                      <a:pt x="31" y="19"/>
                      <a:pt x="30" y="37"/>
                      <a:pt x="26" y="55"/>
                    </a:cubicBezTo>
                    <a:cubicBezTo>
                      <a:pt x="26" y="55"/>
                      <a:pt x="26" y="55"/>
                      <a:pt x="26" y="55"/>
                    </a:cubicBezTo>
                    <a:cubicBezTo>
                      <a:pt x="30" y="37"/>
                      <a:pt x="31" y="19"/>
                      <a:pt x="31" y="0"/>
                    </a:cubicBezTo>
                  </a:path>
                </a:pathLst>
              </a:custGeom>
              <a:solidFill>
                <a:srgbClr val="356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308" name="îṥḷïḍe" descr="08b3ab44-bccc-4bad-9830-38a61d0796f4">
                <a:extLst>
                  <a:ext uri="{FF2B5EF4-FFF2-40B4-BE49-F238E27FC236}">
                    <a16:creationId xmlns:a16="http://schemas.microsoft.com/office/drawing/2014/main" id="{14DCA2CF-DD83-4299-9947-82D2CB43D2D9}"/>
                  </a:ext>
                </a:extLst>
              </p:cNvPr>
              <p:cNvSpPr/>
              <p:nvPr/>
            </p:nvSpPr>
            <p:spPr bwMode="auto">
              <a:xfrm>
                <a:off x="3651751" y="3180208"/>
                <a:ext cx="564064" cy="603959"/>
              </a:xfrm>
              <a:custGeom>
                <a:avLst/>
                <a:gdLst>
                  <a:gd name="T0" fmla="*/ 645 w 667"/>
                  <a:gd name="T1" fmla="*/ 0 h 716"/>
                  <a:gd name="T2" fmla="*/ 90 w 667"/>
                  <a:gd name="T3" fmla="*/ 201 h 716"/>
                  <a:gd name="T4" fmla="*/ 90 w 667"/>
                  <a:gd name="T5" fmla="*/ 594 h 716"/>
                  <a:gd name="T6" fmla="*/ 341 w 667"/>
                  <a:gd name="T7" fmla="*/ 716 h 716"/>
                  <a:gd name="T8" fmla="*/ 537 w 667"/>
                  <a:gd name="T9" fmla="*/ 648 h 716"/>
                  <a:gd name="T10" fmla="*/ 568 w 667"/>
                  <a:gd name="T11" fmla="*/ 620 h 716"/>
                  <a:gd name="T12" fmla="*/ 648 w 667"/>
                  <a:gd name="T13" fmla="*/ 477 h 716"/>
                  <a:gd name="T14" fmla="*/ 648 w 667"/>
                  <a:gd name="T15" fmla="*/ 477 h 716"/>
                  <a:gd name="T16" fmla="*/ 627 w 667"/>
                  <a:gd name="T17" fmla="*/ 261 h 716"/>
                  <a:gd name="T18" fmla="*/ 627 w 667"/>
                  <a:gd name="T19" fmla="*/ 261 h 716"/>
                  <a:gd name="T20" fmla="*/ 590 w 667"/>
                  <a:gd name="T21" fmla="*/ 201 h 716"/>
                  <a:gd name="T22" fmla="*/ 653 w 667"/>
                  <a:gd name="T23" fmla="*/ 61 h 716"/>
                  <a:gd name="T24" fmla="*/ 653 w 667"/>
                  <a:gd name="T25" fmla="*/ 61 h 716"/>
                  <a:gd name="T26" fmla="*/ 658 w 667"/>
                  <a:gd name="T27" fmla="*/ 6 h 716"/>
                  <a:gd name="T28" fmla="*/ 658 w 667"/>
                  <a:gd name="T29" fmla="*/ 5 h 716"/>
                  <a:gd name="T30" fmla="*/ 645 w 667"/>
                  <a:gd name="T31" fmla="*/ 0 h 7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67" h="716">
                    <a:moveTo>
                      <a:pt x="645" y="0"/>
                    </a:moveTo>
                    <a:cubicBezTo>
                      <a:pt x="554" y="0"/>
                      <a:pt x="52" y="152"/>
                      <a:pt x="90" y="201"/>
                    </a:cubicBezTo>
                    <a:cubicBezTo>
                      <a:pt x="0" y="317"/>
                      <a:pt x="0" y="479"/>
                      <a:pt x="90" y="594"/>
                    </a:cubicBezTo>
                    <a:cubicBezTo>
                      <a:pt x="153" y="674"/>
                      <a:pt x="246" y="716"/>
                      <a:pt x="341" y="716"/>
                    </a:cubicBezTo>
                    <a:cubicBezTo>
                      <a:pt x="409" y="716"/>
                      <a:pt x="479" y="694"/>
                      <a:pt x="537" y="648"/>
                    </a:cubicBezTo>
                    <a:cubicBezTo>
                      <a:pt x="548" y="639"/>
                      <a:pt x="559" y="630"/>
                      <a:pt x="568" y="620"/>
                    </a:cubicBezTo>
                    <a:cubicBezTo>
                      <a:pt x="608" y="579"/>
                      <a:pt x="635" y="529"/>
                      <a:pt x="648" y="477"/>
                    </a:cubicBezTo>
                    <a:cubicBezTo>
                      <a:pt x="648" y="477"/>
                      <a:pt x="648" y="477"/>
                      <a:pt x="648" y="477"/>
                    </a:cubicBezTo>
                    <a:cubicBezTo>
                      <a:pt x="667" y="406"/>
                      <a:pt x="660" y="329"/>
                      <a:pt x="627" y="261"/>
                    </a:cubicBezTo>
                    <a:cubicBezTo>
                      <a:pt x="627" y="261"/>
                      <a:pt x="627" y="261"/>
                      <a:pt x="627" y="261"/>
                    </a:cubicBezTo>
                    <a:cubicBezTo>
                      <a:pt x="617" y="240"/>
                      <a:pt x="605" y="220"/>
                      <a:pt x="590" y="201"/>
                    </a:cubicBezTo>
                    <a:cubicBezTo>
                      <a:pt x="623" y="160"/>
                      <a:pt x="644" y="111"/>
                      <a:pt x="653" y="61"/>
                    </a:cubicBezTo>
                    <a:cubicBezTo>
                      <a:pt x="653" y="61"/>
                      <a:pt x="653" y="61"/>
                      <a:pt x="653" y="61"/>
                    </a:cubicBezTo>
                    <a:cubicBezTo>
                      <a:pt x="657" y="43"/>
                      <a:pt x="658" y="25"/>
                      <a:pt x="658" y="6"/>
                    </a:cubicBezTo>
                    <a:cubicBezTo>
                      <a:pt x="658" y="6"/>
                      <a:pt x="658" y="5"/>
                      <a:pt x="658" y="5"/>
                    </a:cubicBezTo>
                    <a:cubicBezTo>
                      <a:pt x="658" y="1"/>
                      <a:pt x="653" y="0"/>
                      <a:pt x="645" y="0"/>
                    </a:cubicBezTo>
                  </a:path>
                </a:pathLst>
              </a:custGeom>
              <a:solidFill>
                <a:srgbClr val="3B7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/>
              </a:p>
            </p:txBody>
          </p:sp>
        </p:grpSp>
        <p:cxnSp>
          <p:nvCxnSpPr>
            <p:cNvPr id="20" name="iṩlíḋé" descr="200bf485-ffdc-4abb-ab9d-3f24ed8186c3">
              <a:extLst>
                <a:ext uri="{FF2B5EF4-FFF2-40B4-BE49-F238E27FC236}">
                  <a16:creationId xmlns:a16="http://schemas.microsoft.com/office/drawing/2014/main" id="{B39E5500-663B-4A75-B1F3-10C65F50747B}"/>
                </a:ext>
              </a:extLst>
            </p:cNvPr>
            <p:cNvCxnSpPr>
              <a:cxnSpLocks/>
            </p:cNvCxnSpPr>
            <p:nvPr/>
          </p:nvCxnSpPr>
          <p:spPr>
            <a:xfrm>
              <a:off x="7617375" y="2494217"/>
              <a:ext cx="0" cy="1355756"/>
            </a:xfrm>
            <a:prstGeom prst="line">
              <a:avLst/>
            </a:prstGeom>
            <a:ln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iṧḷíḋê" descr="19d05ff3-540f-46e3-b2e5-787ae3904f1a">
              <a:extLst>
                <a:ext uri="{FF2B5EF4-FFF2-40B4-BE49-F238E27FC236}">
                  <a16:creationId xmlns:a16="http://schemas.microsoft.com/office/drawing/2014/main" id="{B72BFF47-CC8C-4014-BF31-538DDCC3102A}"/>
                </a:ext>
              </a:extLst>
            </p:cNvPr>
            <p:cNvCxnSpPr>
              <a:cxnSpLocks/>
            </p:cNvCxnSpPr>
            <p:nvPr/>
          </p:nvCxnSpPr>
          <p:spPr>
            <a:xfrm>
              <a:off x="9602933" y="2494217"/>
              <a:ext cx="0" cy="1340242"/>
            </a:xfrm>
            <a:prstGeom prst="line">
              <a:avLst/>
            </a:prstGeom>
            <a:ln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" name="组合 316" descr="cc8fe135-ca2c-4c0c-916e-f360336e4959">
              <a:extLst>
                <a:ext uri="{FF2B5EF4-FFF2-40B4-BE49-F238E27FC236}">
                  <a16:creationId xmlns:a16="http://schemas.microsoft.com/office/drawing/2014/main" id="{960ACF7F-D5C2-0487-F6E2-DC5D31EB6C13}"/>
                </a:ext>
              </a:extLst>
            </p:cNvPr>
            <p:cNvGrpSpPr/>
            <p:nvPr/>
          </p:nvGrpSpPr>
          <p:grpSpPr>
            <a:xfrm>
              <a:off x="5693260" y="1668671"/>
              <a:ext cx="1871420" cy="2566506"/>
              <a:chOff x="5693260" y="1668671"/>
              <a:chExt cx="1871420" cy="2566506"/>
            </a:xfrm>
          </p:grpSpPr>
          <p:sp>
            <p:nvSpPr>
              <p:cNvPr id="11" name="Icon1" descr="2e31e36b-b041-419b-9c81-6c7ba92a6f69">
                <a:extLst>
                  <a:ext uri="{FF2B5EF4-FFF2-40B4-BE49-F238E27FC236}">
                    <a16:creationId xmlns:a16="http://schemas.microsoft.com/office/drawing/2014/main" id="{0D14593C-1A37-4ED4-8831-0A9CDBEF8E6E}"/>
                  </a:ext>
                </a:extLst>
              </p:cNvPr>
              <p:cNvSpPr/>
              <p:nvPr/>
            </p:nvSpPr>
            <p:spPr>
              <a:xfrm>
                <a:off x="6547249" y="1668671"/>
                <a:ext cx="322998" cy="322252"/>
              </a:xfrm>
              <a:custGeom>
                <a:avLst/>
                <a:gdLst>
                  <a:gd name="T0" fmla="*/ 4473 w 4646"/>
                  <a:gd name="T1" fmla="*/ 173 h 4643"/>
                  <a:gd name="T2" fmla="*/ 3844 w 4646"/>
                  <a:gd name="T3" fmla="*/ 173 h 4643"/>
                  <a:gd name="T4" fmla="*/ 2904 w 4646"/>
                  <a:gd name="T5" fmla="*/ 1113 h 4643"/>
                  <a:gd name="T6" fmla="*/ 1383 w 4646"/>
                  <a:gd name="T7" fmla="*/ 596 h 4643"/>
                  <a:gd name="T8" fmla="*/ 1318 w 4646"/>
                  <a:gd name="T9" fmla="*/ 597 h 4643"/>
                  <a:gd name="T10" fmla="*/ 622 w 4646"/>
                  <a:gd name="T11" fmla="*/ 868 h 4643"/>
                  <a:gd name="T12" fmla="*/ 583 w 4646"/>
                  <a:gd name="T13" fmla="*/ 891 h 4643"/>
                  <a:gd name="T14" fmla="*/ 583 w 4646"/>
                  <a:gd name="T15" fmla="*/ 1024 h 4643"/>
                  <a:gd name="T16" fmla="*/ 583 w 4646"/>
                  <a:gd name="T17" fmla="*/ 1025 h 4643"/>
                  <a:gd name="T18" fmla="*/ 598 w 4646"/>
                  <a:gd name="T19" fmla="*/ 1037 h 4643"/>
                  <a:gd name="T20" fmla="*/ 2031 w 4646"/>
                  <a:gd name="T21" fmla="*/ 1987 h 4643"/>
                  <a:gd name="T22" fmla="*/ 1061 w 4646"/>
                  <a:gd name="T23" fmla="*/ 2957 h 4643"/>
                  <a:gd name="T24" fmla="*/ 453 w 4646"/>
                  <a:gd name="T25" fmla="*/ 2750 h 4643"/>
                  <a:gd name="T26" fmla="*/ 418 w 4646"/>
                  <a:gd name="T27" fmla="*/ 2751 h 4643"/>
                  <a:gd name="T28" fmla="*/ 42 w 4646"/>
                  <a:gd name="T29" fmla="*/ 2897 h 4643"/>
                  <a:gd name="T30" fmla="*/ 20 w 4646"/>
                  <a:gd name="T31" fmla="*/ 2911 h 4643"/>
                  <a:gd name="T32" fmla="*/ 20 w 4646"/>
                  <a:gd name="T33" fmla="*/ 2982 h 4643"/>
                  <a:gd name="T34" fmla="*/ 20 w 4646"/>
                  <a:gd name="T35" fmla="*/ 2982 h 4643"/>
                  <a:gd name="T36" fmla="*/ 28 w 4646"/>
                  <a:gd name="T37" fmla="*/ 2989 h 4643"/>
                  <a:gd name="T38" fmla="*/ 748 w 4646"/>
                  <a:gd name="T39" fmla="*/ 3466 h 4643"/>
                  <a:gd name="T40" fmla="*/ 878 w 4646"/>
                  <a:gd name="T41" fmla="*/ 3768 h 4643"/>
                  <a:gd name="T42" fmla="*/ 1180 w 4646"/>
                  <a:gd name="T43" fmla="*/ 3898 h 4643"/>
                  <a:gd name="T44" fmla="*/ 1657 w 4646"/>
                  <a:gd name="T45" fmla="*/ 4618 h 4643"/>
                  <a:gd name="T46" fmla="*/ 1705 w 4646"/>
                  <a:gd name="T47" fmla="*/ 4641 h 4643"/>
                  <a:gd name="T48" fmla="*/ 1747 w 4646"/>
                  <a:gd name="T49" fmla="*/ 4608 h 4643"/>
                  <a:gd name="T50" fmla="*/ 1895 w 4646"/>
                  <a:gd name="T51" fmla="*/ 4228 h 4643"/>
                  <a:gd name="T52" fmla="*/ 1896 w 4646"/>
                  <a:gd name="T53" fmla="*/ 4193 h 4643"/>
                  <a:gd name="T54" fmla="*/ 1689 w 4646"/>
                  <a:gd name="T55" fmla="*/ 3585 h 4643"/>
                  <a:gd name="T56" fmla="*/ 2659 w 4646"/>
                  <a:gd name="T57" fmla="*/ 2615 h 4643"/>
                  <a:gd name="T58" fmla="*/ 3609 w 4646"/>
                  <a:gd name="T59" fmla="*/ 4048 h 4643"/>
                  <a:gd name="T60" fmla="*/ 3698 w 4646"/>
                  <a:gd name="T61" fmla="*/ 4090 h 4643"/>
                  <a:gd name="T62" fmla="*/ 3776 w 4646"/>
                  <a:gd name="T63" fmla="*/ 4030 h 4643"/>
                  <a:gd name="T64" fmla="*/ 4049 w 4646"/>
                  <a:gd name="T65" fmla="*/ 3328 h 4643"/>
                  <a:gd name="T66" fmla="*/ 4050 w 4646"/>
                  <a:gd name="T67" fmla="*/ 3263 h 4643"/>
                  <a:gd name="T68" fmla="*/ 3533 w 4646"/>
                  <a:gd name="T69" fmla="*/ 1742 h 4643"/>
                  <a:gd name="T70" fmla="*/ 4473 w 4646"/>
                  <a:gd name="T71" fmla="*/ 802 h 4643"/>
                  <a:gd name="T72" fmla="*/ 4473 w 4646"/>
                  <a:gd name="T73" fmla="*/ 173 h 4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646" h="4643">
                    <a:moveTo>
                      <a:pt x="4473" y="173"/>
                    </a:moveTo>
                    <a:cubicBezTo>
                      <a:pt x="4299" y="0"/>
                      <a:pt x="4018" y="0"/>
                      <a:pt x="3844" y="173"/>
                    </a:cubicBezTo>
                    <a:lnTo>
                      <a:pt x="2904" y="1113"/>
                    </a:lnTo>
                    <a:lnTo>
                      <a:pt x="1383" y="596"/>
                    </a:lnTo>
                    <a:cubicBezTo>
                      <a:pt x="1362" y="589"/>
                      <a:pt x="1339" y="589"/>
                      <a:pt x="1318" y="597"/>
                    </a:cubicBezTo>
                    <a:lnTo>
                      <a:pt x="622" y="868"/>
                    </a:lnTo>
                    <a:cubicBezTo>
                      <a:pt x="608" y="872"/>
                      <a:pt x="595" y="880"/>
                      <a:pt x="583" y="891"/>
                    </a:cubicBezTo>
                    <a:cubicBezTo>
                      <a:pt x="547" y="928"/>
                      <a:pt x="546" y="987"/>
                      <a:pt x="583" y="1024"/>
                    </a:cubicBezTo>
                    <a:cubicBezTo>
                      <a:pt x="583" y="1024"/>
                      <a:pt x="583" y="1024"/>
                      <a:pt x="583" y="1025"/>
                    </a:cubicBezTo>
                    <a:cubicBezTo>
                      <a:pt x="588" y="1029"/>
                      <a:pt x="593" y="1033"/>
                      <a:pt x="598" y="1037"/>
                    </a:cubicBezTo>
                    <a:lnTo>
                      <a:pt x="2031" y="1987"/>
                    </a:lnTo>
                    <a:lnTo>
                      <a:pt x="1061" y="2957"/>
                    </a:lnTo>
                    <a:lnTo>
                      <a:pt x="453" y="2750"/>
                    </a:lnTo>
                    <a:cubicBezTo>
                      <a:pt x="441" y="2746"/>
                      <a:pt x="429" y="2747"/>
                      <a:pt x="418" y="2751"/>
                    </a:cubicBezTo>
                    <a:lnTo>
                      <a:pt x="42" y="2897"/>
                    </a:lnTo>
                    <a:cubicBezTo>
                      <a:pt x="32" y="2901"/>
                      <a:pt x="26" y="2905"/>
                      <a:pt x="20" y="2911"/>
                    </a:cubicBezTo>
                    <a:cubicBezTo>
                      <a:pt x="0" y="2931"/>
                      <a:pt x="0" y="2962"/>
                      <a:pt x="20" y="2982"/>
                    </a:cubicBezTo>
                    <a:cubicBezTo>
                      <a:pt x="20" y="2982"/>
                      <a:pt x="20" y="2982"/>
                      <a:pt x="20" y="2982"/>
                    </a:cubicBezTo>
                    <a:cubicBezTo>
                      <a:pt x="22" y="2985"/>
                      <a:pt x="25" y="2987"/>
                      <a:pt x="28" y="2989"/>
                    </a:cubicBezTo>
                    <a:lnTo>
                      <a:pt x="748" y="3466"/>
                    </a:lnTo>
                    <a:cubicBezTo>
                      <a:pt x="751" y="3576"/>
                      <a:pt x="794" y="3684"/>
                      <a:pt x="878" y="3768"/>
                    </a:cubicBezTo>
                    <a:cubicBezTo>
                      <a:pt x="962" y="3852"/>
                      <a:pt x="1070" y="3895"/>
                      <a:pt x="1180" y="3898"/>
                    </a:cubicBezTo>
                    <a:lnTo>
                      <a:pt x="1657" y="4618"/>
                    </a:lnTo>
                    <a:cubicBezTo>
                      <a:pt x="1668" y="4634"/>
                      <a:pt x="1686" y="4643"/>
                      <a:pt x="1705" y="4641"/>
                    </a:cubicBezTo>
                    <a:cubicBezTo>
                      <a:pt x="1724" y="4639"/>
                      <a:pt x="1741" y="4626"/>
                      <a:pt x="1747" y="4608"/>
                    </a:cubicBezTo>
                    <a:lnTo>
                      <a:pt x="1895" y="4228"/>
                    </a:lnTo>
                    <a:cubicBezTo>
                      <a:pt x="1899" y="4217"/>
                      <a:pt x="1900" y="4205"/>
                      <a:pt x="1896" y="4193"/>
                    </a:cubicBezTo>
                    <a:lnTo>
                      <a:pt x="1689" y="3585"/>
                    </a:lnTo>
                    <a:lnTo>
                      <a:pt x="2659" y="2615"/>
                    </a:lnTo>
                    <a:lnTo>
                      <a:pt x="3609" y="4048"/>
                    </a:lnTo>
                    <a:cubicBezTo>
                      <a:pt x="3629" y="4077"/>
                      <a:pt x="3663" y="4093"/>
                      <a:pt x="3698" y="4090"/>
                    </a:cubicBezTo>
                    <a:cubicBezTo>
                      <a:pt x="3733" y="4086"/>
                      <a:pt x="3763" y="4063"/>
                      <a:pt x="3776" y="4030"/>
                    </a:cubicBezTo>
                    <a:lnTo>
                      <a:pt x="4049" y="3328"/>
                    </a:lnTo>
                    <a:cubicBezTo>
                      <a:pt x="4057" y="3307"/>
                      <a:pt x="4058" y="3284"/>
                      <a:pt x="4050" y="3263"/>
                    </a:cubicBezTo>
                    <a:lnTo>
                      <a:pt x="3533" y="1742"/>
                    </a:lnTo>
                    <a:lnTo>
                      <a:pt x="4473" y="802"/>
                    </a:lnTo>
                    <a:cubicBezTo>
                      <a:pt x="4646" y="628"/>
                      <a:pt x="4646" y="347"/>
                      <a:pt x="4473" y="17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4" name="Bullet1" descr="57a60572-90e3-4503-8b9c-6500398190c6">
                <a:extLst>
                  <a:ext uri="{FF2B5EF4-FFF2-40B4-BE49-F238E27FC236}">
                    <a16:creationId xmlns:a16="http://schemas.microsoft.com/office/drawing/2014/main" id="{8DF6F47F-F65C-45E9-B185-E81080A5F006}"/>
                  </a:ext>
                </a:extLst>
              </p:cNvPr>
              <p:cNvSpPr txBox="1"/>
              <p:nvPr/>
            </p:nvSpPr>
            <p:spPr bwMode="auto">
              <a:xfrm>
                <a:off x="5693260" y="2307280"/>
                <a:ext cx="1871420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数据组计划</a:t>
                </a:r>
              </a:p>
            </p:txBody>
          </p:sp>
          <p:sp>
            <p:nvSpPr>
              <p:cNvPr id="15" name="Text1" descr="09b98e9d-95e0-4757-93e0-28d1a846239c">
                <a:extLst>
                  <a:ext uri="{FF2B5EF4-FFF2-40B4-BE49-F238E27FC236}">
                    <a16:creationId xmlns:a16="http://schemas.microsoft.com/office/drawing/2014/main" id="{6F9D84DF-C0C4-46C0-8093-E0CBBC9084F6}"/>
                  </a:ext>
                </a:extLst>
              </p:cNvPr>
              <p:cNvSpPr/>
              <p:nvPr/>
            </p:nvSpPr>
            <p:spPr bwMode="auto">
              <a:xfrm>
                <a:off x="5693260" y="2749087"/>
                <a:ext cx="1871420" cy="14860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dirty="0">
                    <a:solidFill>
                      <a:srgbClr val="000000"/>
                    </a:solidFill>
                    <a:latin typeface="微软雅黑"/>
                  </a:rPr>
                  <a:t>11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月25日完成</a:t>
                </a:r>
                <a:r>
                  <a:rPr lang="zh-CN" altLang="en-US" sz="1200" b="0" i="0" u="none" dirty="0">
                    <a:solidFill>
                      <a:srgbClr val="000000"/>
                    </a:solidFill>
                    <a:latin typeface="微软雅黑"/>
                  </a:rPr>
                  <a:t>数据组与模型组对接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。</a:t>
                </a:r>
              </a:p>
            </p:txBody>
          </p:sp>
        </p:grpSp>
        <p:grpSp>
          <p:nvGrpSpPr>
            <p:cNvPr id="318" name="组合 317" descr="4a428a8b-af45-44fa-b006-2f56bbf5e834">
              <a:extLst>
                <a:ext uri="{FF2B5EF4-FFF2-40B4-BE49-F238E27FC236}">
                  <a16:creationId xmlns:a16="http://schemas.microsoft.com/office/drawing/2014/main" id="{C1778812-65E0-6B8B-A8B7-BFB643B86D9F}"/>
                </a:ext>
              </a:extLst>
            </p:cNvPr>
            <p:cNvGrpSpPr/>
            <p:nvPr/>
          </p:nvGrpSpPr>
          <p:grpSpPr>
            <a:xfrm>
              <a:off x="7679519" y="1668671"/>
              <a:ext cx="1871420" cy="2559876"/>
              <a:chOff x="7679519" y="1668671"/>
              <a:chExt cx="1871420" cy="2559876"/>
            </a:xfrm>
          </p:grpSpPr>
          <p:sp>
            <p:nvSpPr>
              <p:cNvPr id="12" name="Icon2" descr="484e8156-8903-4b0c-8426-87f4a10139bc">
                <a:extLst>
                  <a:ext uri="{FF2B5EF4-FFF2-40B4-BE49-F238E27FC236}">
                    <a16:creationId xmlns:a16="http://schemas.microsoft.com/office/drawing/2014/main" id="{5B85B36D-D2C9-4C4E-A41A-987FAFB01493}"/>
                  </a:ext>
                </a:extLst>
              </p:cNvPr>
              <p:cNvSpPr/>
              <p:nvPr/>
            </p:nvSpPr>
            <p:spPr>
              <a:xfrm>
                <a:off x="8413562" y="1668671"/>
                <a:ext cx="322998" cy="322252"/>
              </a:xfrm>
              <a:custGeom>
                <a:avLst/>
                <a:gdLst>
                  <a:gd name="T0" fmla="*/ 4473 w 4646"/>
                  <a:gd name="T1" fmla="*/ 173 h 4643"/>
                  <a:gd name="T2" fmla="*/ 3844 w 4646"/>
                  <a:gd name="T3" fmla="*/ 173 h 4643"/>
                  <a:gd name="T4" fmla="*/ 2904 w 4646"/>
                  <a:gd name="T5" fmla="*/ 1113 h 4643"/>
                  <a:gd name="T6" fmla="*/ 1383 w 4646"/>
                  <a:gd name="T7" fmla="*/ 596 h 4643"/>
                  <a:gd name="T8" fmla="*/ 1318 w 4646"/>
                  <a:gd name="T9" fmla="*/ 597 h 4643"/>
                  <a:gd name="T10" fmla="*/ 622 w 4646"/>
                  <a:gd name="T11" fmla="*/ 868 h 4643"/>
                  <a:gd name="T12" fmla="*/ 583 w 4646"/>
                  <a:gd name="T13" fmla="*/ 891 h 4643"/>
                  <a:gd name="T14" fmla="*/ 583 w 4646"/>
                  <a:gd name="T15" fmla="*/ 1024 h 4643"/>
                  <a:gd name="T16" fmla="*/ 583 w 4646"/>
                  <a:gd name="T17" fmla="*/ 1025 h 4643"/>
                  <a:gd name="T18" fmla="*/ 598 w 4646"/>
                  <a:gd name="T19" fmla="*/ 1037 h 4643"/>
                  <a:gd name="T20" fmla="*/ 2031 w 4646"/>
                  <a:gd name="T21" fmla="*/ 1987 h 4643"/>
                  <a:gd name="T22" fmla="*/ 1061 w 4646"/>
                  <a:gd name="T23" fmla="*/ 2957 h 4643"/>
                  <a:gd name="T24" fmla="*/ 453 w 4646"/>
                  <a:gd name="T25" fmla="*/ 2750 h 4643"/>
                  <a:gd name="T26" fmla="*/ 418 w 4646"/>
                  <a:gd name="T27" fmla="*/ 2751 h 4643"/>
                  <a:gd name="T28" fmla="*/ 42 w 4646"/>
                  <a:gd name="T29" fmla="*/ 2897 h 4643"/>
                  <a:gd name="T30" fmla="*/ 20 w 4646"/>
                  <a:gd name="T31" fmla="*/ 2911 h 4643"/>
                  <a:gd name="T32" fmla="*/ 20 w 4646"/>
                  <a:gd name="T33" fmla="*/ 2982 h 4643"/>
                  <a:gd name="T34" fmla="*/ 20 w 4646"/>
                  <a:gd name="T35" fmla="*/ 2982 h 4643"/>
                  <a:gd name="T36" fmla="*/ 28 w 4646"/>
                  <a:gd name="T37" fmla="*/ 2989 h 4643"/>
                  <a:gd name="T38" fmla="*/ 748 w 4646"/>
                  <a:gd name="T39" fmla="*/ 3466 h 4643"/>
                  <a:gd name="T40" fmla="*/ 878 w 4646"/>
                  <a:gd name="T41" fmla="*/ 3768 h 4643"/>
                  <a:gd name="T42" fmla="*/ 1180 w 4646"/>
                  <a:gd name="T43" fmla="*/ 3898 h 4643"/>
                  <a:gd name="T44" fmla="*/ 1657 w 4646"/>
                  <a:gd name="T45" fmla="*/ 4618 h 4643"/>
                  <a:gd name="T46" fmla="*/ 1705 w 4646"/>
                  <a:gd name="T47" fmla="*/ 4641 h 4643"/>
                  <a:gd name="T48" fmla="*/ 1747 w 4646"/>
                  <a:gd name="T49" fmla="*/ 4608 h 4643"/>
                  <a:gd name="T50" fmla="*/ 1895 w 4646"/>
                  <a:gd name="T51" fmla="*/ 4228 h 4643"/>
                  <a:gd name="T52" fmla="*/ 1896 w 4646"/>
                  <a:gd name="T53" fmla="*/ 4193 h 4643"/>
                  <a:gd name="T54" fmla="*/ 1689 w 4646"/>
                  <a:gd name="T55" fmla="*/ 3585 h 4643"/>
                  <a:gd name="T56" fmla="*/ 2659 w 4646"/>
                  <a:gd name="T57" fmla="*/ 2615 h 4643"/>
                  <a:gd name="T58" fmla="*/ 3609 w 4646"/>
                  <a:gd name="T59" fmla="*/ 4048 h 4643"/>
                  <a:gd name="T60" fmla="*/ 3698 w 4646"/>
                  <a:gd name="T61" fmla="*/ 4090 h 4643"/>
                  <a:gd name="T62" fmla="*/ 3776 w 4646"/>
                  <a:gd name="T63" fmla="*/ 4030 h 4643"/>
                  <a:gd name="T64" fmla="*/ 4049 w 4646"/>
                  <a:gd name="T65" fmla="*/ 3328 h 4643"/>
                  <a:gd name="T66" fmla="*/ 4050 w 4646"/>
                  <a:gd name="T67" fmla="*/ 3263 h 4643"/>
                  <a:gd name="T68" fmla="*/ 3533 w 4646"/>
                  <a:gd name="T69" fmla="*/ 1742 h 4643"/>
                  <a:gd name="T70" fmla="*/ 4473 w 4646"/>
                  <a:gd name="T71" fmla="*/ 802 h 4643"/>
                  <a:gd name="T72" fmla="*/ 4473 w 4646"/>
                  <a:gd name="T73" fmla="*/ 173 h 4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646" h="4643">
                    <a:moveTo>
                      <a:pt x="4473" y="173"/>
                    </a:moveTo>
                    <a:cubicBezTo>
                      <a:pt x="4299" y="0"/>
                      <a:pt x="4018" y="0"/>
                      <a:pt x="3844" y="173"/>
                    </a:cubicBezTo>
                    <a:lnTo>
                      <a:pt x="2904" y="1113"/>
                    </a:lnTo>
                    <a:lnTo>
                      <a:pt x="1383" y="596"/>
                    </a:lnTo>
                    <a:cubicBezTo>
                      <a:pt x="1362" y="589"/>
                      <a:pt x="1339" y="589"/>
                      <a:pt x="1318" y="597"/>
                    </a:cubicBezTo>
                    <a:lnTo>
                      <a:pt x="622" y="868"/>
                    </a:lnTo>
                    <a:cubicBezTo>
                      <a:pt x="608" y="872"/>
                      <a:pt x="595" y="880"/>
                      <a:pt x="583" y="891"/>
                    </a:cubicBezTo>
                    <a:cubicBezTo>
                      <a:pt x="547" y="928"/>
                      <a:pt x="546" y="987"/>
                      <a:pt x="583" y="1024"/>
                    </a:cubicBezTo>
                    <a:cubicBezTo>
                      <a:pt x="583" y="1024"/>
                      <a:pt x="583" y="1024"/>
                      <a:pt x="583" y="1025"/>
                    </a:cubicBezTo>
                    <a:cubicBezTo>
                      <a:pt x="588" y="1029"/>
                      <a:pt x="593" y="1033"/>
                      <a:pt x="598" y="1037"/>
                    </a:cubicBezTo>
                    <a:lnTo>
                      <a:pt x="2031" y="1987"/>
                    </a:lnTo>
                    <a:lnTo>
                      <a:pt x="1061" y="2957"/>
                    </a:lnTo>
                    <a:lnTo>
                      <a:pt x="453" y="2750"/>
                    </a:lnTo>
                    <a:cubicBezTo>
                      <a:pt x="441" y="2746"/>
                      <a:pt x="429" y="2747"/>
                      <a:pt x="418" y="2751"/>
                    </a:cubicBezTo>
                    <a:lnTo>
                      <a:pt x="42" y="2897"/>
                    </a:lnTo>
                    <a:cubicBezTo>
                      <a:pt x="32" y="2901"/>
                      <a:pt x="26" y="2905"/>
                      <a:pt x="20" y="2911"/>
                    </a:cubicBezTo>
                    <a:cubicBezTo>
                      <a:pt x="0" y="2931"/>
                      <a:pt x="0" y="2962"/>
                      <a:pt x="20" y="2982"/>
                    </a:cubicBezTo>
                    <a:cubicBezTo>
                      <a:pt x="20" y="2982"/>
                      <a:pt x="20" y="2982"/>
                      <a:pt x="20" y="2982"/>
                    </a:cubicBezTo>
                    <a:cubicBezTo>
                      <a:pt x="22" y="2985"/>
                      <a:pt x="25" y="2987"/>
                      <a:pt x="28" y="2989"/>
                    </a:cubicBezTo>
                    <a:lnTo>
                      <a:pt x="748" y="3466"/>
                    </a:lnTo>
                    <a:cubicBezTo>
                      <a:pt x="751" y="3576"/>
                      <a:pt x="794" y="3684"/>
                      <a:pt x="878" y="3768"/>
                    </a:cubicBezTo>
                    <a:cubicBezTo>
                      <a:pt x="962" y="3852"/>
                      <a:pt x="1070" y="3895"/>
                      <a:pt x="1180" y="3898"/>
                    </a:cubicBezTo>
                    <a:lnTo>
                      <a:pt x="1657" y="4618"/>
                    </a:lnTo>
                    <a:cubicBezTo>
                      <a:pt x="1668" y="4634"/>
                      <a:pt x="1686" y="4643"/>
                      <a:pt x="1705" y="4641"/>
                    </a:cubicBezTo>
                    <a:cubicBezTo>
                      <a:pt x="1724" y="4639"/>
                      <a:pt x="1741" y="4626"/>
                      <a:pt x="1747" y="4608"/>
                    </a:cubicBezTo>
                    <a:lnTo>
                      <a:pt x="1895" y="4228"/>
                    </a:lnTo>
                    <a:cubicBezTo>
                      <a:pt x="1899" y="4217"/>
                      <a:pt x="1900" y="4205"/>
                      <a:pt x="1896" y="4193"/>
                    </a:cubicBezTo>
                    <a:lnTo>
                      <a:pt x="1689" y="3585"/>
                    </a:lnTo>
                    <a:lnTo>
                      <a:pt x="2659" y="2615"/>
                    </a:lnTo>
                    <a:lnTo>
                      <a:pt x="3609" y="4048"/>
                    </a:lnTo>
                    <a:cubicBezTo>
                      <a:pt x="3629" y="4077"/>
                      <a:pt x="3663" y="4093"/>
                      <a:pt x="3698" y="4090"/>
                    </a:cubicBezTo>
                    <a:cubicBezTo>
                      <a:pt x="3733" y="4086"/>
                      <a:pt x="3763" y="4063"/>
                      <a:pt x="3776" y="4030"/>
                    </a:cubicBezTo>
                    <a:lnTo>
                      <a:pt x="4049" y="3328"/>
                    </a:lnTo>
                    <a:cubicBezTo>
                      <a:pt x="4057" y="3307"/>
                      <a:pt x="4058" y="3284"/>
                      <a:pt x="4050" y="3263"/>
                    </a:cubicBezTo>
                    <a:lnTo>
                      <a:pt x="3533" y="1742"/>
                    </a:lnTo>
                    <a:lnTo>
                      <a:pt x="4473" y="802"/>
                    </a:lnTo>
                    <a:cubicBezTo>
                      <a:pt x="4646" y="628"/>
                      <a:pt x="4646" y="347"/>
                      <a:pt x="4473" y="173"/>
                    </a:cubicBez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6" name="Bullet2" descr="fe2fdf69-7550-4447-b97b-35bf61ad2db8">
                <a:extLst>
                  <a:ext uri="{FF2B5EF4-FFF2-40B4-BE49-F238E27FC236}">
                    <a16:creationId xmlns:a16="http://schemas.microsoft.com/office/drawing/2014/main" id="{534EA33B-8AA6-4DAD-95C2-EB1E95E7FB3B}"/>
                  </a:ext>
                </a:extLst>
              </p:cNvPr>
              <p:cNvSpPr txBox="1"/>
              <p:nvPr/>
            </p:nvSpPr>
            <p:spPr bwMode="auto">
              <a:xfrm>
                <a:off x="7679519" y="2300650"/>
                <a:ext cx="1871420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模型组计划</a:t>
                </a:r>
              </a:p>
            </p:txBody>
          </p:sp>
          <p:sp>
            <p:nvSpPr>
              <p:cNvPr id="17" name="Text2" descr="bee0e007-c1b8-4223-9818-e0db9b30f3af">
                <a:extLst>
                  <a:ext uri="{FF2B5EF4-FFF2-40B4-BE49-F238E27FC236}">
                    <a16:creationId xmlns:a16="http://schemas.microsoft.com/office/drawing/2014/main" id="{86102D90-EDA6-4F5C-884E-DD120C715FB0}"/>
                  </a:ext>
                </a:extLst>
              </p:cNvPr>
              <p:cNvSpPr/>
              <p:nvPr/>
            </p:nvSpPr>
            <p:spPr bwMode="auto">
              <a:xfrm>
                <a:off x="7679519" y="2742457"/>
                <a:ext cx="1871420" cy="14860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dirty="0">
                    <a:solidFill>
                      <a:srgbClr val="000000"/>
                    </a:solidFill>
                    <a:latin typeface="微软雅黑"/>
                  </a:rPr>
                  <a:t>12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月8日前完成</a:t>
                </a:r>
                <a:r>
                  <a:rPr lang="zh-CN" altLang="en-US" sz="1200" b="0" i="0" u="none" dirty="0">
                    <a:solidFill>
                      <a:srgbClr val="000000"/>
                    </a:solidFill>
                    <a:latin typeface="微软雅黑"/>
                  </a:rPr>
                  <a:t>模型开发和测试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。</a:t>
                </a:r>
              </a:p>
            </p:txBody>
          </p:sp>
        </p:grpSp>
        <p:grpSp>
          <p:nvGrpSpPr>
            <p:cNvPr id="319" name="组合 318" descr="2e8163a3-3e76-4b8a-9c43-33753d5ea987">
              <a:extLst>
                <a:ext uri="{FF2B5EF4-FFF2-40B4-BE49-F238E27FC236}">
                  <a16:creationId xmlns:a16="http://schemas.microsoft.com/office/drawing/2014/main" id="{D00F1054-1FA4-A7D1-7879-4ED523990283}"/>
                </a:ext>
              </a:extLst>
            </p:cNvPr>
            <p:cNvGrpSpPr/>
            <p:nvPr/>
          </p:nvGrpSpPr>
          <p:grpSpPr>
            <a:xfrm>
              <a:off x="9647478" y="1668671"/>
              <a:ext cx="1871420" cy="2559876"/>
              <a:chOff x="9647478" y="1668671"/>
              <a:chExt cx="1871420" cy="2559876"/>
            </a:xfrm>
          </p:grpSpPr>
          <p:sp>
            <p:nvSpPr>
              <p:cNvPr id="13" name="Icon3" descr="c781b25d-8f3c-41e7-b20e-d3e4f13d5924">
                <a:extLst>
                  <a:ext uri="{FF2B5EF4-FFF2-40B4-BE49-F238E27FC236}">
                    <a16:creationId xmlns:a16="http://schemas.microsoft.com/office/drawing/2014/main" id="{F1F222D6-9A4D-4186-A959-145B93AFC6E8}"/>
                  </a:ext>
                </a:extLst>
              </p:cNvPr>
              <p:cNvSpPr/>
              <p:nvPr/>
            </p:nvSpPr>
            <p:spPr>
              <a:xfrm>
                <a:off x="10228653" y="1668671"/>
                <a:ext cx="322998" cy="322252"/>
              </a:xfrm>
              <a:custGeom>
                <a:avLst/>
                <a:gdLst>
                  <a:gd name="T0" fmla="*/ 4473 w 4646"/>
                  <a:gd name="T1" fmla="*/ 173 h 4643"/>
                  <a:gd name="T2" fmla="*/ 3844 w 4646"/>
                  <a:gd name="T3" fmla="*/ 173 h 4643"/>
                  <a:gd name="T4" fmla="*/ 2904 w 4646"/>
                  <a:gd name="T5" fmla="*/ 1113 h 4643"/>
                  <a:gd name="T6" fmla="*/ 1383 w 4646"/>
                  <a:gd name="T7" fmla="*/ 596 h 4643"/>
                  <a:gd name="T8" fmla="*/ 1318 w 4646"/>
                  <a:gd name="T9" fmla="*/ 597 h 4643"/>
                  <a:gd name="T10" fmla="*/ 622 w 4646"/>
                  <a:gd name="T11" fmla="*/ 868 h 4643"/>
                  <a:gd name="T12" fmla="*/ 583 w 4646"/>
                  <a:gd name="T13" fmla="*/ 891 h 4643"/>
                  <a:gd name="T14" fmla="*/ 583 w 4646"/>
                  <a:gd name="T15" fmla="*/ 1024 h 4643"/>
                  <a:gd name="T16" fmla="*/ 583 w 4646"/>
                  <a:gd name="T17" fmla="*/ 1025 h 4643"/>
                  <a:gd name="T18" fmla="*/ 598 w 4646"/>
                  <a:gd name="T19" fmla="*/ 1037 h 4643"/>
                  <a:gd name="T20" fmla="*/ 2031 w 4646"/>
                  <a:gd name="T21" fmla="*/ 1987 h 4643"/>
                  <a:gd name="T22" fmla="*/ 1061 w 4646"/>
                  <a:gd name="T23" fmla="*/ 2957 h 4643"/>
                  <a:gd name="T24" fmla="*/ 453 w 4646"/>
                  <a:gd name="T25" fmla="*/ 2750 h 4643"/>
                  <a:gd name="T26" fmla="*/ 418 w 4646"/>
                  <a:gd name="T27" fmla="*/ 2751 h 4643"/>
                  <a:gd name="T28" fmla="*/ 42 w 4646"/>
                  <a:gd name="T29" fmla="*/ 2897 h 4643"/>
                  <a:gd name="T30" fmla="*/ 20 w 4646"/>
                  <a:gd name="T31" fmla="*/ 2911 h 4643"/>
                  <a:gd name="T32" fmla="*/ 20 w 4646"/>
                  <a:gd name="T33" fmla="*/ 2982 h 4643"/>
                  <a:gd name="T34" fmla="*/ 20 w 4646"/>
                  <a:gd name="T35" fmla="*/ 2982 h 4643"/>
                  <a:gd name="T36" fmla="*/ 28 w 4646"/>
                  <a:gd name="T37" fmla="*/ 2989 h 4643"/>
                  <a:gd name="T38" fmla="*/ 748 w 4646"/>
                  <a:gd name="T39" fmla="*/ 3466 h 4643"/>
                  <a:gd name="T40" fmla="*/ 878 w 4646"/>
                  <a:gd name="T41" fmla="*/ 3768 h 4643"/>
                  <a:gd name="T42" fmla="*/ 1180 w 4646"/>
                  <a:gd name="T43" fmla="*/ 3898 h 4643"/>
                  <a:gd name="T44" fmla="*/ 1657 w 4646"/>
                  <a:gd name="T45" fmla="*/ 4618 h 4643"/>
                  <a:gd name="T46" fmla="*/ 1705 w 4646"/>
                  <a:gd name="T47" fmla="*/ 4641 h 4643"/>
                  <a:gd name="T48" fmla="*/ 1747 w 4646"/>
                  <a:gd name="T49" fmla="*/ 4608 h 4643"/>
                  <a:gd name="T50" fmla="*/ 1895 w 4646"/>
                  <a:gd name="T51" fmla="*/ 4228 h 4643"/>
                  <a:gd name="T52" fmla="*/ 1896 w 4646"/>
                  <a:gd name="T53" fmla="*/ 4193 h 4643"/>
                  <a:gd name="T54" fmla="*/ 1689 w 4646"/>
                  <a:gd name="T55" fmla="*/ 3585 h 4643"/>
                  <a:gd name="T56" fmla="*/ 2659 w 4646"/>
                  <a:gd name="T57" fmla="*/ 2615 h 4643"/>
                  <a:gd name="T58" fmla="*/ 3609 w 4646"/>
                  <a:gd name="T59" fmla="*/ 4048 h 4643"/>
                  <a:gd name="T60" fmla="*/ 3698 w 4646"/>
                  <a:gd name="T61" fmla="*/ 4090 h 4643"/>
                  <a:gd name="T62" fmla="*/ 3776 w 4646"/>
                  <a:gd name="T63" fmla="*/ 4030 h 4643"/>
                  <a:gd name="T64" fmla="*/ 4049 w 4646"/>
                  <a:gd name="T65" fmla="*/ 3328 h 4643"/>
                  <a:gd name="T66" fmla="*/ 4050 w 4646"/>
                  <a:gd name="T67" fmla="*/ 3263 h 4643"/>
                  <a:gd name="T68" fmla="*/ 3533 w 4646"/>
                  <a:gd name="T69" fmla="*/ 1742 h 4643"/>
                  <a:gd name="T70" fmla="*/ 4473 w 4646"/>
                  <a:gd name="T71" fmla="*/ 802 h 4643"/>
                  <a:gd name="T72" fmla="*/ 4473 w 4646"/>
                  <a:gd name="T73" fmla="*/ 173 h 4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646" h="4643">
                    <a:moveTo>
                      <a:pt x="4473" y="173"/>
                    </a:moveTo>
                    <a:cubicBezTo>
                      <a:pt x="4299" y="0"/>
                      <a:pt x="4018" y="0"/>
                      <a:pt x="3844" y="173"/>
                    </a:cubicBezTo>
                    <a:lnTo>
                      <a:pt x="2904" y="1113"/>
                    </a:lnTo>
                    <a:lnTo>
                      <a:pt x="1383" y="596"/>
                    </a:lnTo>
                    <a:cubicBezTo>
                      <a:pt x="1362" y="589"/>
                      <a:pt x="1339" y="589"/>
                      <a:pt x="1318" y="597"/>
                    </a:cubicBezTo>
                    <a:lnTo>
                      <a:pt x="622" y="868"/>
                    </a:lnTo>
                    <a:cubicBezTo>
                      <a:pt x="608" y="872"/>
                      <a:pt x="595" y="880"/>
                      <a:pt x="583" y="891"/>
                    </a:cubicBezTo>
                    <a:cubicBezTo>
                      <a:pt x="547" y="928"/>
                      <a:pt x="546" y="987"/>
                      <a:pt x="583" y="1024"/>
                    </a:cubicBezTo>
                    <a:cubicBezTo>
                      <a:pt x="583" y="1024"/>
                      <a:pt x="583" y="1024"/>
                      <a:pt x="583" y="1025"/>
                    </a:cubicBezTo>
                    <a:cubicBezTo>
                      <a:pt x="588" y="1029"/>
                      <a:pt x="593" y="1033"/>
                      <a:pt x="598" y="1037"/>
                    </a:cubicBezTo>
                    <a:lnTo>
                      <a:pt x="2031" y="1987"/>
                    </a:lnTo>
                    <a:lnTo>
                      <a:pt x="1061" y="2957"/>
                    </a:lnTo>
                    <a:lnTo>
                      <a:pt x="453" y="2750"/>
                    </a:lnTo>
                    <a:cubicBezTo>
                      <a:pt x="441" y="2746"/>
                      <a:pt x="429" y="2747"/>
                      <a:pt x="418" y="2751"/>
                    </a:cubicBezTo>
                    <a:lnTo>
                      <a:pt x="42" y="2897"/>
                    </a:lnTo>
                    <a:cubicBezTo>
                      <a:pt x="32" y="2901"/>
                      <a:pt x="26" y="2905"/>
                      <a:pt x="20" y="2911"/>
                    </a:cubicBezTo>
                    <a:cubicBezTo>
                      <a:pt x="0" y="2931"/>
                      <a:pt x="0" y="2962"/>
                      <a:pt x="20" y="2982"/>
                    </a:cubicBezTo>
                    <a:cubicBezTo>
                      <a:pt x="20" y="2982"/>
                      <a:pt x="20" y="2982"/>
                      <a:pt x="20" y="2982"/>
                    </a:cubicBezTo>
                    <a:cubicBezTo>
                      <a:pt x="22" y="2985"/>
                      <a:pt x="25" y="2987"/>
                      <a:pt x="28" y="2989"/>
                    </a:cubicBezTo>
                    <a:lnTo>
                      <a:pt x="748" y="3466"/>
                    </a:lnTo>
                    <a:cubicBezTo>
                      <a:pt x="751" y="3576"/>
                      <a:pt x="794" y="3684"/>
                      <a:pt x="878" y="3768"/>
                    </a:cubicBezTo>
                    <a:cubicBezTo>
                      <a:pt x="962" y="3852"/>
                      <a:pt x="1070" y="3895"/>
                      <a:pt x="1180" y="3898"/>
                    </a:cubicBezTo>
                    <a:lnTo>
                      <a:pt x="1657" y="4618"/>
                    </a:lnTo>
                    <a:cubicBezTo>
                      <a:pt x="1668" y="4634"/>
                      <a:pt x="1686" y="4643"/>
                      <a:pt x="1705" y="4641"/>
                    </a:cubicBezTo>
                    <a:cubicBezTo>
                      <a:pt x="1724" y="4639"/>
                      <a:pt x="1741" y="4626"/>
                      <a:pt x="1747" y="4608"/>
                    </a:cubicBezTo>
                    <a:lnTo>
                      <a:pt x="1895" y="4228"/>
                    </a:lnTo>
                    <a:cubicBezTo>
                      <a:pt x="1899" y="4217"/>
                      <a:pt x="1900" y="4205"/>
                      <a:pt x="1896" y="4193"/>
                    </a:cubicBezTo>
                    <a:lnTo>
                      <a:pt x="1689" y="3585"/>
                    </a:lnTo>
                    <a:lnTo>
                      <a:pt x="2659" y="2615"/>
                    </a:lnTo>
                    <a:lnTo>
                      <a:pt x="3609" y="4048"/>
                    </a:lnTo>
                    <a:cubicBezTo>
                      <a:pt x="3629" y="4077"/>
                      <a:pt x="3663" y="4093"/>
                      <a:pt x="3698" y="4090"/>
                    </a:cubicBezTo>
                    <a:cubicBezTo>
                      <a:pt x="3733" y="4086"/>
                      <a:pt x="3763" y="4063"/>
                      <a:pt x="3776" y="4030"/>
                    </a:cubicBezTo>
                    <a:lnTo>
                      <a:pt x="4049" y="3328"/>
                    </a:lnTo>
                    <a:cubicBezTo>
                      <a:pt x="4057" y="3307"/>
                      <a:pt x="4058" y="3284"/>
                      <a:pt x="4050" y="3263"/>
                    </a:cubicBezTo>
                    <a:lnTo>
                      <a:pt x="3533" y="1742"/>
                    </a:lnTo>
                    <a:lnTo>
                      <a:pt x="4473" y="802"/>
                    </a:lnTo>
                    <a:cubicBezTo>
                      <a:pt x="4646" y="628"/>
                      <a:pt x="4646" y="347"/>
                      <a:pt x="4473" y="17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endParaRPr/>
              </a:p>
            </p:txBody>
          </p:sp>
          <p:sp>
            <p:nvSpPr>
              <p:cNvPr id="18" name="Bullet3" descr="1d201c54-b141-41ec-8ff1-667ed0e82f16">
                <a:extLst>
                  <a:ext uri="{FF2B5EF4-FFF2-40B4-BE49-F238E27FC236}">
                    <a16:creationId xmlns:a16="http://schemas.microsoft.com/office/drawing/2014/main" id="{00C1192F-F867-4FFF-BAF1-C37CEE998CDD}"/>
                  </a:ext>
                </a:extLst>
              </p:cNvPr>
              <p:cNvSpPr txBox="1"/>
              <p:nvPr/>
            </p:nvSpPr>
            <p:spPr bwMode="auto">
              <a:xfrm>
                <a:off x="9647478" y="2300650"/>
                <a:ext cx="1871420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网页组计划</a:t>
                </a:r>
              </a:p>
            </p:txBody>
          </p:sp>
          <p:sp>
            <p:nvSpPr>
              <p:cNvPr id="19" name="Text3" descr="e99623a5-546f-4456-8e70-db02ab58fa83">
                <a:extLst>
                  <a:ext uri="{FF2B5EF4-FFF2-40B4-BE49-F238E27FC236}">
                    <a16:creationId xmlns:a16="http://schemas.microsoft.com/office/drawing/2014/main" id="{D4B64143-FB37-41E6-8C32-3FD0B30220C9}"/>
                  </a:ext>
                </a:extLst>
              </p:cNvPr>
              <p:cNvSpPr/>
              <p:nvPr/>
            </p:nvSpPr>
            <p:spPr bwMode="auto">
              <a:xfrm>
                <a:off x="9647478" y="2742457"/>
                <a:ext cx="1871420" cy="14860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dirty="0">
                    <a:solidFill>
                      <a:srgbClr val="000000"/>
                    </a:solidFill>
                    <a:latin typeface="微软雅黑"/>
                  </a:rPr>
                  <a:t>12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月22日前完成</a:t>
                </a:r>
                <a:r>
                  <a:rPr lang="zh-CN" altLang="en-US" sz="1200" b="0" i="0" u="none" dirty="0">
                    <a:solidFill>
                      <a:srgbClr val="000000"/>
                    </a:solidFill>
                    <a:latin typeface="微软雅黑"/>
                  </a:rPr>
                  <a:t>系统开发和测试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。</a:t>
                </a:r>
              </a:p>
            </p:txBody>
          </p:sp>
        </p:grpSp>
        <p:sp>
          <p:nvSpPr>
            <p:cNvPr id="311" name="Title" descr="0bcc5a8d-44f7-44eb-8d74-b40206752a4e">
              <a:extLst>
                <a:ext uri="{FF2B5EF4-FFF2-40B4-BE49-F238E27FC236}">
                  <a16:creationId xmlns:a16="http://schemas.microsoft.com/office/drawing/2014/main" id="{C06FDF84-83A6-412C-63DD-EB444C089689}"/>
                </a:ext>
              </a:extLst>
            </p:cNvPr>
            <p:cNvSpPr txBox="1"/>
            <p:nvPr/>
          </p:nvSpPr>
          <p:spPr>
            <a:xfrm>
              <a:off x="660400" y="5020239"/>
              <a:ext cx="10858500" cy="1094433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未来两周各小组工作安排</a:t>
              </a:r>
            </a:p>
          </p:txBody>
        </p: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两周计划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31fbf9e-ff67-4044-bd72-9e3968736b33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/>
              </a:rPr>
              <a:t>学习拓展</a:t>
            </a:r>
          </a:p>
        </p:txBody>
      </p:sp>
      <p:sp>
        <p:nvSpPr>
          <p:cNvPr id="3" name="文本占位符 2" descr="7db2f84f-cefc-4a11-95ec-ad94b3c0ed20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学习多项技能并应用于项目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45f7b4c0-f69c-4292-9502-8cb4ec517231.source.4.zh-Hans.pptx" descr="81f65a3a-89e1-4ee5-bf04-7b27db10c500">
            <a:extLst>
              <a:ext uri="{FF2B5EF4-FFF2-40B4-BE49-F238E27FC236}">
                <a16:creationId xmlns:a16="http://schemas.microsoft.com/office/drawing/2014/main" id="{4B7BDE46-EC64-56E4-9912-8B3E94AC6F01}"/>
              </a:ext>
            </a:extLst>
          </p:cNvPr>
          <p:cNvGrpSpPr/>
          <p:nvPr/>
        </p:nvGrpSpPr>
        <p:grpSpPr>
          <a:xfrm>
            <a:off x="673100" y="1130300"/>
            <a:ext cx="10847388" cy="5368925"/>
            <a:chOff x="673100" y="1130300"/>
            <a:chExt cx="10847388" cy="5368925"/>
          </a:xfrm>
        </p:grpSpPr>
        <p:grpSp>
          <p:nvGrpSpPr>
            <p:cNvPr id="73" name="组合 72" descr="2b6dbf37-d5cb-443f-99bc-0247ccd0afb7">
              <a:extLst>
                <a:ext uri="{FF2B5EF4-FFF2-40B4-BE49-F238E27FC236}">
                  <a16:creationId xmlns:a16="http://schemas.microsoft.com/office/drawing/2014/main" id="{9CC09CD7-16DB-2FD2-545E-AE2C640B96DB}"/>
                </a:ext>
              </a:extLst>
            </p:cNvPr>
            <p:cNvGrpSpPr/>
            <p:nvPr/>
          </p:nvGrpSpPr>
          <p:grpSpPr>
            <a:xfrm>
              <a:off x="4769086" y="2012961"/>
              <a:ext cx="2653828" cy="4486264"/>
              <a:chOff x="4769086" y="2012961"/>
              <a:chExt cx="2653828" cy="4486264"/>
            </a:xfrm>
          </p:grpSpPr>
          <p:sp>
            <p:nvSpPr>
              <p:cNvPr id="28" name="íšľïďé" descr="5bbe08c9-b5f4-4634-833f-9571162d7697">
                <a:extLst>
                  <a:ext uri="{FF2B5EF4-FFF2-40B4-BE49-F238E27FC236}">
                    <a16:creationId xmlns:a16="http://schemas.microsoft.com/office/drawing/2014/main" id="{FE058E3B-7286-42CF-A410-50DF1F9A5282}"/>
                  </a:ext>
                </a:extLst>
              </p:cNvPr>
              <p:cNvSpPr/>
              <p:nvPr/>
            </p:nvSpPr>
            <p:spPr bwMode="auto">
              <a:xfrm>
                <a:off x="6530067" y="2264752"/>
                <a:ext cx="453376" cy="460327"/>
              </a:xfrm>
              <a:custGeom>
                <a:avLst/>
                <a:gdLst>
                  <a:gd name="T0" fmla="*/ 144 w 248"/>
                  <a:gd name="T1" fmla="*/ 158 h 252"/>
                  <a:gd name="T2" fmla="*/ 126 w 248"/>
                  <a:gd name="T3" fmla="*/ 178 h 252"/>
                  <a:gd name="T4" fmla="*/ 117 w 248"/>
                  <a:gd name="T5" fmla="*/ 169 h 252"/>
                  <a:gd name="T6" fmla="*/ 103 w 248"/>
                  <a:gd name="T7" fmla="*/ 167 h 252"/>
                  <a:gd name="T8" fmla="*/ 95 w 248"/>
                  <a:gd name="T9" fmla="*/ 149 h 252"/>
                  <a:gd name="T10" fmla="*/ 112 w 248"/>
                  <a:gd name="T11" fmla="*/ 156 h 252"/>
                  <a:gd name="T12" fmla="*/ 110 w 248"/>
                  <a:gd name="T13" fmla="*/ 126 h 252"/>
                  <a:gd name="T14" fmla="*/ 94 w 248"/>
                  <a:gd name="T15" fmla="*/ 101 h 252"/>
                  <a:gd name="T16" fmla="*/ 108 w 248"/>
                  <a:gd name="T17" fmla="*/ 81 h 252"/>
                  <a:gd name="T18" fmla="*/ 126 w 248"/>
                  <a:gd name="T19" fmla="*/ 68 h 252"/>
                  <a:gd name="T20" fmla="*/ 136 w 248"/>
                  <a:gd name="T21" fmla="*/ 77 h 252"/>
                  <a:gd name="T22" fmla="*/ 135 w 248"/>
                  <a:gd name="T23" fmla="*/ 89 h 252"/>
                  <a:gd name="T24" fmla="*/ 134 w 248"/>
                  <a:gd name="T25" fmla="*/ 116 h 252"/>
                  <a:gd name="T26" fmla="*/ 150 w 248"/>
                  <a:gd name="T27" fmla="*/ 141 h 252"/>
                  <a:gd name="T28" fmla="*/ 118 w 248"/>
                  <a:gd name="T29" fmla="*/ 109 h 252"/>
                  <a:gd name="T30" fmla="*/ 110 w 248"/>
                  <a:gd name="T31" fmla="*/ 93 h 252"/>
                  <a:gd name="T32" fmla="*/ 132 w 248"/>
                  <a:gd name="T33" fmla="*/ 137 h 252"/>
                  <a:gd name="T34" fmla="*/ 128 w 248"/>
                  <a:gd name="T35" fmla="*/ 156 h 252"/>
                  <a:gd name="T36" fmla="*/ 135 w 248"/>
                  <a:gd name="T37" fmla="*/ 144 h 252"/>
                  <a:gd name="T38" fmla="*/ 125 w 248"/>
                  <a:gd name="T39" fmla="*/ 200 h 252"/>
                  <a:gd name="T40" fmla="*/ 152 w 248"/>
                  <a:gd name="T41" fmla="*/ 28 h 252"/>
                  <a:gd name="T42" fmla="*/ 130 w 248"/>
                  <a:gd name="T43" fmla="*/ 0 h 252"/>
                  <a:gd name="T44" fmla="*/ 86 w 248"/>
                  <a:gd name="T45" fmla="*/ 32 h 252"/>
                  <a:gd name="T46" fmla="*/ 47 w 248"/>
                  <a:gd name="T47" fmla="*/ 27 h 252"/>
                  <a:gd name="T48" fmla="*/ 45 w 248"/>
                  <a:gd name="T49" fmla="*/ 62 h 252"/>
                  <a:gd name="T50" fmla="*/ 29 w 248"/>
                  <a:gd name="T51" fmla="*/ 93 h 252"/>
                  <a:gd name="T52" fmla="*/ 0 w 248"/>
                  <a:gd name="T53" fmla="*/ 113 h 252"/>
                  <a:gd name="T54" fmla="*/ 30 w 248"/>
                  <a:gd name="T55" fmla="*/ 164 h 252"/>
                  <a:gd name="T56" fmla="*/ 25 w 248"/>
                  <a:gd name="T57" fmla="*/ 202 h 252"/>
                  <a:gd name="T58" fmla="*/ 67 w 248"/>
                  <a:gd name="T59" fmla="*/ 210 h 252"/>
                  <a:gd name="T60" fmla="*/ 98 w 248"/>
                  <a:gd name="T61" fmla="*/ 224 h 252"/>
                  <a:gd name="T62" fmla="*/ 115 w 248"/>
                  <a:gd name="T63" fmla="*/ 228 h 252"/>
                  <a:gd name="T64" fmla="*/ 149 w 248"/>
                  <a:gd name="T65" fmla="*/ 225 h 252"/>
                  <a:gd name="T66" fmla="*/ 165 w 248"/>
                  <a:gd name="T67" fmla="*/ 221 h 252"/>
                  <a:gd name="T68" fmla="*/ 194 w 248"/>
                  <a:gd name="T69" fmla="*/ 201 h 252"/>
                  <a:gd name="T70" fmla="*/ 205 w 248"/>
                  <a:gd name="T71" fmla="*/ 190 h 252"/>
                  <a:gd name="T72" fmla="*/ 221 w 248"/>
                  <a:gd name="T73" fmla="*/ 159 h 252"/>
                  <a:gd name="T74" fmla="*/ 226 w 248"/>
                  <a:gd name="T75" fmla="*/ 141 h 252"/>
                  <a:gd name="T76" fmla="*/ 224 w 248"/>
                  <a:gd name="T77" fmla="*/ 109 h 252"/>
                  <a:gd name="T78" fmla="*/ 220 w 248"/>
                  <a:gd name="T79" fmla="*/ 88 h 252"/>
                  <a:gd name="T80" fmla="*/ 202 w 248"/>
                  <a:gd name="T81" fmla="*/ 59 h 252"/>
                  <a:gd name="T82" fmla="*/ 183 w 248"/>
                  <a:gd name="T83" fmla="*/ 42 h 252"/>
                  <a:gd name="T84" fmla="*/ 152 w 248"/>
                  <a:gd name="T85" fmla="*/ 28 h 252"/>
                  <a:gd name="T86" fmla="*/ 40 w 248"/>
                  <a:gd name="T87" fmla="*/ 12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8" h="252">
                    <a:moveTo>
                      <a:pt x="150" y="141"/>
                    </a:moveTo>
                    <a:cubicBezTo>
                      <a:pt x="150" y="144"/>
                      <a:pt x="150" y="147"/>
                      <a:pt x="149" y="150"/>
                    </a:cubicBezTo>
                    <a:cubicBezTo>
                      <a:pt x="147" y="152"/>
                      <a:pt x="146" y="155"/>
                      <a:pt x="144" y="158"/>
                    </a:cubicBezTo>
                    <a:cubicBezTo>
                      <a:pt x="142" y="160"/>
                      <a:pt x="139" y="162"/>
                      <a:pt x="136" y="164"/>
                    </a:cubicBezTo>
                    <a:cubicBezTo>
                      <a:pt x="133" y="166"/>
                      <a:pt x="129" y="167"/>
                      <a:pt x="126" y="168"/>
                    </a:cubicBezTo>
                    <a:cubicBezTo>
                      <a:pt x="126" y="178"/>
                      <a:pt x="126" y="178"/>
                      <a:pt x="126" y="178"/>
                    </a:cubicBezTo>
                    <a:cubicBezTo>
                      <a:pt x="118" y="178"/>
                      <a:pt x="118" y="178"/>
                      <a:pt x="118" y="178"/>
                    </a:cubicBezTo>
                    <a:cubicBezTo>
                      <a:pt x="118" y="169"/>
                      <a:pt x="118" y="169"/>
                      <a:pt x="118" y="169"/>
                    </a:cubicBezTo>
                    <a:cubicBezTo>
                      <a:pt x="118" y="169"/>
                      <a:pt x="118" y="169"/>
                      <a:pt x="117" y="169"/>
                    </a:cubicBezTo>
                    <a:cubicBezTo>
                      <a:pt x="117" y="169"/>
                      <a:pt x="117" y="169"/>
                      <a:pt x="117" y="169"/>
                    </a:cubicBezTo>
                    <a:cubicBezTo>
                      <a:pt x="114" y="169"/>
                      <a:pt x="111" y="169"/>
                      <a:pt x="109" y="168"/>
                    </a:cubicBezTo>
                    <a:cubicBezTo>
                      <a:pt x="107" y="168"/>
                      <a:pt x="105" y="168"/>
                      <a:pt x="103" y="167"/>
                    </a:cubicBezTo>
                    <a:cubicBezTo>
                      <a:pt x="101" y="167"/>
                      <a:pt x="99" y="166"/>
                      <a:pt x="97" y="165"/>
                    </a:cubicBezTo>
                    <a:cubicBezTo>
                      <a:pt x="95" y="164"/>
                      <a:pt x="93" y="163"/>
                      <a:pt x="91" y="162"/>
                    </a:cubicBezTo>
                    <a:cubicBezTo>
                      <a:pt x="95" y="149"/>
                      <a:pt x="95" y="149"/>
                      <a:pt x="95" y="149"/>
                    </a:cubicBezTo>
                    <a:cubicBezTo>
                      <a:pt x="96" y="150"/>
                      <a:pt x="98" y="151"/>
                      <a:pt x="100" y="152"/>
                    </a:cubicBezTo>
                    <a:cubicBezTo>
                      <a:pt x="102" y="153"/>
                      <a:pt x="103" y="153"/>
                      <a:pt x="106" y="154"/>
                    </a:cubicBezTo>
                    <a:cubicBezTo>
                      <a:pt x="108" y="155"/>
                      <a:pt x="110" y="156"/>
                      <a:pt x="112" y="156"/>
                    </a:cubicBezTo>
                    <a:cubicBezTo>
                      <a:pt x="114" y="157"/>
                      <a:pt x="116" y="157"/>
                      <a:pt x="118" y="157"/>
                    </a:cubicBezTo>
                    <a:cubicBezTo>
                      <a:pt x="118" y="130"/>
                      <a:pt x="118" y="130"/>
                      <a:pt x="118" y="130"/>
                    </a:cubicBezTo>
                    <a:cubicBezTo>
                      <a:pt x="115" y="128"/>
                      <a:pt x="112" y="127"/>
                      <a:pt x="110" y="126"/>
                    </a:cubicBezTo>
                    <a:cubicBezTo>
                      <a:pt x="107" y="124"/>
                      <a:pt x="104" y="123"/>
                      <a:pt x="102" y="121"/>
                    </a:cubicBezTo>
                    <a:cubicBezTo>
                      <a:pt x="100" y="119"/>
                      <a:pt x="98" y="116"/>
                      <a:pt x="96" y="113"/>
                    </a:cubicBezTo>
                    <a:cubicBezTo>
                      <a:pt x="95" y="110"/>
                      <a:pt x="94" y="106"/>
                      <a:pt x="94" y="101"/>
                    </a:cubicBezTo>
                    <a:cubicBezTo>
                      <a:pt x="94" y="99"/>
                      <a:pt x="95" y="97"/>
                      <a:pt x="96" y="94"/>
                    </a:cubicBezTo>
                    <a:cubicBezTo>
                      <a:pt x="97" y="92"/>
                      <a:pt x="98" y="89"/>
                      <a:pt x="100" y="87"/>
                    </a:cubicBezTo>
                    <a:cubicBezTo>
                      <a:pt x="102" y="85"/>
                      <a:pt x="105" y="83"/>
                      <a:pt x="108" y="81"/>
                    </a:cubicBezTo>
                    <a:cubicBezTo>
                      <a:pt x="111" y="79"/>
                      <a:pt x="114" y="78"/>
                      <a:pt x="118" y="78"/>
                    </a:cubicBezTo>
                    <a:cubicBezTo>
                      <a:pt x="118" y="68"/>
                      <a:pt x="118" y="68"/>
                      <a:pt x="118" y="68"/>
                    </a:cubicBezTo>
                    <a:cubicBezTo>
                      <a:pt x="126" y="68"/>
                      <a:pt x="126" y="68"/>
                      <a:pt x="126" y="68"/>
                    </a:cubicBezTo>
                    <a:cubicBezTo>
                      <a:pt x="126" y="77"/>
                      <a:pt x="126" y="77"/>
                      <a:pt x="126" y="77"/>
                    </a:cubicBezTo>
                    <a:cubicBezTo>
                      <a:pt x="126" y="77"/>
                      <a:pt x="126" y="77"/>
                      <a:pt x="126" y="77"/>
                    </a:cubicBezTo>
                    <a:cubicBezTo>
                      <a:pt x="130" y="77"/>
                      <a:pt x="133" y="77"/>
                      <a:pt x="136" y="77"/>
                    </a:cubicBezTo>
                    <a:cubicBezTo>
                      <a:pt x="140" y="78"/>
                      <a:pt x="143" y="78"/>
                      <a:pt x="146" y="79"/>
                    </a:cubicBezTo>
                    <a:cubicBezTo>
                      <a:pt x="144" y="92"/>
                      <a:pt x="144" y="92"/>
                      <a:pt x="144" y="92"/>
                    </a:cubicBezTo>
                    <a:cubicBezTo>
                      <a:pt x="141" y="91"/>
                      <a:pt x="138" y="90"/>
                      <a:pt x="135" y="89"/>
                    </a:cubicBezTo>
                    <a:cubicBezTo>
                      <a:pt x="131" y="89"/>
                      <a:pt x="128" y="88"/>
                      <a:pt x="126" y="88"/>
                    </a:cubicBezTo>
                    <a:cubicBezTo>
                      <a:pt x="126" y="113"/>
                      <a:pt x="126" y="113"/>
                      <a:pt x="126" y="113"/>
                    </a:cubicBezTo>
                    <a:cubicBezTo>
                      <a:pt x="128" y="114"/>
                      <a:pt x="131" y="115"/>
                      <a:pt x="134" y="116"/>
                    </a:cubicBezTo>
                    <a:cubicBezTo>
                      <a:pt x="137" y="118"/>
                      <a:pt x="140" y="119"/>
                      <a:pt x="142" y="122"/>
                    </a:cubicBezTo>
                    <a:cubicBezTo>
                      <a:pt x="145" y="124"/>
                      <a:pt x="147" y="126"/>
                      <a:pt x="148" y="129"/>
                    </a:cubicBezTo>
                    <a:cubicBezTo>
                      <a:pt x="150" y="133"/>
                      <a:pt x="150" y="137"/>
                      <a:pt x="150" y="141"/>
                    </a:cubicBezTo>
                    <a:close/>
                    <a:moveTo>
                      <a:pt x="109" y="99"/>
                    </a:moveTo>
                    <a:cubicBezTo>
                      <a:pt x="109" y="101"/>
                      <a:pt x="110" y="104"/>
                      <a:pt x="112" y="105"/>
                    </a:cubicBezTo>
                    <a:cubicBezTo>
                      <a:pt x="113" y="107"/>
                      <a:pt x="116" y="108"/>
                      <a:pt x="118" y="109"/>
                    </a:cubicBezTo>
                    <a:cubicBezTo>
                      <a:pt x="118" y="88"/>
                      <a:pt x="118" y="88"/>
                      <a:pt x="118" y="88"/>
                    </a:cubicBezTo>
                    <a:cubicBezTo>
                      <a:pt x="116" y="88"/>
                      <a:pt x="114" y="89"/>
                      <a:pt x="113" y="90"/>
                    </a:cubicBezTo>
                    <a:cubicBezTo>
                      <a:pt x="112" y="91"/>
                      <a:pt x="111" y="92"/>
                      <a:pt x="110" y="93"/>
                    </a:cubicBezTo>
                    <a:cubicBezTo>
                      <a:pt x="110" y="95"/>
                      <a:pt x="109" y="96"/>
                      <a:pt x="109" y="99"/>
                    </a:cubicBezTo>
                    <a:close/>
                    <a:moveTo>
                      <a:pt x="135" y="144"/>
                    </a:moveTo>
                    <a:cubicBezTo>
                      <a:pt x="135" y="141"/>
                      <a:pt x="134" y="139"/>
                      <a:pt x="132" y="137"/>
                    </a:cubicBezTo>
                    <a:cubicBezTo>
                      <a:pt x="131" y="135"/>
                      <a:pt x="128" y="134"/>
                      <a:pt x="126" y="133"/>
                    </a:cubicBezTo>
                    <a:cubicBezTo>
                      <a:pt x="126" y="157"/>
                      <a:pt x="126" y="157"/>
                      <a:pt x="126" y="157"/>
                    </a:cubicBezTo>
                    <a:cubicBezTo>
                      <a:pt x="127" y="157"/>
                      <a:pt x="127" y="157"/>
                      <a:pt x="128" y="156"/>
                    </a:cubicBezTo>
                    <a:cubicBezTo>
                      <a:pt x="129" y="156"/>
                      <a:pt x="130" y="156"/>
                      <a:pt x="130" y="156"/>
                    </a:cubicBezTo>
                    <a:cubicBezTo>
                      <a:pt x="132" y="155"/>
                      <a:pt x="133" y="154"/>
                      <a:pt x="134" y="152"/>
                    </a:cubicBezTo>
                    <a:cubicBezTo>
                      <a:pt x="134" y="150"/>
                      <a:pt x="135" y="147"/>
                      <a:pt x="135" y="144"/>
                    </a:cubicBezTo>
                    <a:close/>
                    <a:moveTo>
                      <a:pt x="125" y="52"/>
                    </a:moveTo>
                    <a:cubicBezTo>
                      <a:pt x="84" y="52"/>
                      <a:pt x="51" y="85"/>
                      <a:pt x="51" y="126"/>
                    </a:cubicBezTo>
                    <a:cubicBezTo>
                      <a:pt x="51" y="167"/>
                      <a:pt x="84" y="200"/>
                      <a:pt x="125" y="200"/>
                    </a:cubicBezTo>
                    <a:cubicBezTo>
                      <a:pt x="166" y="200"/>
                      <a:pt x="199" y="167"/>
                      <a:pt x="199" y="126"/>
                    </a:cubicBezTo>
                    <a:cubicBezTo>
                      <a:pt x="199" y="85"/>
                      <a:pt x="166" y="52"/>
                      <a:pt x="125" y="52"/>
                    </a:cubicBezTo>
                    <a:close/>
                    <a:moveTo>
                      <a:pt x="152" y="28"/>
                    </a:moveTo>
                    <a:cubicBezTo>
                      <a:pt x="147" y="26"/>
                      <a:pt x="141" y="25"/>
                      <a:pt x="136" y="25"/>
                    </a:cubicBezTo>
                    <a:cubicBezTo>
                      <a:pt x="136" y="24"/>
                      <a:pt x="136" y="24"/>
                      <a:pt x="136" y="24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96" y="28"/>
                      <a:pt x="91" y="30"/>
                      <a:pt x="86" y="32"/>
                    </a:cubicBezTo>
                    <a:cubicBezTo>
                      <a:pt x="85" y="32"/>
                      <a:pt x="85" y="32"/>
                      <a:pt x="85" y="32"/>
                    </a:cubicBezTo>
                    <a:cubicBezTo>
                      <a:pt x="69" y="13"/>
                      <a:pt x="69" y="13"/>
                      <a:pt x="69" y="13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53" y="54"/>
                      <a:pt x="49" y="58"/>
                      <a:pt x="45" y="63"/>
                    </a:cubicBezTo>
                    <a:cubicBezTo>
                      <a:pt x="45" y="62"/>
                      <a:pt x="45" y="62"/>
                      <a:pt x="45" y="6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29" y="93"/>
                      <a:pt x="29" y="93"/>
                      <a:pt x="29" y="93"/>
                    </a:cubicBezTo>
                    <a:cubicBezTo>
                      <a:pt x="27" y="98"/>
                      <a:pt x="26" y="102"/>
                      <a:pt x="25" y="109"/>
                    </a:cubicBezTo>
                    <a:cubicBezTo>
                      <a:pt x="24" y="109"/>
                      <a:pt x="24" y="109"/>
                      <a:pt x="24" y="109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25" y="143"/>
                      <a:pt x="25" y="143"/>
                      <a:pt x="25" y="143"/>
                    </a:cubicBezTo>
                    <a:cubicBezTo>
                      <a:pt x="26" y="151"/>
                      <a:pt x="28" y="157"/>
                      <a:pt x="30" y="164"/>
                    </a:cubicBezTo>
                    <a:cubicBezTo>
                      <a:pt x="30" y="164"/>
                      <a:pt x="30" y="164"/>
                      <a:pt x="30" y="164"/>
                    </a:cubicBezTo>
                    <a:cubicBezTo>
                      <a:pt x="12" y="181"/>
                      <a:pt x="12" y="181"/>
                      <a:pt x="12" y="181"/>
                    </a:cubicBezTo>
                    <a:cubicBezTo>
                      <a:pt x="25" y="202"/>
                      <a:pt x="25" y="202"/>
                      <a:pt x="25" y="202"/>
                    </a:cubicBezTo>
                    <a:cubicBezTo>
                      <a:pt x="49" y="193"/>
                      <a:pt x="49" y="193"/>
                      <a:pt x="49" y="193"/>
                    </a:cubicBezTo>
                    <a:cubicBezTo>
                      <a:pt x="54" y="200"/>
                      <a:pt x="60" y="205"/>
                      <a:pt x="67" y="210"/>
                    </a:cubicBezTo>
                    <a:cubicBezTo>
                      <a:pt x="67" y="210"/>
                      <a:pt x="67" y="210"/>
                      <a:pt x="67" y="210"/>
                    </a:cubicBezTo>
                    <a:cubicBezTo>
                      <a:pt x="60" y="234"/>
                      <a:pt x="60" y="234"/>
                      <a:pt x="60" y="234"/>
                    </a:cubicBezTo>
                    <a:cubicBezTo>
                      <a:pt x="83" y="245"/>
                      <a:pt x="83" y="245"/>
                      <a:pt x="83" y="245"/>
                    </a:cubicBezTo>
                    <a:cubicBezTo>
                      <a:pt x="98" y="224"/>
                      <a:pt x="98" y="224"/>
                      <a:pt x="98" y="224"/>
                    </a:cubicBezTo>
                    <a:cubicBezTo>
                      <a:pt x="99" y="224"/>
                      <a:pt x="99" y="224"/>
                      <a:pt x="99" y="224"/>
                    </a:cubicBezTo>
                    <a:cubicBezTo>
                      <a:pt x="104" y="226"/>
                      <a:pt x="109" y="227"/>
                      <a:pt x="115" y="227"/>
                    </a:cubicBezTo>
                    <a:cubicBezTo>
                      <a:pt x="115" y="228"/>
                      <a:pt x="115" y="228"/>
                      <a:pt x="115" y="228"/>
                    </a:cubicBezTo>
                    <a:cubicBezTo>
                      <a:pt x="120" y="252"/>
                      <a:pt x="120" y="252"/>
                      <a:pt x="120" y="252"/>
                    </a:cubicBezTo>
                    <a:cubicBezTo>
                      <a:pt x="146" y="250"/>
                      <a:pt x="146" y="250"/>
                      <a:pt x="146" y="250"/>
                    </a:cubicBezTo>
                    <a:cubicBezTo>
                      <a:pt x="149" y="225"/>
                      <a:pt x="149" y="225"/>
                      <a:pt x="149" y="225"/>
                    </a:cubicBezTo>
                    <a:cubicBezTo>
                      <a:pt x="149" y="225"/>
                      <a:pt x="149" y="225"/>
                      <a:pt x="149" y="225"/>
                    </a:cubicBezTo>
                    <a:cubicBezTo>
                      <a:pt x="154" y="224"/>
                      <a:pt x="160" y="222"/>
                      <a:pt x="164" y="220"/>
                    </a:cubicBezTo>
                    <a:cubicBezTo>
                      <a:pt x="165" y="221"/>
                      <a:pt x="165" y="221"/>
                      <a:pt x="165" y="221"/>
                    </a:cubicBezTo>
                    <a:cubicBezTo>
                      <a:pt x="182" y="239"/>
                      <a:pt x="182" y="239"/>
                      <a:pt x="182" y="239"/>
                    </a:cubicBezTo>
                    <a:cubicBezTo>
                      <a:pt x="203" y="225"/>
                      <a:pt x="203" y="225"/>
                      <a:pt x="203" y="225"/>
                    </a:cubicBezTo>
                    <a:cubicBezTo>
                      <a:pt x="194" y="201"/>
                      <a:pt x="194" y="201"/>
                      <a:pt x="194" y="201"/>
                    </a:cubicBezTo>
                    <a:cubicBezTo>
                      <a:pt x="194" y="201"/>
                      <a:pt x="194" y="201"/>
                      <a:pt x="194" y="201"/>
                    </a:cubicBezTo>
                    <a:cubicBezTo>
                      <a:pt x="198" y="197"/>
                      <a:pt x="201" y="194"/>
                      <a:pt x="205" y="189"/>
                    </a:cubicBezTo>
                    <a:cubicBezTo>
                      <a:pt x="205" y="190"/>
                      <a:pt x="205" y="190"/>
                      <a:pt x="205" y="190"/>
                    </a:cubicBezTo>
                    <a:cubicBezTo>
                      <a:pt x="229" y="198"/>
                      <a:pt x="229" y="198"/>
                      <a:pt x="229" y="198"/>
                    </a:cubicBezTo>
                    <a:cubicBezTo>
                      <a:pt x="241" y="175"/>
                      <a:pt x="241" y="175"/>
                      <a:pt x="241" y="175"/>
                    </a:cubicBezTo>
                    <a:cubicBezTo>
                      <a:pt x="221" y="159"/>
                      <a:pt x="221" y="159"/>
                      <a:pt x="221" y="159"/>
                    </a:cubicBezTo>
                    <a:cubicBezTo>
                      <a:pt x="221" y="158"/>
                      <a:pt x="221" y="158"/>
                      <a:pt x="221" y="158"/>
                    </a:cubicBezTo>
                    <a:cubicBezTo>
                      <a:pt x="223" y="153"/>
                      <a:pt x="224" y="148"/>
                      <a:pt x="225" y="141"/>
                    </a:cubicBezTo>
                    <a:cubicBezTo>
                      <a:pt x="226" y="141"/>
                      <a:pt x="226" y="141"/>
                      <a:pt x="226" y="141"/>
                    </a:cubicBezTo>
                    <a:cubicBezTo>
                      <a:pt x="248" y="139"/>
                      <a:pt x="248" y="139"/>
                      <a:pt x="248" y="139"/>
                    </a:cubicBezTo>
                    <a:cubicBezTo>
                      <a:pt x="247" y="114"/>
                      <a:pt x="247" y="114"/>
                      <a:pt x="247" y="114"/>
                    </a:cubicBezTo>
                    <a:cubicBezTo>
                      <a:pt x="224" y="109"/>
                      <a:pt x="224" y="109"/>
                      <a:pt x="224" y="109"/>
                    </a:cubicBezTo>
                    <a:cubicBezTo>
                      <a:pt x="224" y="109"/>
                      <a:pt x="224" y="109"/>
                      <a:pt x="224" y="109"/>
                    </a:cubicBezTo>
                    <a:cubicBezTo>
                      <a:pt x="223" y="102"/>
                      <a:pt x="222" y="95"/>
                      <a:pt x="219" y="88"/>
                    </a:cubicBezTo>
                    <a:cubicBezTo>
                      <a:pt x="220" y="88"/>
                      <a:pt x="220" y="88"/>
                      <a:pt x="220" y="88"/>
                    </a:cubicBezTo>
                    <a:cubicBezTo>
                      <a:pt x="239" y="72"/>
                      <a:pt x="239" y="72"/>
                      <a:pt x="239" y="72"/>
                    </a:cubicBezTo>
                    <a:cubicBezTo>
                      <a:pt x="225" y="50"/>
                      <a:pt x="225" y="50"/>
                      <a:pt x="225" y="50"/>
                    </a:cubicBezTo>
                    <a:cubicBezTo>
                      <a:pt x="202" y="59"/>
                      <a:pt x="202" y="59"/>
                      <a:pt x="202" y="59"/>
                    </a:cubicBezTo>
                    <a:cubicBezTo>
                      <a:pt x="201" y="59"/>
                      <a:pt x="201" y="59"/>
                      <a:pt x="201" y="59"/>
                    </a:cubicBezTo>
                    <a:cubicBezTo>
                      <a:pt x="196" y="53"/>
                      <a:pt x="190" y="47"/>
                      <a:pt x="183" y="43"/>
                    </a:cubicBezTo>
                    <a:cubicBezTo>
                      <a:pt x="183" y="42"/>
                      <a:pt x="183" y="42"/>
                      <a:pt x="183" y="42"/>
                    </a:cubicBezTo>
                    <a:cubicBezTo>
                      <a:pt x="190" y="18"/>
                      <a:pt x="190" y="18"/>
                      <a:pt x="190" y="18"/>
                    </a:cubicBezTo>
                    <a:cubicBezTo>
                      <a:pt x="167" y="7"/>
                      <a:pt x="167" y="7"/>
                      <a:pt x="167" y="7"/>
                    </a:cubicBezTo>
                    <a:cubicBezTo>
                      <a:pt x="152" y="28"/>
                      <a:pt x="152" y="28"/>
                      <a:pt x="152" y="28"/>
                    </a:cubicBezTo>
                    <a:close/>
                    <a:moveTo>
                      <a:pt x="209" y="126"/>
                    </a:moveTo>
                    <a:cubicBezTo>
                      <a:pt x="209" y="173"/>
                      <a:pt x="172" y="210"/>
                      <a:pt x="125" y="210"/>
                    </a:cubicBezTo>
                    <a:cubicBezTo>
                      <a:pt x="78" y="210"/>
                      <a:pt x="40" y="173"/>
                      <a:pt x="40" y="126"/>
                    </a:cubicBezTo>
                    <a:cubicBezTo>
                      <a:pt x="40" y="79"/>
                      <a:pt x="78" y="42"/>
                      <a:pt x="125" y="42"/>
                    </a:cubicBezTo>
                    <a:cubicBezTo>
                      <a:pt x="172" y="42"/>
                      <a:pt x="209" y="79"/>
                      <a:pt x="209" y="126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29" name="iSļîḓe" descr="6bd65638-e428-4013-a1f2-6787b03ac8be">
                <a:extLst>
                  <a:ext uri="{FF2B5EF4-FFF2-40B4-BE49-F238E27FC236}">
                    <a16:creationId xmlns:a16="http://schemas.microsoft.com/office/drawing/2014/main" id="{04D87A46-3730-4CEC-982F-9717DC8D2609}"/>
                  </a:ext>
                </a:extLst>
              </p:cNvPr>
              <p:cNvSpPr/>
              <p:nvPr/>
            </p:nvSpPr>
            <p:spPr bwMode="auto">
              <a:xfrm>
                <a:off x="5624861" y="2012961"/>
                <a:ext cx="846507" cy="851141"/>
              </a:xfrm>
              <a:custGeom>
                <a:avLst/>
                <a:gdLst>
                  <a:gd name="T0" fmla="*/ 203 w 463"/>
                  <a:gd name="T1" fmla="*/ 45 h 466"/>
                  <a:gd name="T2" fmla="*/ 142 w 463"/>
                  <a:gd name="T3" fmla="*/ 66 h 466"/>
                  <a:gd name="T4" fmla="*/ 77 w 463"/>
                  <a:gd name="T5" fmla="*/ 56 h 466"/>
                  <a:gd name="T6" fmla="*/ 58 w 463"/>
                  <a:gd name="T7" fmla="*/ 156 h 466"/>
                  <a:gd name="T8" fmla="*/ 0 w 463"/>
                  <a:gd name="T9" fmla="*/ 198 h 466"/>
                  <a:gd name="T10" fmla="*/ 42 w 463"/>
                  <a:gd name="T11" fmla="*/ 249 h 466"/>
                  <a:gd name="T12" fmla="*/ 59 w 463"/>
                  <a:gd name="T13" fmla="*/ 310 h 466"/>
                  <a:gd name="T14" fmla="*/ 53 w 463"/>
                  <a:gd name="T15" fmla="*/ 384 h 466"/>
                  <a:gd name="T16" fmla="*/ 166 w 463"/>
                  <a:gd name="T17" fmla="*/ 410 h 466"/>
                  <a:gd name="T18" fmla="*/ 212 w 463"/>
                  <a:gd name="T19" fmla="*/ 466 h 466"/>
                  <a:gd name="T20" fmla="*/ 259 w 463"/>
                  <a:gd name="T21" fmla="*/ 420 h 466"/>
                  <a:gd name="T22" fmla="*/ 326 w 463"/>
                  <a:gd name="T23" fmla="*/ 447 h 466"/>
                  <a:gd name="T24" fmla="*/ 346 w 463"/>
                  <a:gd name="T25" fmla="*/ 383 h 466"/>
                  <a:gd name="T26" fmla="*/ 417 w 463"/>
                  <a:gd name="T27" fmla="*/ 375 h 466"/>
                  <a:gd name="T28" fmla="*/ 404 w 463"/>
                  <a:gd name="T29" fmla="*/ 309 h 466"/>
                  <a:gd name="T30" fmla="*/ 463 w 463"/>
                  <a:gd name="T31" fmla="*/ 268 h 466"/>
                  <a:gd name="T32" fmla="*/ 418 w 463"/>
                  <a:gd name="T33" fmla="*/ 211 h 466"/>
                  <a:gd name="T34" fmla="*/ 445 w 463"/>
                  <a:gd name="T35" fmla="*/ 153 h 466"/>
                  <a:gd name="T36" fmla="*/ 383 w 463"/>
                  <a:gd name="T37" fmla="*/ 121 h 466"/>
                  <a:gd name="T38" fmla="*/ 376 w 463"/>
                  <a:gd name="T39" fmla="*/ 49 h 466"/>
                  <a:gd name="T40" fmla="*/ 297 w 463"/>
                  <a:gd name="T41" fmla="*/ 56 h 466"/>
                  <a:gd name="T42" fmla="*/ 251 w 463"/>
                  <a:gd name="T43" fmla="*/ 0 h 466"/>
                  <a:gd name="T44" fmla="*/ 270 w 463"/>
                  <a:gd name="T45" fmla="*/ 385 h 466"/>
                  <a:gd name="T46" fmla="*/ 383 w 463"/>
                  <a:gd name="T47" fmla="*/ 193 h 466"/>
                  <a:gd name="T48" fmla="*/ 239 w 463"/>
                  <a:gd name="T49" fmla="*/ 277 h 466"/>
                  <a:gd name="T50" fmla="*/ 223 w 463"/>
                  <a:gd name="T51" fmla="*/ 286 h 466"/>
                  <a:gd name="T52" fmla="*/ 201 w 463"/>
                  <a:gd name="T53" fmla="*/ 166 h 466"/>
                  <a:gd name="T54" fmla="*/ 200 w 463"/>
                  <a:gd name="T55" fmla="*/ 193 h 466"/>
                  <a:gd name="T56" fmla="*/ 201 w 463"/>
                  <a:gd name="T57" fmla="*/ 166 h 466"/>
                  <a:gd name="T58" fmla="*/ 99 w 463"/>
                  <a:gd name="T59" fmla="*/ 267 h 466"/>
                  <a:gd name="T60" fmla="*/ 266 w 463"/>
                  <a:gd name="T61" fmla="*/ 273 h 466"/>
                  <a:gd name="T62" fmla="*/ 223 w 463"/>
                  <a:gd name="T63" fmla="*/ 306 h 466"/>
                  <a:gd name="T64" fmla="*/ 211 w 463"/>
                  <a:gd name="T65" fmla="*/ 307 h 466"/>
                  <a:gd name="T66" fmla="*/ 195 w 463"/>
                  <a:gd name="T67" fmla="*/ 307 h 466"/>
                  <a:gd name="T68" fmla="*/ 163 w 463"/>
                  <a:gd name="T69" fmla="*/ 296 h 466"/>
                  <a:gd name="T70" fmla="*/ 189 w 463"/>
                  <a:gd name="T71" fmla="*/ 281 h 466"/>
                  <a:gd name="T72" fmla="*/ 211 w 463"/>
                  <a:gd name="T73" fmla="*/ 237 h 466"/>
                  <a:gd name="T74" fmla="*/ 172 w 463"/>
                  <a:gd name="T75" fmla="*/ 207 h 466"/>
                  <a:gd name="T76" fmla="*/ 180 w 463"/>
                  <a:gd name="T77" fmla="*/ 161 h 466"/>
                  <a:gd name="T78" fmla="*/ 211 w 463"/>
                  <a:gd name="T79" fmla="*/ 126 h 466"/>
                  <a:gd name="T80" fmla="*/ 225 w 463"/>
                  <a:gd name="T81" fmla="*/ 142 h 466"/>
                  <a:gd name="T82" fmla="*/ 257 w 463"/>
                  <a:gd name="T83" fmla="*/ 170 h 466"/>
                  <a:gd name="T84" fmla="*/ 223 w 463"/>
                  <a:gd name="T85" fmla="*/ 207 h 466"/>
                  <a:gd name="T86" fmla="*/ 265 w 463"/>
                  <a:gd name="T87" fmla="*/ 237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3" h="466">
                    <a:moveTo>
                      <a:pt x="234" y="44"/>
                    </a:moveTo>
                    <a:cubicBezTo>
                      <a:pt x="224" y="44"/>
                      <a:pt x="213" y="44"/>
                      <a:pt x="203" y="46"/>
                    </a:cubicBezTo>
                    <a:cubicBezTo>
                      <a:pt x="203" y="45"/>
                      <a:pt x="203" y="45"/>
                      <a:pt x="203" y="45"/>
                    </a:cubicBezTo>
                    <a:cubicBezTo>
                      <a:pt x="181" y="4"/>
                      <a:pt x="181" y="4"/>
                      <a:pt x="181" y="4"/>
                    </a:cubicBezTo>
                    <a:cubicBezTo>
                      <a:pt x="136" y="19"/>
                      <a:pt x="136" y="19"/>
                      <a:pt x="136" y="19"/>
                    </a:cubicBezTo>
                    <a:cubicBezTo>
                      <a:pt x="142" y="66"/>
                      <a:pt x="142" y="66"/>
                      <a:pt x="142" y="66"/>
                    </a:cubicBezTo>
                    <a:cubicBezTo>
                      <a:pt x="133" y="71"/>
                      <a:pt x="125" y="76"/>
                      <a:pt x="117" y="82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45" y="91"/>
                      <a:pt x="45" y="91"/>
                      <a:pt x="45" y="91"/>
                    </a:cubicBezTo>
                    <a:cubicBezTo>
                      <a:pt x="73" y="129"/>
                      <a:pt x="73" y="129"/>
                      <a:pt x="73" y="129"/>
                    </a:cubicBezTo>
                    <a:cubicBezTo>
                      <a:pt x="67" y="138"/>
                      <a:pt x="62" y="146"/>
                      <a:pt x="58" y="156"/>
                    </a:cubicBezTo>
                    <a:cubicBezTo>
                      <a:pt x="57" y="156"/>
                      <a:pt x="57" y="156"/>
                      <a:pt x="57" y="156"/>
                    </a:cubicBezTo>
                    <a:cubicBezTo>
                      <a:pt x="12" y="152"/>
                      <a:pt x="12" y="152"/>
                      <a:pt x="12" y="152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43" y="218"/>
                      <a:pt x="43" y="218"/>
                      <a:pt x="43" y="218"/>
                    </a:cubicBezTo>
                    <a:cubicBezTo>
                      <a:pt x="42" y="228"/>
                      <a:pt x="41" y="234"/>
                      <a:pt x="43" y="249"/>
                    </a:cubicBezTo>
                    <a:cubicBezTo>
                      <a:pt x="42" y="249"/>
                      <a:pt x="42" y="249"/>
                      <a:pt x="42" y="249"/>
                    </a:cubicBezTo>
                    <a:cubicBezTo>
                      <a:pt x="1" y="267"/>
                      <a:pt x="1" y="267"/>
                      <a:pt x="1" y="267"/>
                    </a:cubicBezTo>
                    <a:cubicBezTo>
                      <a:pt x="13" y="313"/>
                      <a:pt x="13" y="313"/>
                      <a:pt x="13" y="313"/>
                    </a:cubicBezTo>
                    <a:cubicBezTo>
                      <a:pt x="59" y="310"/>
                      <a:pt x="59" y="310"/>
                      <a:pt x="59" y="310"/>
                    </a:cubicBezTo>
                    <a:cubicBezTo>
                      <a:pt x="65" y="323"/>
                      <a:pt x="71" y="334"/>
                      <a:pt x="79" y="345"/>
                    </a:cubicBezTo>
                    <a:cubicBezTo>
                      <a:pt x="78" y="346"/>
                      <a:pt x="78" y="346"/>
                      <a:pt x="78" y="346"/>
                    </a:cubicBezTo>
                    <a:cubicBezTo>
                      <a:pt x="53" y="384"/>
                      <a:pt x="53" y="384"/>
                      <a:pt x="53" y="384"/>
                    </a:cubicBezTo>
                    <a:cubicBezTo>
                      <a:pt x="87" y="416"/>
                      <a:pt x="87" y="416"/>
                      <a:pt x="87" y="416"/>
                    </a:cubicBezTo>
                    <a:cubicBezTo>
                      <a:pt x="125" y="389"/>
                      <a:pt x="125" y="389"/>
                      <a:pt x="125" y="389"/>
                    </a:cubicBezTo>
                    <a:cubicBezTo>
                      <a:pt x="138" y="398"/>
                      <a:pt x="152" y="405"/>
                      <a:pt x="166" y="410"/>
                    </a:cubicBezTo>
                    <a:cubicBezTo>
                      <a:pt x="166" y="411"/>
                      <a:pt x="166" y="411"/>
                      <a:pt x="166" y="411"/>
                    </a:cubicBezTo>
                    <a:cubicBezTo>
                      <a:pt x="165" y="457"/>
                      <a:pt x="165" y="457"/>
                      <a:pt x="165" y="457"/>
                    </a:cubicBezTo>
                    <a:cubicBezTo>
                      <a:pt x="212" y="466"/>
                      <a:pt x="212" y="466"/>
                      <a:pt x="212" y="466"/>
                    </a:cubicBezTo>
                    <a:cubicBezTo>
                      <a:pt x="229" y="422"/>
                      <a:pt x="229" y="422"/>
                      <a:pt x="229" y="422"/>
                    </a:cubicBezTo>
                    <a:cubicBezTo>
                      <a:pt x="229" y="422"/>
                      <a:pt x="229" y="422"/>
                      <a:pt x="229" y="422"/>
                    </a:cubicBezTo>
                    <a:cubicBezTo>
                      <a:pt x="239" y="422"/>
                      <a:pt x="249" y="421"/>
                      <a:pt x="259" y="420"/>
                    </a:cubicBezTo>
                    <a:cubicBezTo>
                      <a:pt x="260" y="421"/>
                      <a:pt x="260" y="421"/>
                      <a:pt x="260" y="421"/>
                    </a:cubicBezTo>
                    <a:cubicBezTo>
                      <a:pt x="281" y="461"/>
                      <a:pt x="281" y="461"/>
                      <a:pt x="281" y="461"/>
                    </a:cubicBezTo>
                    <a:cubicBezTo>
                      <a:pt x="326" y="447"/>
                      <a:pt x="326" y="447"/>
                      <a:pt x="326" y="447"/>
                    </a:cubicBezTo>
                    <a:cubicBezTo>
                      <a:pt x="320" y="400"/>
                      <a:pt x="320" y="400"/>
                      <a:pt x="320" y="400"/>
                    </a:cubicBezTo>
                    <a:cubicBezTo>
                      <a:pt x="320" y="399"/>
                      <a:pt x="320" y="399"/>
                      <a:pt x="320" y="399"/>
                    </a:cubicBezTo>
                    <a:cubicBezTo>
                      <a:pt x="329" y="394"/>
                      <a:pt x="338" y="389"/>
                      <a:pt x="346" y="383"/>
                    </a:cubicBezTo>
                    <a:cubicBezTo>
                      <a:pt x="347" y="384"/>
                      <a:pt x="347" y="384"/>
                      <a:pt x="347" y="384"/>
                    </a:cubicBezTo>
                    <a:cubicBezTo>
                      <a:pt x="385" y="409"/>
                      <a:pt x="385" y="409"/>
                      <a:pt x="385" y="409"/>
                    </a:cubicBezTo>
                    <a:cubicBezTo>
                      <a:pt x="417" y="375"/>
                      <a:pt x="417" y="375"/>
                      <a:pt x="417" y="375"/>
                    </a:cubicBezTo>
                    <a:cubicBezTo>
                      <a:pt x="390" y="336"/>
                      <a:pt x="390" y="336"/>
                      <a:pt x="390" y="336"/>
                    </a:cubicBezTo>
                    <a:cubicBezTo>
                      <a:pt x="389" y="336"/>
                      <a:pt x="389" y="336"/>
                      <a:pt x="389" y="336"/>
                    </a:cubicBezTo>
                    <a:cubicBezTo>
                      <a:pt x="395" y="327"/>
                      <a:pt x="400" y="319"/>
                      <a:pt x="404" y="309"/>
                    </a:cubicBezTo>
                    <a:cubicBezTo>
                      <a:pt x="405" y="310"/>
                      <a:pt x="405" y="310"/>
                      <a:pt x="405" y="310"/>
                    </a:cubicBezTo>
                    <a:cubicBezTo>
                      <a:pt x="451" y="313"/>
                      <a:pt x="451" y="313"/>
                      <a:pt x="451" y="313"/>
                    </a:cubicBezTo>
                    <a:cubicBezTo>
                      <a:pt x="463" y="268"/>
                      <a:pt x="463" y="268"/>
                      <a:pt x="463" y="268"/>
                    </a:cubicBezTo>
                    <a:cubicBezTo>
                      <a:pt x="420" y="247"/>
                      <a:pt x="420" y="247"/>
                      <a:pt x="420" y="247"/>
                    </a:cubicBezTo>
                    <a:cubicBezTo>
                      <a:pt x="419" y="244"/>
                      <a:pt x="419" y="244"/>
                      <a:pt x="419" y="244"/>
                    </a:cubicBezTo>
                    <a:cubicBezTo>
                      <a:pt x="419" y="234"/>
                      <a:pt x="420" y="226"/>
                      <a:pt x="418" y="211"/>
                    </a:cubicBezTo>
                    <a:cubicBezTo>
                      <a:pt x="419" y="210"/>
                      <a:pt x="419" y="210"/>
                      <a:pt x="419" y="210"/>
                    </a:cubicBezTo>
                    <a:cubicBezTo>
                      <a:pt x="457" y="199"/>
                      <a:pt x="457" y="199"/>
                      <a:pt x="457" y="199"/>
                    </a:cubicBezTo>
                    <a:cubicBezTo>
                      <a:pt x="445" y="153"/>
                      <a:pt x="445" y="153"/>
                      <a:pt x="445" y="153"/>
                    </a:cubicBezTo>
                    <a:cubicBezTo>
                      <a:pt x="401" y="156"/>
                      <a:pt x="401" y="156"/>
                      <a:pt x="401" y="156"/>
                    </a:cubicBezTo>
                    <a:cubicBezTo>
                      <a:pt x="402" y="155"/>
                      <a:pt x="402" y="155"/>
                      <a:pt x="402" y="155"/>
                    </a:cubicBezTo>
                    <a:cubicBezTo>
                      <a:pt x="396" y="143"/>
                      <a:pt x="390" y="132"/>
                      <a:pt x="383" y="121"/>
                    </a:cubicBezTo>
                    <a:cubicBezTo>
                      <a:pt x="384" y="120"/>
                      <a:pt x="384" y="120"/>
                      <a:pt x="384" y="120"/>
                    </a:cubicBezTo>
                    <a:cubicBezTo>
                      <a:pt x="410" y="82"/>
                      <a:pt x="410" y="82"/>
                      <a:pt x="410" y="82"/>
                    </a:cubicBezTo>
                    <a:cubicBezTo>
                      <a:pt x="376" y="49"/>
                      <a:pt x="376" y="49"/>
                      <a:pt x="376" y="49"/>
                    </a:cubicBezTo>
                    <a:cubicBezTo>
                      <a:pt x="337" y="76"/>
                      <a:pt x="337" y="76"/>
                      <a:pt x="337" y="76"/>
                    </a:cubicBezTo>
                    <a:cubicBezTo>
                      <a:pt x="337" y="76"/>
                      <a:pt x="337" y="76"/>
                      <a:pt x="337" y="76"/>
                    </a:cubicBezTo>
                    <a:cubicBezTo>
                      <a:pt x="325" y="68"/>
                      <a:pt x="311" y="61"/>
                      <a:pt x="297" y="56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7" y="8"/>
                      <a:pt x="297" y="8"/>
                      <a:pt x="297" y="8"/>
                    </a:cubicBezTo>
                    <a:cubicBezTo>
                      <a:pt x="251" y="0"/>
                      <a:pt x="251" y="0"/>
                      <a:pt x="251" y="0"/>
                    </a:cubicBezTo>
                    <a:cubicBezTo>
                      <a:pt x="234" y="44"/>
                      <a:pt x="234" y="44"/>
                      <a:pt x="234" y="44"/>
                    </a:cubicBezTo>
                    <a:close/>
                    <a:moveTo>
                      <a:pt x="383" y="193"/>
                    </a:moveTo>
                    <a:cubicBezTo>
                      <a:pt x="404" y="277"/>
                      <a:pt x="354" y="363"/>
                      <a:pt x="270" y="385"/>
                    </a:cubicBezTo>
                    <a:cubicBezTo>
                      <a:pt x="186" y="406"/>
                      <a:pt x="101" y="356"/>
                      <a:pt x="79" y="272"/>
                    </a:cubicBezTo>
                    <a:cubicBezTo>
                      <a:pt x="57" y="188"/>
                      <a:pt x="108" y="103"/>
                      <a:pt x="191" y="81"/>
                    </a:cubicBezTo>
                    <a:cubicBezTo>
                      <a:pt x="275" y="59"/>
                      <a:pt x="361" y="110"/>
                      <a:pt x="383" y="193"/>
                    </a:cubicBezTo>
                    <a:close/>
                    <a:moveTo>
                      <a:pt x="236" y="251"/>
                    </a:moveTo>
                    <a:cubicBezTo>
                      <a:pt x="239" y="253"/>
                      <a:pt x="241" y="257"/>
                      <a:pt x="241" y="262"/>
                    </a:cubicBezTo>
                    <a:cubicBezTo>
                      <a:pt x="241" y="268"/>
                      <a:pt x="240" y="273"/>
                      <a:pt x="239" y="277"/>
                    </a:cubicBezTo>
                    <a:cubicBezTo>
                      <a:pt x="237" y="280"/>
                      <a:pt x="235" y="283"/>
                      <a:pt x="233" y="284"/>
                    </a:cubicBezTo>
                    <a:cubicBezTo>
                      <a:pt x="232" y="284"/>
                      <a:pt x="230" y="285"/>
                      <a:pt x="229" y="285"/>
                    </a:cubicBezTo>
                    <a:cubicBezTo>
                      <a:pt x="227" y="285"/>
                      <a:pt x="227" y="286"/>
                      <a:pt x="223" y="286"/>
                    </a:cubicBezTo>
                    <a:cubicBezTo>
                      <a:pt x="223" y="243"/>
                      <a:pt x="223" y="243"/>
                      <a:pt x="223" y="243"/>
                    </a:cubicBezTo>
                    <a:cubicBezTo>
                      <a:pt x="231" y="245"/>
                      <a:pt x="233" y="248"/>
                      <a:pt x="236" y="251"/>
                    </a:cubicBezTo>
                    <a:close/>
                    <a:moveTo>
                      <a:pt x="201" y="166"/>
                    </a:moveTo>
                    <a:cubicBezTo>
                      <a:pt x="204" y="164"/>
                      <a:pt x="207" y="163"/>
                      <a:pt x="211" y="163"/>
                    </a:cubicBezTo>
                    <a:cubicBezTo>
                      <a:pt x="211" y="201"/>
                      <a:pt x="211" y="201"/>
                      <a:pt x="211" y="201"/>
                    </a:cubicBezTo>
                    <a:cubicBezTo>
                      <a:pt x="207" y="199"/>
                      <a:pt x="203" y="196"/>
                      <a:pt x="200" y="193"/>
                    </a:cubicBezTo>
                    <a:cubicBezTo>
                      <a:pt x="197" y="190"/>
                      <a:pt x="196" y="187"/>
                      <a:pt x="196" y="182"/>
                    </a:cubicBezTo>
                    <a:cubicBezTo>
                      <a:pt x="196" y="178"/>
                      <a:pt x="196" y="174"/>
                      <a:pt x="197" y="172"/>
                    </a:cubicBezTo>
                    <a:cubicBezTo>
                      <a:pt x="198" y="169"/>
                      <a:pt x="199" y="167"/>
                      <a:pt x="201" y="166"/>
                    </a:cubicBezTo>
                    <a:close/>
                    <a:moveTo>
                      <a:pt x="364" y="198"/>
                    </a:moveTo>
                    <a:cubicBezTo>
                      <a:pt x="345" y="125"/>
                      <a:pt x="270" y="81"/>
                      <a:pt x="197" y="100"/>
                    </a:cubicBezTo>
                    <a:cubicBezTo>
                      <a:pt x="124" y="119"/>
                      <a:pt x="80" y="194"/>
                      <a:pt x="99" y="267"/>
                    </a:cubicBezTo>
                    <a:cubicBezTo>
                      <a:pt x="118" y="340"/>
                      <a:pt x="192" y="384"/>
                      <a:pt x="266" y="365"/>
                    </a:cubicBezTo>
                    <a:cubicBezTo>
                      <a:pt x="339" y="346"/>
                      <a:pt x="383" y="272"/>
                      <a:pt x="364" y="198"/>
                    </a:cubicBezTo>
                    <a:close/>
                    <a:moveTo>
                      <a:pt x="266" y="273"/>
                    </a:moveTo>
                    <a:cubicBezTo>
                      <a:pt x="264" y="278"/>
                      <a:pt x="261" y="283"/>
                      <a:pt x="257" y="287"/>
                    </a:cubicBezTo>
                    <a:cubicBezTo>
                      <a:pt x="253" y="291"/>
                      <a:pt x="248" y="295"/>
                      <a:pt x="242" y="298"/>
                    </a:cubicBezTo>
                    <a:cubicBezTo>
                      <a:pt x="237" y="302"/>
                      <a:pt x="231" y="304"/>
                      <a:pt x="223" y="306"/>
                    </a:cubicBezTo>
                    <a:cubicBezTo>
                      <a:pt x="223" y="326"/>
                      <a:pt x="223" y="326"/>
                      <a:pt x="223" y="326"/>
                    </a:cubicBezTo>
                    <a:cubicBezTo>
                      <a:pt x="211" y="326"/>
                      <a:pt x="211" y="326"/>
                      <a:pt x="211" y="326"/>
                    </a:cubicBezTo>
                    <a:cubicBezTo>
                      <a:pt x="211" y="307"/>
                      <a:pt x="211" y="307"/>
                      <a:pt x="211" y="307"/>
                    </a:cubicBezTo>
                    <a:cubicBezTo>
                      <a:pt x="211" y="307"/>
                      <a:pt x="210" y="307"/>
                      <a:pt x="210" y="307"/>
                    </a:cubicBezTo>
                    <a:cubicBezTo>
                      <a:pt x="210" y="307"/>
                      <a:pt x="209" y="307"/>
                      <a:pt x="209" y="307"/>
                    </a:cubicBezTo>
                    <a:cubicBezTo>
                      <a:pt x="204" y="307"/>
                      <a:pt x="199" y="307"/>
                      <a:pt x="195" y="307"/>
                    </a:cubicBezTo>
                    <a:cubicBezTo>
                      <a:pt x="191" y="306"/>
                      <a:pt x="187" y="305"/>
                      <a:pt x="184" y="304"/>
                    </a:cubicBezTo>
                    <a:cubicBezTo>
                      <a:pt x="180" y="303"/>
                      <a:pt x="176" y="302"/>
                      <a:pt x="173" y="301"/>
                    </a:cubicBezTo>
                    <a:cubicBezTo>
                      <a:pt x="170" y="299"/>
                      <a:pt x="166" y="298"/>
                      <a:pt x="163" y="296"/>
                    </a:cubicBezTo>
                    <a:cubicBezTo>
                      <a:pt x="171" y="272"/>
                      <a:pt x="171" y="272"/>
                      <a:pt x="171" y="272"/>
                    </a:cubicBezTo>
                    <a:cubicBezTo>
                      <a:pt x="173" y="273"/>
                      <a:pt x="175" y="275"/>
                      <a:pt x="178" y="277"/>
                    </a:cubicBezTo>
                    <a:cubicBezTo>
                      <a:pt x="182" y="278"/>
                      <a:pt x="185" y="280"/>
                      <a:pt x="189" y="281"/>
                    </a:cubicBezTo>
                    <a:cubicBezTo>
                      <a:pt x="193" y="283"/>
                      <a:pt x="196" y="284"/>
                      <a:pt x="200" y="285"/>
                    </a:cubicBezTo>
                    <a:cubicBezTo>
                      <a:pt x="204" y="286"/>
                      <a:pt x="207" y="287"/>
                      <a:pt x="211" y="287"/>
                    </a:cubicBezTo>
                    <a:cubicBezTo>
                      <a:pt x="211" y="237"/>
                      <a:pt x="211" y="237"/>
                      <a:pt x="211" y="237"/>
                    </a:cubicBezTo>
                    <a:cubicBezTo>
                      <a:pt x="207" y="235"/>
                      <a:pt x="201" y="233"/>
                      <a:pt x="196" y="230"/>
                    </a:cubicBezTo>
                    <a:cubicBezTo>
                      <a:pt x="191" y="228"/>
                      <a:pt x="186" y="225"/>
                      <a:pt x="182" y="221"/>
                    </a:cubicBezTo>
                    <a:cubicBezTo>
                      <a:pt x="178" y="217"/>
                      <a:pt x="175" y="213"/>
                      <a:pt x="172" y="207"/>
                    </a:cubicBezTo>
                    <a:cubicBezTo>
                      <a:pt x="170" y="202"/>
                      <a:pt x="168" y="195"/>
                      <a:pt x="168" y="187"/>
                    </a:cubicBezTo>
                    <a:cubicBezTo>
                      <a:pt x="168" y="182"/>
                      <a:pt x="169" y="178"/>
                      <a:pt x="171" y="174"/>
                    </a:cubicBezTo>
                    <a:cubicBezTo>
                      <a:pt x="173" y="169"/>
                      <a:pt x="176" y="165"/>
                      <a:pt x="180" y="161"/>
                    </a:cubicBezTo>
                    <a:cubicBezTo>
                      <a:pt x="183" y="157"/>
                      <a:pt x="188" y="153"/>
                      <a:pt x="193" y="150"/>
                    </a:cubicBezTo>
                    <a:cubicBezTo>
                      <a:pt x="198" y="147"/>
                      <a:pt x="203" y="145"/>
                      <a:pt x="211" y="144"/>
                    </a:cubicBezTo>
                    <a:cubicBezTo>
                      <a:pt x="211" y="126"/>
                      <a:pt x="211" y="126"/>
                      <a:pt x="211" y="126"/>
                    </a:cubicBezTo>
                    <a:cubicBezTo>
                      <a:pt x="223" y="126"/>
                      <a:pt x="223" y="126"/>
                      <a:pt x="223" y="126"/>
                    </a:cubicBezTo>
                    <a:cubicBezTo>
                      <a:pt x="223" y="142"/>
                      <a:pt x="223" y="142"/>
                      <a:pt x="223" y="142"/>
                    </a:cubicBezTo>
                    <a:cubicBezTo>
                      <a:pt x="225" y="142"/>
                      <a:pt x="225" y="142"/>
                      <a:pt x="225" y="142"/>
                    </a:cubicBezTo>
                    <a:cubicBezTo>
                      <a:pt x="232" y="142"/>
                      <a:pt x="238" y="143"/>
                      <a:pt x="244" y="143"/>
                    </a:cubicBezTo>
                    <a:cubicBezTo>
                      <a:pt x="250" y="144"/>
                      <a:pt x="256" y="145"/>
                      <a:pt x="262" y="146"/>
                    </a:cubicBezTo>
                    <a:cubicBezTo>
                      <a:pt x="257" y="170"/>
                      <a:pt x="257" y="170"/>
                      <a:pt x="257" y="170"/>
                    </a:cubicBezTo>
                    <a:cubicBezTo>
                      <a:pt x="252" y="168"/>
                      <a:pt x="246" y="167"/>
                      <a:pt x="240" y="165"/>
                    </a:cubicBezTo>
                    <a:cubicBezTo>
                      <a:pt x="234" y="164"/>
                      <a:pt x="231" y="163"/>
                      <a:pt x="223" y="163"/>
                    </a:cubicBezTo>
                    <a:cubicBezTo>
                      <a:pt x="223" y="207"/>
                      <a:pt x="223" y="207"/>
                      <a:pt x="223" y="207"/>
                    </a:cubicBezTo>
                    <a:cubicBezTo>
                      <a:pt x="231" y="209"/>
                      <a:pt x="234" y="211"/>
                      <a:pt x="239" y="213"/>
                    </a:cubicBezTo>
                    <a:cubicBezTo>
                      <a:pt x="245" y="216"/>
                      <a:pt x="250" y="219"/>
                      <a:pt x="254" y="223"/>
                    </a:cubicBezTo>
                    <a:cubicBezTo>
                      <a:pt x="258" y="227"/>
                      <a:pt x="262" y="231"/>
                      <a:pt x="265" y="237"/>
                    </a:cubicBezTo>
                    <a:cubicBezTo>
                      <a:pt x="267" y="243"/>
                      <a:pt x="269" y="250"/>
                      <a:pt x="269" y="258"/>
                    </a:cubicBezTo>
                    <a:cubicBezTo>
                      <a:pt x="269" y="263"/>
                      <a:pt x="268" y="268"/>
                      <a:pt x="266" y="2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0" name="íṩ1ïḓe" descr="debe9537-672e-4def-9a48-bd770e860994">
                <a:extLst>
                  <a:ext uri="{FF2B5EF4-FFF2-40B4-BE49-F238E27FC236}">
                    <a16:creationId xmlns:a16="http://schemas.microsoft.com/office/drawing/2014/main" id="{602006D2-666E-4829-837C-0062BB390CA4}"/>
                  </a:ext>
                </a:extLst>
              </p:cNvPr>
              <p:cNvSpPr/>
              <p:nvPr/>
            </p:nvSpPr>
            <p:spPr bwMode="auto">
              <a:xfrm>
                <a:off x="5052543" y="2297962"/>
                <a:ext cx="621749" cy="630245"/>
              </a:xfrm>
              <a:custGeom>
                <a:avLst/>
                <a:gdLst>
                  <a:gd name="T0" fmla="*/ 187 w 340"/>
                  <a:gd name="T1" fmla="*/ 32 h 345"/>
                  <a:gd name="T2" fmla="*/ 139 w 340"/>
                  <a:gd name="T3" fmla="*/ 36 h 345"/>
                  <a:gd name="T4" fmla="*/ 95 w 340"/>
                  <a:gd name="T5" fmla="*/ 18 h 345"/>
                  <a:gd name="T6" fmla="*/ 63 w 340"/>
                  <a:gd name="T7" fmla="*/ 85 h 345"/>
                  <a:gd name="T8" fmla="*/ 13 w 340"/>
                  <a:gd name="T9" fmla="*/ 104 h 345"/>
                  <a:gd name="T10" fmla="*/ 34 w 340"/>
                  <a:gd name="T11" fmla="*/ 149 h 345"/>
                  <a:gd name="T12" fmla="*/ 34 w 340"/>
                  <a:gd name="T13" fmla="*/ 196 h 345"/>
                  <a:gd name="T14" fmla="*/ 16 w 340"/>
                  <a:gd name="T15" fmla="*/ 247 h 345"/>
                  <a:gd name="T16" fmla="*/ 93 w 340"/>
                  <a:gd name="T17" fmla="*/ 287 h 345"/>
                  <a:gd name="T18" fmla="*/ 115 w 340"/>
                  <a:gd name="T19" fmla="*/ 335 h 345"/>
                  <a:gd name="T20" fmla="*/ 157 w 340"/>
                  <a:gd name="T21" fmla="*/ 311 h 345"/>
                  <a:gd name="T22" fmla="*/ 200 w 340"/>
                  <a:gd name="T23" fmla="*/ 342 h 345"/>
                  <a:gd name="T24" fmla="*/ 226 w 340"/>
                  <a:gd name="T25" fmla="*/ 301 h 345"/>
                  <a:gd name="T26" fmla="*/ 279 w 340"/>
                  <a:gd name="T27" fmla="*/ 308 h 345"/>
                  <a:gd name="T28" fmla="*/ 281 w 340"/>
                  <a:gd name="T29" fmla="*/ 259 h 345"/>
                  <a:gd name="T30" fmla="*/ 331 w 340"/>
                  <a:gd name="T31" fmla="*/ 240 h 345"/>
                  <a:gd name="T32" fmla="*/ 309 w 340"/>
                  <a:gd name="T33" fmla="*/ 192 h 345"/>
                  <a:gd name="T34" fmla="*/ 340 w 340"/>
                  <a:gd name="T35" fmla="*/ 155 h 345"/>
                  <a:gd name="T36" fmla="*/ 301 w 340"/>
                  <a:gd name="T37" fmla="*/ 120 h 345"/>
                  <a:gd name="T38" fmla="*/ 309 w 340"/>
                  <a:gd name="T39" fmla="*/ 68 h 345"/>
                  <a:gd name="T40" fmla="*/ 251 w 340"/>
                  <a:gd name="T41" fmla="*/ 58 h 345"/>
                  <a:gd name="T42" fmla="*/ 229 w 340"/>
                  <a:gd name="T43" fmla="*/ 9 h 345"/>
                  <a:gd name="T44" fmla="*/ 287 w 340"/>
                  <a:gd name="T45" fmla="*/ 172 h 345"/>
                  <a:gd name="T46" fmla="*/ 172 w 340"/>
                  <a:gd name="T47" fmla="*/ 56 h 345"/>
                  <a:gd name="T48" fmla="*/ 172 w 340"/>
                  <a:gd name="T49" fmla="*/ 131 h 345"/>
                  <a:gd name="T50" fmla="*/ 160 w 340"/>
                  <a:gd name="T51" fmla="*/ 143 h 345"/>
                  <a:gd name="T52" fmla="*/ 187 w 340"/>
                  <a:gd name="T53" fmla="*/ 187 h 345"/>
                  <a:gd name="T54" fmla="*/ 185 w 340"/>
                  <a:gd name="T55" fmla="*/ 208 h 345"/>
                  <a:gd name="T56" fmla="*/ 180 w 340"/>
                  <a:gd name="T57" fmla="*/ 182 h 345"/>
                  <a:gd name="T58" fmla="*/ 70 w 340"/>
                  <a:gd name="T59" fmla="*/ 172 h 345"/>
                  <a:gd name="T60" fmla="*/ 171 w 340"/>
                  <a:gd name="T61" fmla="*/ 71 h 345"/>
                  <a:gd name="T62" fmla="*/ 191 w 340"/>
                  <a:gd name="T63" fmla="*/ 217 h 345"/>
                  <a:gd name="T64" fmla="*/ 172 w 340"/>
                  <a:gd name="T65" fmla="*/ 234 h 345"/>
                  <a:gd name="T66" fmla="*/ 169 w 340"/>
                  <a:gd name="T67" fmla="*/ 223 h 345"/>
                  <a:gd name="T68" fmla="*/ 146 w 340"/>
                  <a:gd name="T69" fmla="*/ 218 h 345"/>
                  <a:gd name="T70" fmla="*/ 149 w 340"/>
                  <a:gd name="T71" fmla="*/ 203 h 345"/>
                  <a:gd name="T72" fmla="*/ 172 w 340"/>
                  <a:gd name="T73" fmla="*/ 210 h 345"/>
                  <a:gd name="T74" fmla="*/ 152 w 340"/>
                  <a:gd name="T75" fmla="*/ 168 h 345"/>
                  <a:gd name="T76" fmla="*/ 145 w 340"/>
                  <a:gd name="T77" fmla="*/ 138 h 345"/>
                  <a:gd name="T78" fmla="*/ 172 w 340"/>
                  <a:gd name="T79" fmla="*/ 119 h 345"/>
                  <a:gd name="T80" fmla="*/ 180 w 340"/>
                  <a:gd name="T81" fmla="*/ 118 h 345"/>
                  <a:gd name="T82" fmla="*/ 203 w 340"/>
                  <a:gd name="T83" fmla="*/ 120 h 345"/>
                  <a:gd name="T84" fmla="*/ 180 w 340"/>
                  <a:gd name="T85" fmla="*/ 131 h 345"/>
                  <a:gd name="T86" fmla="*/ 198 w 340"/>
                  <a:gd name="T87" fmla="*/ 169 h 345"/>
                  <a:gd name="T88" fmla="*/ 205 w 340"/>
                  <a:gd name="T89" fmla="*/ 201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40" h="345">
                    <a:moveTo>
                      <a:pt x="209" y="38"/>
                    </a:moveTo>
                    <a:cubicBezTo>
                      <a:pt x="201" y="36"/>
                      <a:pt x="194" y="34"/>
                      <a:pt x="187" y="33"/>
                    </a:cubicBezTo>
                    <a:cubicBezTo>
                      <a:pt x="187" y="32"/>
                      <a:pt x="187" y="32"/>
                      <a:pt x="187" y="32"/>
                    </a:cubicBezTo>
                    <a:cubicBezTo>
                      <a:pt x="179" y="0"/>
                      <a:pt x="179" y="0"/>
                      <a:pt x="179" y="0"/>
                    </a:cubicBezTo>
                    <a:cubicBezTo>
                      <a:pt x="144" y="2"/>
                      <a:pt x="144" y="2"/>
                      <a:pt x="144" y="2"/>
                    </a:cubicBezTo>
                    <a:cubicBezTo>
                      <a:pt x="139" y="36"/>
                      <a:pt x="139" y="36"/>
                      <a:pt x="139" y="36"/>
                    </a:cubicBezTo>
                    <a:cubicBezTo>
                      <a:pt x="132" y="38"/>
                      <a:pt x="125" y="40"/>
                      <a:pt x="118" y="43"/>
                    </a:cubicBezTo>
                    <a:cubicBezTo>
                      <a:pt x="118" y="43"/>
                      <a:pt x="118" y="43"/>
                      <a:pt x="118" y="43"/>
                    </a:cubicBezTo>
                    <a:cubicBezTo>
                      <a:pt x="95" y="18"/>
                      <a:pt x="95" y="18"/>
                      <a:pt x="95" y="18"/>
                    </a:cubicBezTo>
                    <a:cubicBezTo>
                      <a:pt x="65" y="36"/>
                      <a:pt x="65" y="36"/>
                      <a:pt x="65" y="36"/>
                    </a:cubicBezTo>
                    <a:cubicBezTo>
                      <a:pt x="78" y="69"/>
                      <a:pt x="78" y="69"/>
                      <a:pt x="78" y="69"/>
                    </a:cubicBezTo>
                    <a:cubicBezTo>
                      <a:pt x="73" y="74"/>
                      <a:pt x="67" y="79"/>
                      <a:pt x="63" y="85"/>
                    </a:cubicBezTo>
                    <a:cubicBezTo>
                      <a:pt x="62" y="85"/>
                      <a:pt x="62" y="85"/>
                      <a:pt x="62" y="85"/>
                    </a:cubicBezTo>
                    <a:cubicBezTo>
                      <a:pt x="30" y="74"/>
                      <a:pt x="30" y="74"/>
                      <a:pt x="30" y="74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40" y="127"/>
                      <a:pt x="40" y="127"/>
                      <a:pt x="40" y="127"/>
                    </a:cubicBezTo>
                    <a:cubicBezTo>
                      <a:pt x="37" y="134"/>
                      <a:pt x="36" y="139"/>
                      <a:pt x="34" y="149"/>
                    </a:cubicBezTo>
                    <a:cubicBezTo>
                      <a:pt x="34" y="149"/>
                      <a:pt x="34" y="149"/>
                      <a:pt x="34" y="149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34" y="196"/>
                      <a:pt x="34" y="196"/>
                      <a:pt x="34" y="196"/>
                    </a:cubicBezTo>
                    <a:cubicBezTo>
                      <a:pt x="36" y="206"/>
                      <a:pt x="39" y="215"/>
                      <a:pt x="42" y="224"/>
                    </a:cubicBezTo>
                    <a:cubicBezTo>
                      <a:pt x="42" y="224"/>
                      <a:pt x="42" y="224"/>
                      <a:pt x="42" y="224"/>
                    </a:cubicBezTo>
                    <a:cubicBezTo>
                      <a:pt x="16" y="247"/>
                      <a:pt x="16" y="247"/>
                      <a:pt x="16" y="247"/>
                    </a:cubicBezTo>
                    <a:cubicBezTo>
                      <a:pt x="35" y="276"/>
                      <a:pt x="35" y="276"/>
                      <a:pt x="35" y="276"/>
                    </a:cubicBezTo>
                    <a:cubicBezTo>
                      <a:pt x="67" y="264"/>
                      <a:pt x="67" y="264"/>
                      <a:pt x="67" y="264"/>
                    </a:cubicBezTo>
                    <a:cubicBezTo>
                      <a:pt x="75" y="273"/>
                      <a:pt x="83" y="280"/>
                      <a:pt x="93" y="287"/>
                    </a:cubicBezTo>
                    <a:cubicBezTo>
                      <a:pt x="92" y="287"/>
                      <a:pt x="92" y="287"/>
                      <a:pt x="92" y="287"/>
                    </a:cubicBezTo>
                    <a:cubicBezTo>
                      <a:pt x="83" y="320"/>
                      <a:pt x="83" y="320"/>
                      <a:pt x="83" y="320"/>
                    </a:cubicBezTo>
                    <a:cubicBezTo>
                      <a:pt x="115" y="335"/>
                      <a:pt x="115" y="335"/>
                      <a:pt x="115" y="335"/>
                    </a:cubicBezTo>
                    <a:cubicBezTo>
                      <a:pt x="135" y="307"/>
                      <a:pt x="135" y="307"/>
                      <a:pt x="135" y="307"/>
                    </a:cubicBezTo>
                    <a:cubicBezTo>
                      <a:pt x="136" y="307"/>
                      <a:pt x="136" y="307"/>
                      <a:pt x="136" y="307"/>
                    </a:cubicBezTo>
                    <a:cubicBezTo>
                      <a:pt x="143" y="308"/>
                      <a:pt x="150" y="310"/>
                      <a:pt x="157" y="311"/>
                    </a:cubicBezTo>
                    <a:cubicBezTo>
                      <a:pt x="158" y="312"/>
                      <a:pt x="158" y="312"/>
                      <a:pt x="158" y="312"/>
                    </a:cubicBezTo>
                    <a:cubicBezTo>
                      <a:pt x="166" y="345"/>
                      <a:pt x="166" y="345"/>
                      <a:pt x="166" y="345"/>
                    </a:cubicBezTo>
                    <a:cubicBezTo>
                      <a:pt x="200" y="342"/>
                      <a:pt x="200" y="342"/>
                      <a:pt x="200" y="342"/>
                    </a:cubicBezTo>
                    <a:cubicBezTo>
                      <a:pt x="205" y="308"/>
                      <a:pt x="205" y="308"/>
                      <a:pt x="205" y="308"/>
                    </a:cubicBezTo>
                    <a:cubicBezTo>
                      <a:pt x="205" y="307"/>
                      <a:pt x="205" y="307"/>
                      <a:pt x="205" y="307"/>
                    </a:cubicBezTo>
                    <a:cubicBezTo>
                      <a:pt x="212" y="306"/>
                      <a:pt x="219" y="303"/>
                      <a:pt x="226" y="301"/>
                    </a:cubicBezTo>
                    <a:cubicBezTo>
                      <a:pt x="226" y="301"/>
                      <a:pt x="226" y="301"/>
                      <a:pt x="226" y="301"/>
                    </a:cubicBezTo>
                    <a:cubicBezTo>
                      <a:pt x="249" y="326"/>
                      <a:pt x="249" y="326"/>
                      <a:pt x="249" y="326"/>
                    </a:cubicBezTo>
                    <a:cubicBezTo>
                      <a:pt x="279" y="308"/>
                      <a:pt x="279" y="308"/>
                      <a:pt x="279" y="308"/>
                    </a:cubicBezTo>
                    <a:cubicBezTo>
                      <a:pt x="266" y="275"/>
                      <a:pt x="266" y="275"/>
                      <a:pt x="266" y="275"/>
                    </a:cubicBezTo>
                    <a:cubicBezTo>
                      <a:pt x="266" y="275"/>
                      <a:pt x="266" y="275"/>
                      <a:pt x="266" y="275"/>
                    </a:cubicBezTo>
                    <a:cubicBezTo>
                      <a:pt x="271" y="270"/>
                      <a:pt x="276" y="265"/>
                      <a:pt x="281" y="259"/>
                    </a:cubicBezTo>
                    <a:cubicBezTo>
                      <a:pt x="282" y="259"/>
                      <a:pt x="282" y="259"/>
                      <a:pt x="282" y="259"/>
                    </a:cubicBezTo>
                    <a:cubicBezTo>
                      <a:pt x="314" y="270"/>
                      <a:pt x="314" y="270"/>
                      <a:pt x="314" y="270"/>
                    </a:cubicBezTo>
                    <a:cubicBezTo>
                      <a:pt x="331" y="240"/>
                      <a:pt x="331" y="240"/>
                      <a:pt x="331" y="240"/>
                    </a:cubicBezTo>
                    <a:cubicBezTo>
                      <a:pt x="304" y="217"/>
                      <a:pt x="304" y="217"/>
                      <a:pt x="304" y="217"/>
                    </a:cubicBezTo>
                    <a:cubicBezTo>
                      <a:pt x="304" y="215"/>
                      <a:pt x="304" y="215"/>
                      <a:pt x="304" y="215"/>
                    </a:cubicBezTo>
                    <a:cubicBezTo>
                      <a:pt x="306" y="208"/>
                      <a:pt x="308" y="202"/>
                      <a:pt x="309" y="192"/>
                    </a:cubicBezTo>
                    <a:cubicBezTo>
                      <a:pt x="310" y="192"/>
                      <a:pt x="310" y="192"/>
                      <a:pt x="310" y="192"/>
                    </a:cubicBezTo>
                    <a:cubicBezTo>
                      <a:pt x="340" y="190"/>
                      <a:pt x="340" y="190"/>
                      <a:pt x="340" y="190"/>
                    </a:cubicBezTo>
                    <a:cubicBezTo>
                      <a:pt x="340" y="155"/>
                      <a:pt x="340" y="155"/>
                      <a:pt x="340" y="155"/>
                    </a:cubicBezTo>
                    <a:cubicBezTo>
                      <a:pt x="307" y="148"/>
                      <a:pt x="307" y="148"/>
                      <a:pt x="307" y="148"/>
                    </a:cubicBezTo>
                    <a:cubicBezTo>
                      <a:pt x="308" y="148"/>
                      <a:pt x="308" y="148"/>
                      <a:pt x="308" y="148"/>
                    </a:cubicBezTo>
                    <a:cubicBezTo>
                      <a:pt x="306" y="139"/>
                      <a:pt x="304" y="129"/>
                      <a:pt x="301" y="120"/>
                    </a:cubicBezTo>
                    <a:cubicBezTo>
                      <a:pt x="302" y="120"/>
                      <a:pt x="302" y="120"/>
                      <a:pt x="302" y="120"/>
                    </a:cubicBezTo>
                    <a:cubicBezTo>
                      <a:pt x="328" y="97"/>
                      <a:pt x="328" y="97"/>
                      <a:pt x="328" y="97"/>
                    </a:cubicBezTo>
                    <a:cubicBezTo>
                      <a:pt x="309" y="68"/>
                      <a:pt x="309" y="68"/>
                      <a:pt x="309" y="68"/>
                    </a:cubicBezTo>
                    <a:cubicBezTo>
                      <a:pt x="277" y="80"/>
                      <a:pt x="277" y="80"/>
                      <a:pt x="277" y="80"/>
                    </a:cubicBezTo>
                    <a:cubicBezTo>
                      <a:pt x="276" y="80"/>
                      <a:pt x="276" y="80"/>
                      <a:pt x="276" y="80"/>
                    </a:cubicBezTo>
                    <a:cubicBezTo>
                      <a:pt x="269" y="72"/>
                      <a:pt x="261" y="64"/>
                      <a:pt x="251" y="58"/>
                    </a:cubicBezTo>
                    <a:cubicBezTo>
                      <a:pt x="252" y="57"/>
                      <a:pt x="252" y="57"/>
                      <a:pt x="252" y="57"/>
                    </a:cubicBezTo>
                    <a:cubicBezTo>
                      <a:pt x="261" y="24"/>
                      <a:pt x="261" y="24"/>
                      <a:pt x="261" y="24"/>
                    </a:cubicBezTo>
                    <a:cubicBezTo>
                      <a:pt x="229" y="9"/>
                      <a:pt x="229" y="9"/>
                      <a:pt x="229" y="9"/>
                    </a:cubicBezTo>
                    <a:cubicBezTo>
                      <a:pt x="209" y="37"/>
                      <a:pt x="209" y="37"/>
                      <a:pt x="209" y="37"/>
                    </a:cubicBezTo>
                    <a:lnTo>
                      <a:pt x="209" y="38"/>
                    </a:lnTo>
                    <a:close/>
                    <a:moveTo>
                      <a:pt x="287" y="172"/>
                    </a:moveTo>
                    <a:cubicBezTo>
                      <a:pt x="287" y="236"/>
                      <a:pt x="236" y="288"/>
                      <a:pt x="172" y="288"/>
                    </a:cubicBezTo>
                    <a:cubicBezTo>
                      <a:pt x="108" y="288"/>
                      <a:pt x="56" y="236"/>
                      <a:pt x="56" y="172"/>
                    </a:cubicBezTo>
                    <a:cubicBezTo>
                      <a:pt x="56" y="108"/>
                      <a:pt x="108" y="56"/>
                      <a:pt x="172" y="56"/>
                    </a:cubicBezTo>
                    <a:cubicBezTo>
                      <a:pt x="236" y="56"/>
                      <a:pt x="287" y="108"/>
                      <a:pt x="287" y="172"/>
                    </a:cubicBezTo>
                    <a:close/>
                    <a:moveTo>
                      <a:pt x="165" y="133"/>
                    </a:moveTo>
                    <a:cubicBezTo>
                      <a:pt x="167" y="132"/>
                      <a:pt x="168" y="131"/>
                      <a:pt x="172" y="131"/>
                    </a:cubicBezTo>
                    <a:cubicBezTo>
                      <a:pt x="172" y="155"/>
                      <a:pt x="172" y="155"/>
                      <a:pt x="172" y="155"/>
                    </a:cubicBezTo>
                    <a:cubicBezTo>
                      <a:pt x="168" y="154"/>
                      <a:pt x="166" y="152"/>
                      <a:pt x="164" y="150"/>
                    </a:cubicBezTo>
                    <a:cubicBezTo>
                      <a:pt x="162" y="148"/>
                      <a:pt x="160" y="146"/>
                      <a:pt x="160" y="143"/>
                    </a:cubicBezTo>
                    <a:cubicBezTo>
                      <a:pt x="160" y="140"/>
                      <a:pt x="161" y="138"/>
                      <a:pt x="161" y="136"/>
                    </a:cubicBezTo>
                    <a:cubicBezTo>
                      <a:pt x="162" y="135"/>
                      <a:pt x="164" y="134"/>
                      <a:pt x="165" y="133"/>
                    </a:cubicBezTo>
                    <a:close/>
                    <a:moveTo>
                      <a:pt x="187" y="187"/>
                    </a:moveTo>
                    <a:cubicBezTo>
                      <a:pt x="189" y="189"/>
                      <a:pt x="189" y="191"/>
                      <a:pt x="189" y="194"/>
                    </a:cubicBezTo>
                    <a:cubicBezTo>
                      <a:pt x="189" y="198"/>
                      <a:pt x="189" y="201"/>
                      <a:pt x="188" y="203"/>
                    </a:cubicBezTo>
                    <a:cubicBezTo>
                      <a:pt x="187" y="206"/>
                      <a:pt x="186" y="207"/>
                      <a:pt x="185" y="208"/>
                    </a:cubicBezTo>
                    <a:cubicBezTo>
                      <a:pt x="184" y="208"/>
                      <a:pt x="183" y="208"/>
                      <a:pt x="182" y="209"/>
                    </a:cubicBezTo>
                    <a:cubicBezTo>
                      <a:pt x="182" y="209"/>
                      <a:pt x="180" y="209"/>
                      <a:pt x="180" y="209"/>
                    </a:cubicBezTo>
                    <a:cubicBezTo>
                      <a:pt x="180" y="182"/>
                      <a:pt x="180" y="182"/>
                      <a:pt x="180" y="182"/>
                    </a:cubicBezTo>
                    <a:cubicBezTo>
                      <a:pt x="180" y="183"/>
                      <a:pt x="185" y="185"/>
                      <a:pt x="187" y="187"/>
                    </a:cubicBezTo>
                    <a:close/>
                    <a:moveTo>
                      <a:pt x="171" y="71"/>
                    </a:moveTo>
                    <a:cubicBezTo>
                      <a:pt x="115" y="71"/>
                      <a:pt x="70" y="116"/>
                      <a:pt x="70" y="172"/>
                    </a:cubicBezTo>
                    <a:cubicBezTo>
                      <a:pt x="70" y="228"/>
                      <a:pt x="115" y="273"/>
                      <a:pt x="171" y="273"/>
                    </a:cubicBezTo>
                    <a:cubicBezTo>
                      <a:pt x="227" y="273"/>
                      <a:pt x="272" y="228"/>
                      <a:pt x="272" y="172"/>
                    </a:cubicBezTo>
                    <a:cubicBezTo>
                      <a:pt x="272" y="116"/>
                      <a:pt x="227" y="71"/>
                      <a:pt x="171" y="71"/>
                    </a:cubicBezTo>
                    <a:close/>
                    <a:moveTo>
                      <a:pt x="205" y="201"/>
                    </a:moveTo>
                    <a:cubicBezTo>
                      <a:pt x="204" y="204"/>
                      <a:pt x="202" y="207"/>
                      <a:pt x="199" y="210"/>
                    </a:cubicBezTo>
                    <a:cubicBezTo>
                      <a:pt x="197" y="213"/>
                      <a:pt x="195" y="215"/>
                      <a:pt x="191" y="217"/>
                    </a:cubicBezTo>
                    <a:cubicBezTo>
                      <a:pt x="188" y="219"/>
                      <a:pt x="184" y="221"/>
                      <a:pt x="180" y="222"/>
                    </a:cubicBezTo>
                    <a:cubicBezTo>
                      <a:pt x="180" y="234"/>
                      <a:pt x="180" y="234"/>
                      <a:pt x="180" y="234"/>
                    </a:cubicBezTo>
                    <a:cubicBezTo>
                      <a:pt x="172" y="234"/>
                      <a:pt x="172" y="234"/>
                      <a:pt x="172" y="234"/>
                    </a:cubicBezTo>
                    <a:cubicBezTo>
                      <a:pt x="172" y="223"/>
                      <a:pt x="172" y="223"/>
                      <a:pt x="172" y="223"/>
                    </a:cubicBezTo>
                    <a:cubicBezTo>
                      <a:pt x="172" y="223"/>
                      <a:pt x="171" y="223"/>
                      <a:pt x="170" y="223"/>
                    </a:cubicBezTo>
                    <a:cubicBezTo>
                      <a:pt x="170" y="223"/>
                      <a:pt x="169" y="223"/>
                      <a:pt x="169" y="223"/>
                    </a:cubicBezTo>
                    <a:cubicBezTo>
                      <a:pt x="166" y="223"/>
                      <a:pt x="163" y="223"/>
                      <a:pt x="160" y="222"/>
                    </a:cubicBezTo>
                    <a:cubicBezTo>
                      <a:pt x="158" y="222"/>
                      <a:pt x="155" y="221"/>
                      <a:pt x="153" y="221"/>
                    </a:cubicBezTo>
                    <a:cubicBezTo>
                      <a:pt x="150" y="220"/>
                      <a:pt x="148" y="219"/>
                      <a:pt x="146" y="218"/>
                    </a:cubicBezTo>
                    <a:cubicBezTo>
                      <a:pt x="144" y="218"/>
                      <a:pt x="142" y="217"/>
                      <a:pt x="139" y="215"/>
                    </a:cubicBezTo>
                    <a:cubicBezTo>
                      <a:pt x="144" y="200"/>
                      <a:pt x="144" y="200"/>
                      <a:pt x="144" y="200"/>
                    </a:cubicBezTo>
                    <a:cubicBezTo>
                      <a:pt x="146" y="201"/>
                      <a:pt x="147" y="202"/>
                      <a:pt x="149" y="203"/>
                    </a:cubicBezTo>
                    <a:cubicBezTo>
                      <a:pt x="151" y="204"/>
                      <a:pt x="154" y="205"/>
                      <a:pt x="156" y="206"/>
                    </a:cubicBezTo>
                    <a:cubicBezTo>
                      <a:pt x="158" y="207"/>
                      <a:pt x="162" y="208"/>
                      <a:pt x="164" y="209"/>
                    </a:cubicBezTo>
                    <a:cubicBezTo>
                      <a:pt x="167" y="209"/>
                      <a:pt x="168" y="210"/>
                      <a:pt x="172" y="210"/>
                    </a:cubicBezTo>
                    <a:cubicBezTo>
                      <a:pt x="172" y="178"/>
                      <a:pt x="172" y="178"/>
                      <a:pt x="172" y="178"/>
                    </a:cubicBezTo>
                    <a:cubicBezTo>
                      <a:pt x="168" y="177"/>
                      <a:pt x="165" y="175"/>
                      <a:pt x="161" y="174"/>
                    </a:cubicBezTo>
                    <a:cubicBezTo>
                      <a:pt x="158" y="172"/>
                      <a:pt x="155" y="170"/>
                      <a:pt x="152" y="168"/>
                    </a:cubicBezTo>
                    <a:cubicBezTo>
                      <a:pt x="150" y="166"/>
                      <a:pt x="147" y="163"/>
                      <a:pt x="146" y="159"/>
                    </a:cubicBezTo>
                    <a:cubicBezTo>
                      <a:pt x="144" y="156"/>
                      <a:pt x="143" y="151"/>
                      <a:pt x="143" y="146"/>
                    </a:cubicBezTo>
                    <a:cubicBezTo>
                      <a:pt x="143" y="143"/>
                      <a:pt x="144" y="141"/>
                      <a:pt x="145" y="138"/>
                    </a:cubicBezTo>
                    <a:cubicBezTo>
                      <a:pt x="146" y="135"/>
                      <a:pt x="148" y="132"/>
                      <a:pt x="150" y="130"/>
                    </a:cubicBezTo>
                    <a:cubicBezTo>
                      <a:pt x="153" y="127"/>
                      <a:pt x="156" y="125"/>
                      <a:pt x="160" y="123"/>
                    </a:cubicBezTo>
                    <a:cubicBezTo>
                      <a:pt x="163" y="121"/>
                      <a:pt x="168" y="120"/>
                      <a:pt x="172" y="119"/>
                    </a:cubicBezTo>
                    <a:cubicBezTo>
                      <a:pt x="172" y="106"/>
                      <a:pt x="172" y="106"/>
                      <a:pt x="172" y="106"/>
                    </a:cubicBezTo>
                    <a:cubicBezTo>
                      <a:pt x="180" y="106"/>
                      <a:pt x="180" y="106"/>
                      <a:pt x="180" y="106"/>
                    </a:cubicBezTo>
                    <a:cubicBezTo>
                      <a:pt x="180" y="118"/>
                      <a:pt x="180" y="118"/>
                      <a:pt x="180" y="118"/>
                    </a:cubicBezTo>
                    <a:cubicBezTo>
                      <a:pt x="179" y="118"/>
                      <a:pt x="179" y="118"/>
                      <a:pt x="179" y="118"/>
                    </a:cubicBezTo>
                    <a:cubicBezTo>
                      <a:pt x="183" y="118"/>
                      <a:pt x="188" y="118"/>
                      <a:pt x="191" y="119"/>
                    </a:cubicBezTo>
                    <a:cubicBezTo>
                      <a:pt x="195" y="119"/>
                      <a:pt x="199" y="120"/>
                      <a:pt x="203" y="120"/>
                    </a:cubicBezTo>
                    <a:cubicBezTo>
                      <a:pt x="200" y="136"/>
                      <a:pt x="200" y="136"/>
                      <a:pt x="200" y="136"/>
                    </a:cubicBezTo>
                    <a:cubicBezTo>
                      <a:pt x="196" y="134"/>
                      <a:pt x="193" y="133"/>
                      <a:pt x="190" y="132"/>
                    </a:cubicBezTo>
                    <a:cubicBezTo>
                      <a:pt x="186" y="131"/>
                      <a:pt x="184" y="131"/>
                      <a:pt x="180" y="131"/>
                    </a:cubicBezTo>
                    <a:cubicBezTo>
                      <a:pt x="180" y="159"/>
                      <a:pt x="180" y="159"/>
                      <a:pt x="180" y="159"/>
                    </a:cubicBezTo>
                    <a:cubicBezTo>
                      <a:pt x="184" y="160"/>
                      <a:pt x="186" y="161"/>
                      <a:pt x="189" y="163"/>
                    </a:cubicBezTo>
                    <a:cubicBezTo>
                      <a:pt x="193" y="165"/>
                      <a:pt x="195" y="167"/>
                      <a:pt x="198" y="169"/>
                    </a:cubicBezTo>
                    <a:cubicBezTo>
                      <a:pt x="201" y="171"/>
                      <a:pt x="203" y="174"/>
                      <a:pt x="205" y="178"/>
                    </a:cubicBezTo>
                    <a:cubicBezTo>
                      <a:pt x="206" y="182"/>
                      <a:pt x="207" y="186"/>
                      <a:pt x="207" y="191"/>
                    </a:cubicBezTo>
                    <a:cubicBezTo>
                      <a:pt x="207" y="195"/>
                      <a:pt x="206" y="198"/>
                      <a:pt x="205" y="201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1" name="ï$1ïďé" descr="cd8efbd0-15ad-49b8-8650-36bf6bc006b4">
                <a:extLst>
                  <a:ext uri="{FF2B5EF4-FFF2-40B4-BE49-F238E27FC236}">
                    <a16:creationId xmlns:a16="http://schemas.microsoft.com/office/drawing/2014/main" id="{703CA7BC-1D1C-4189-A4D8-1A77E82235AE}"/>
                  </a:ext>
                </a:extLst>
              </p:cNvPr>
              <p:cNvSpPr/>
              <p:nvPr/>
            </p:nvSpPr>
            <p:spPr bwMode="auto">
              <a:xfrm>
                <a:off x="6138481" y="2790728"/>
                <a:ext cx="536017" cy="544514"/>
              </a:xfrm>
              <a:custGeom>
                <a:avLst/>
                <a:gdLst>
                  <a:gd name="T0" fmla="*/ 161 w 293"/>
                  <a:gd name="T1" fmla="*/ 28 h 298"/>
                  <a:gd name="T2" fmla="*/ 120 w 293"/>
                  <a:gd name="T3" fmla="*/ 32 h 298"/>
                  <a:gd name="T4" fmla="*/ 82 w 293"/>
                  <a:gd name="T5" fmla="*/ 16 h 298"/>
                  <a:gd name="T6" fmla="*/ 54 w 293"/>
                  <a:gd name="T7" fmla="*/ 74 h 298"/>
                  <a:gd name="T8" fmla="*/ 11 w 293"/>
                  <a:gd name="T9" fmla="*/ 90 h 298"/>
                  <a:gd name="T10" fmla="*/ 29 w 293"/>
                  <a:gd name="T11" fmla="*/ 129 h 298"/>
                  <a:gd name="T12" fmla="*/ 29 w 293"/>
                  <a:gd name="T13" fmla="*/ 169 h 298"/>
                  <a:gd name="T14" fmla="*/ 14 w 293"/>
                  <a:gd name="T15" fmla="*/ 213 h 298"/>
                  <a:gd name="T16" fmla="*/ 80 w 293"/>
                  <a:gd name="T17" fmla="*/ 248 h 298"/>
                  <a:gd name="T18" fmla="*/ 99 w 293"/>
                  <a:gd name="T19" fmla="*/ 289 h 298"/>
                  <a:gd name="T20" fmla="*/ 136 w 293"/>
                  <a:gd name="T21" fmla="*/ 268 h 298"/>
                  <a:gd name="T22" fmla="*/ 172 w 293"/>
                  <a:gd name="T23" fmla="*/ 296 h 298"/>
                  <a:gd name="T24" fmla="*/ 195 w 293"/>
                  <a:gd name="T25" fmla="*/ 260 h 298"/>
                  <a:gd name="T26" fmla="*/ 240 w 293"/>
                  <a:gd name="T27" fmla="*/ 266 h 298"/>
                  <a:gd name="T28" fmla="*/ 242 w 293"/>
                  <a:gd name="T29" fmla="*/ 223 h 298"/>
                  <a:gd name="T30" fmla="*/ 285 w 293"/>
                  <a:gd name="T31" fmla="*/ 207 h 298"/>
                  <a:gd name="T32" fmla="*/ 266 w 293"/>
                  <a:gd name="T33" fmla="*/ 166 h 298"/>
                  <a:gd name="T34" fmla="*/ 293 w 293"/>
                  <a:gd name="T35" fmla="*/ 134 h 298"/>
                  <a:gd name="T36" fmla="*/ 259 w 293"/>
                  <a:gd name="T37" fmla="*/ 104 h 298"/>
                  <a:gd name="T38" fmla="*/ 267 w 293"/>
                  <a:gd name="T39" fmla="*/ 59 h 298"/>
                  <a:gd name="T40" fmla="*/ 217 w 293"/>
                  <a:gd name="T41" fmla="*/ 50 h 298"/>
                  <a:gd name="T42" fmla="*/ 197 w 293"/>
                  <a:gd name="T43" fmla="*/ 8 h 298"/>
                  <a:gd name="T44" fmla="*/ 148 w 293"/>
                  <a:gd name="T45" fmla="*/ 248 h 298"/>
                  <a:gd name="T46" fmla="*/ 248 w 293"/>
                  <a:gd name="T47" fmla="*/ 149 h 298"/>
                  <a:gd name="T48" fmla="*/ 164 w 293"/>
                  <a:gd name="T49" fmla="*/ 174 h 298"/>
                  <a:gd name="T50" fmla="*/ 154 w 293"/>
                  <a:gd name="T51" fmla="*/ 180 h 298"/>
                  <a:gd name="T52" fmla="*/ 137 w 293"/>
                  <a:gd name="T53" fmla="*/ 107 h 298"/>
                  <a:gd name="T54" fmla="*/ 146 w 293"/>
                  <a:gd name="T55" fmla="*/ 126 h 298"/>
                  <a:gd name="T56" fmla="*/ 137 w 293"/>
                  <a:gd name="T57" fmla="*/ 107 h 298"/>
                  <a:gd name="T58" fmla="*/ 61 w 293"/>
                  <a:gd name="T59" fmla="*/ 149 h 298"/>
                  <a:gd name="T60" fmla="*/ 183 w 293"/>
                  <a:gd name="T61" fmla="*/ 162 h 298"/>
                  <a:gd name="T62" fmla="*/ 164 w 293"/>
                  <a:gd name="T63" fmla="*/ 134 h 298"/>
                  <a:gd name="T64" fmla="*/ 165 w 293"/>
                  <a:gd name="T65" fmla="*/ 103 h 298"/>
                  <a:gd name="T66" fmla="*/ 167 w 293"/>
                  <a:gd name="T67" fmla="*/ 89 h 298"/>
                  <a:gd name="T68" fmla="*/ 154 w 293"/>
                  <a:gd name="T69" fmla="*/ 80 h 298"/>
                  <a:gd name="T70" fmla="*/ 134 w 293"/>
                  <a:gd name="T71" fmla="*/ 94 h 298"/>
                  <a:gd name="T72" fmla="*/ 119 w 293"/>
                  <a:gd name="T73" fmla="*/ 117 h 298"/>
                  <a:gd name="T74" fmla="*/ 136 w 293"/>
                  <a:gd name="T75" fmla="*/ 144 h 298"/>
                  <a:gd name="T76" fmla="*/ 139 w 293"/>
                  <a:gd name="T77" fmla="*/ 179 h 298"/>
                  <a:gd name="T78" fmla="*/ 120 w 293"/>
                  <a:gd name="T79" fmla="*/ 171 h 298"/>
                  <a:gd name="T80" fmla="*/ 128 w 293"/>
                  <a:gd name="T81" fmla="*/ 192 h 298"/>
                  <a:gd name="T82" fmla="*/ 145 w 293"/>
                  <a:gd name="T83" fmla="*/ 194 h 298"/>
                  <a:gd name="T84" fmla="*/ 154 w 293"/>
                  <a:gd name="T85" fmla="*/ 204 h 298"/>
                  <a:gd name="T86" fmla="*/ 175 w 293"/>
                  <a:gd name="T87" fmla="*/ 181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93" h="298">
                    <a:moveTo>
                      <a:pt x="180" y="33"/>
                    </a:moveTo>
                    <a:cubicBezTo>
                      <a:pt x="174" y="31"/>
                      <a:pt x="167" y="30"/>
                      <a:pt x="161" y="29"/>
                    </a:cubicBezTo>
                    <a:cubicBezTo>
                      <a:pt x="161" y="28"/>
                      <a:pt x="161" y="28"/>
                      <a:pt x="161" y="28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24" y="2"/>
                      <a:pt x="124" y="2"/>
                      <a:pt x="124" y="2"/>
                    </a:cubicBezTo>
                    <a:cubicBezTo>
                      <a:pt x="120" y="32"/>
                      <a:pt x="120" y="32"/>
                      <a:pt x="120" y="32"/>
                    </a:cubicBezTo>
                    <a:cubicBezTo>
                      <a:pt x="114" y="33"/>
                      <a:pt x="107" y="35"/>
                      <a:pt x="102" y="38"/>
                    </a:cubicBezTo>
                    <a:cubicBezTo>
                      <a:pt x="101" y="37"/>
                      <a:pt x="101" y="37"/>
                      <a:pt x="101" y="37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67" y="60"/>
                      <a:pt x="67" y="60"/>
                      <a:pt x="67" y="60"/>
                    </a:cubicBezTo>
                    <a:cubicBezTo>
                      <a:pt x="62" y="64"/>
                      <a:pt x="58" y="69"/>
                      <a:pt x="54" y="74"/>
                    </a:cubicBezTo>
                    <a:cubicBezTo>
                      <a:pt x="53" y="73"/>
                      <a:pt x="53" y="73"/>
                      <a:pt x="53" y="73"/>
                    </a:cubicBezTo>
                    <a:cubicBezTo>
                      <a:pt x="26" y="64"/>
                      <a:pt x="26" y="64"/>
                      <a:pt x="26" y="64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32" y="116"/>
                      <a:pt x="30" y="120"/>
                      <a:pt x="29" y="129"/>
                    </a:cubicBezTo>
                    <a:cubicBezTo>
                      <a:pt x="29" y="129"/>
                      <a:pt x="29" y="129"/>
                      <a:pt x="29" y="129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63"/>
                      <a:pt x="0" y="163"/>
                      <a:pt x="0" y="163"/>
                    </a:cubicBezTo>
                    <a:cubicBezTo>
                      <a:pt x="29" y="169"/>
                      <a:pt x="29" y="169"/>
                      <a:pt x="29" y="169"/>
                    </a:cubicBezTo>
                    <a:cubicBezTo>
                      <a:pt x="31" y="178"/>
                      <a:pt x="33" y="186"/>
                      <a:pt x="36" y="194"/>
                    </a:cubicBezTo>
                    <a:cubicBezTo>
                      <a:pt x="36" y="194"/>
                      <a:pt x="36" y="194"/>
                      <a:pt x="36" y="194"/>
                    </a:cubicBezTo>
                    <a:cubicBezTo>
                      <a:pt x="14" y="213"/>
                      <a:pt x="14" y="213"/>
                      <a:pt x="14" y="213"/>
                    </a:cubicBezTo>
                    <a:cubicBezTo>
                      <a:pt x="30" y="239"/>
                      <a:pt x="30" y="239"/>
                      <a:pt x="30" y="239"/>
                    </a:cubicBezTo>
                    <a:cubicBezTo>
                      <a:pt x="58" y="228"/>
                      <a:pt x="58" y="228"/>
                      <a:pt x="58" y="228"/>
                    </a:cubicBezTo>
                    <a:cubicBezTo>
                      <a:pt x="64" y="236"/>
                      <a:pt x="72" y="242"/>
                      <a:pt x="80" y="248"/>
                    </a:cubicBezTo>
                    <a:cubicBezTo>
                      <a:pt x="79" y="248"/>
                      <a:pt x="79" y="248"/>
                      <a:pt x="79" y="248"/>
                    </a:cubicBezTo>
                    <a:cubicBezTo>
                      <a:pt x="72" y="276"/>
                      <a:pt x="72" y="276"/>
                      <a:pt x="72" y="276"/>
                    </a:cubicBezTo>
                    <a:cubicBezTo>
                      <a:pt x="99" y="289"/>
                      <a:pt x="99" y="289"/>
                      <a:pt x="99" y="289"/>
                    </a:cubicBezTo>
                    <a:cubicBezTo>
                      <a:pt x="117" y="265"/>
                      <a:pt x="117" y="265"/>
                      <a:pt x="117" y="265"/>
                    </a:cubicBezTo>
                    <a:cubicBezTo>
                      <a:pt x="117" y="265"/>
                      <a:pt x="117" y="265"/>
                      <a:pt x="117" y="265"/>
                    </a:cubicBezTo>
                    <a:cubicBezTo>
                      <a:pt x="123" y="266"/>
                      <a:pt x="129" y="268"/>
                      <a:pt x="136" y="268"/>
                    </a:cubicBezTo>
                    <a:cubicBezTo>
                      <a:pt x="136" y="269"/>
                      <a:pt x="136" y="269"/>
                      <a:pt x="136" y="269"/>
                    </a:cubicBezTo>
                    <a:cubicBezTo>
                      <a:pt x="143" y="298"/>
                      <a:pt x="143" y="298"/>
                      <a:pt x="143" y="298"/>
                    </a:cubicBezTo>
                    <a:cubicBezTo>
                      <a:pt x="172" y="296"/>
                      <a:pt x="172" y="296"/>
                      <a:pt x="172" y="296"/>
                    </a:cubicBezTo>
                    <a:cubicBezTo>
                      <a:pt x="176" y="266"/>
                      <a:pt x="176" y="266"/>
                      <a:pt x="176" y="266"/>
                    </a:cubicBezTo>
                    <a:cubicBezTo>
                      <a:pt x="176" y="265"/>
                      <a:pt x="176" y="265"/>
                      <a:pt x="176" y="265"/>
                    </a:cubicBezTo>
                    <a:cubicBezTo>
                      <a:pt x="183" y="264"/>
                      <a:pt x="189" y="262"/>
                      <a:pt x="195" y="260"/>
                    </a:cubicBezTo>
                    <a:cubicBezTo>
                      <a:pt x="195" y="260"/>
                      <a:pt x="195" y="260"/>
                      <a:pt x="195" y="260"/>
                    </a:cubicBezTo>
                    <a:cubicBezTo>
                      <a:pt x="215" y="282"/>
                      <a:pt x="215" y="282"/>
                      <a:pt x="215" y="282"/>
                    </a:cubicBezTo>
                    <a:cubicBezTo>
                      <a:pt x="240" y="266"/>
                      <a:pt x="240" y="266"/>
                      <a:pt x="240" y="266"/>
                    </a:cubicBezTo>
                    <a:cubicBezTo>
                      <a:pt x="229" y="238"/>
                      <a:pt x="229" y="238"/>
                      <a:pt x="229" y="238"/>
                    </a:cubicBezTo>
                    <a:cubicBezTo>
                      <a:pt x="229" y="237"/>
                      <a:pt x="229" y="237"/>
                      <a:pt x="229" y="237"/>
                    </a:cubicBezTo>
                    <a:cubicBezTo>
                      <a:pt x="234" y="233"/>
                      <a:pt x="238" y="228"/>
                      <a:pt x="242" y="223"/>
                    </a:cubicBezTo>
                    <a:cubicBezTo>
                      <a:pt x="243" y="224"/>
                      <a:pt x="243" y="224"/>
                      <a:pt x="243" y="224"/>
                    </a:cubicBezTo>
                    <a:cubicBezTo>
                      <a:pt x="271" y="233"/>
                      <a:pt x="271" y="233"/>
                      <a:pt x="271" y="233"/>
                    </a:cubicBezTo>
                    <a:cubicBezTo>
                      <a:pt x="285" y="207"/>
                      <a:pt x="285" y="207"/>
                      <a:pt x="285" y="207"/>
                    </a:cubicBezTo>
                    <a:cubicBezTo>
                      <a:pt x="262" y="188"/>
                      <a:pt x="262" y="188"/>
                      <a:pt x="262" y="188"/>
                    </a:cubicBezTo>
                    <a:cubicBezTo>
                      <a:pt x="262" y="186"/>
                      <a:pt x="262" y="186"/>
                      <a:pt x="262" y="186"/>
                    </a:cubicBezTo>
                    <a:cubicBezTo>
                      <a:pt x="264" y="180"/>
                      <a:pt x="265" y="175"/>
                      <a:pt x="266" y="166"/>
                    </a:cubicBezTo>
                    <a:cubicBezTo>
                      <a:pt x="267" y="166"/>
                      <a:pt x="267" y="166"/>
                      <a:pt x="267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3" y="134"/>
                      <a:pt x="293" y="134"/>
                      <a:pt x="293" y="134"/>
                    </a:cubicBezTo>
                    <a:cubicBezTo>
                      <a:pt x="265" y="128"/>
                      <a:pt x="265" y="128"/>
                      <a:pt x="265" y="128"/>
                    </a:cubicBezTo>
                    <a:cubicBezTo>
                      <a:pt x="265" y="128"/>
                      <a:pt x="265" y="128"/>
                      <a:pt x="265" y="128"/>
                    </a:cubicBezTo>
                    <a:cubicBezTo>
                      <a:pt x="264" y="120"/>
                      <a:pt x="262" y="112"/>
                      <a:pt x="259" y="104"/>
                    </a:cubicBezTo>
                    <a:cubicBezTo>
                      <a:pt x="260" y="104"/>
                      <a:pt x="260" y="104"/>
                      <a:pt x="260" y="104"/>
                    </a:cubicBezTo>
                    <a:cubicBezTo>
                      <a:pt x="282" y="84"/>
                      <a:pt x="282" y="84"/>
                      <a:pt x="282" y="84"/>
                    </a:cubicBezTo>
                    <a:cubicBezTo>
                      <a:pt x="267" y="59"/>
                      <a:pt x="267" y="59"/>
                      <a:pt x="267" y="59"/>
                    </a:cubicBezTo>
                    <a:cubicBezTo>
                      <a:pt x="238" y="69"/>
                      <a:pt x="238" y="69"/>
                      <a:pt x="238" y="69"/>
                    </a:cubicBezTo>
                    <a:cubicBezTo>
                      <a:pt x="238" y="69"/>
                      <a:pt x="238" y="69"/>
                      <a:pt x="238" y="69"/>
                    </a:cubicBezTo>
                    <a:cubicBezTo>
                      <a:pt x="232" y="62"/>
                      <a:pt x="225" y="56"/>
                      <a:pt x="217" y="50"/>
                    </a:cubicBezTo>
                    <a:cubicBezTo>
                      <a:pt x="217" y="49"/>
                      <a:pt x="217" y="49"/>
                      <a:pt x="217" y="49"/>
                    </a:cubicBezTo>
                    <a:cubicBezTo>
                      <a:pt x="225" y="21"/>
                      <a:pt x="225" y="21"/>
                      <a:pt x="225" y="21"/>
                    </a:cubicBezTo>
                    <a:cubicBezTo>
                      <a:pt x="197" y="8"/>
                      <a:pt x="197" y="8"/>
                      <a:pt x="197" y="8"/>
                    </a:cubicBezTo>
                    <a:cubicBezTo>
                      <a:pt x="180" y="33"/>
                      <a:pt x="180" y="33"/>
                      <a:pt x="180" y="33"/>
                    </a:cubicBezTo>
                    <a:close/>
                    <a:moveTo>
                      <a:pt x="248" y="149"/>
                    </a:moveTo>
                    <a:cubicBezTo>
                      <a:pt x="248" y="204"/>
                      <a:pt x="203" y="248"/>
                      <a:pt x="148" y="248"/>
                    </a:cubicBezTo>
                    <a:cubicBezTo>
                      <a:pt x="93" y="248"/>
                      <a:pt x="48" y="204"/>
                      <a:pt x="48" y="149"/>
                    </a:cubicBezTo>
                    <a:cubicBezTo>
                      <a:pt x="48" y="94"/>
                      <a:pt x="93" y="49"/>
                      <a:pt x="148" y="49"/>
                    </a:cubicBezTo>
                    <a:cubicBezTo>
                      <a:pt x="203" y="49"/>
                      <a:pt x="248" y="94"/>
                      <a:pt x="248" y="149"/>
                    </a:cubicBezTo>
                    <a:close/>
                    <a:moveTo>
                      <a:pt x="162" y="157"/>
                    </a:moveTo>
                    <a:cubicBezTo>
                      <a:pt x="164" y="159"/>
                      <a:pt x="165" y="162"/>
                      <a:pt x="165" y="165"/>
                    </a:cubicBezTo>
                    <a:cubicBezTo>
                      <a:pt x="165" y="169"/>
                      <a:pt x="165" y="172"/>
                      <a:pt x="164" y="174"/>
                    </a:cubicBezTo>
                    <a:cubicBezTo>
                      <a:pt x="163" y="176"/>
                      <a:pt x="161" y="178"/>
                      <a:pt x="160" y="178"/>
                    </a:cubicBezTo>
                    <a:cubicBezTo>
                      <a:pt x="159" y="179"/>
                      <a:pt x="158" y="179"/>
                      <a:pt x="157" y="179"/>
                    </a:cubicBezTo>
                    <a:cubicBezTo>
                      <a:pt x="156" y="180"/>
                      <a:pt x="154" y="180"/>
                      <a:pt x="154" y="180"/>
                    </a:cubicBezTo>
                    <a:cubicBezTo>
                      <a:pt x="154" y="152"/>
                      <a:pt x="154" y="152"/>
                      <a:pt x="154" y="152"/>
                    </a:cubicBezTo>
                    <a:cubicBezTo>
                      <a:pt x="158" y="154"/>
                      <a:pt x="160" y="155"/>
                      <a:pt x="162" y="157"/>
                    </a:cubicBezTo>
                    <a:close/>
                    <a:moveTo>
                      <a:pt x="137" y="107"/>
                    </a:moveTo>
                    <a:cubicBezTo>
                      <a:pt x="137" y="109"/>
                      <a:pt x="136" y="111"/>
                      <a:pt x="136" y="114"/>
                    </a:cubicBezTo>
                    <a:cubicBezTo>
                      <a:pt x="136" y="117"/>
                      <a:pt x="137" y="119"/>
                      <a:pt x="139" y="121"/>
                    </a:cubicBezTo>
                    <a:cubicBezTo>
                      <a:pt x="141" y="123"/>
                      <a:pt x="142" y="124"/>
                      <a:pt x="146" y="126"/>
                    </a:cubicBezTo>
                    <a:cubicBezTo>
                      <a:pt x="146" y="102"/>
                      <a:pt x="146" y="102"/>
                      <a:pt x="146" y="102"/>
                    </a:cubicBezTo>
                    <a:cubicBezTo>
                      <a:pt x="142" y="102"/>
                      <a:pt x="141" y="103"/>
                      <a:pt x="140" y="104"/>
                    </a:cubicBezTo>
                    <a:cubicBezTo>
                      <a:pt x="139" y="104"/>
                      <a:pt x="138" y="105"/>
                      <a:pt x="137" y="107"/>
                    </a:cubicBezTo>
                    <a:close/>
                    <a:moveTo>
                      <a:pt x="235" y="149"/>
                    </a:moveTo>
                    <a:cubicBezTo>
                      <a:pt x="235" y="197"/>
                      <a:pt x="196" y="236"/>
                      <a:pt x="148" y="236"/>
                    </a:cubicBezTo>
                    <a:cubicBezTo>
                      <a:pt x="100" y="236"/>
                      <a:pt x="61" y="197"/>
                      <a:pt x="61" y="149"/>
                    </a:cubicBezTo>
                    <a:cubicBezTo>
                      <a:pt x="61" y="101"/>
                      <a:pt x="100" y="62"/>
                      <a:pt x="148" y="62"/>
                    </a:cubicBezTo>
                    <a:cubicBezTo>
                      <a:pt x="196" y="61"/>
                      <a:pt x="235" y="101"/>
                      <a:pt x="235" y="149"/>
                    </a:cubicBezTo>
                    <a:close/>
                    <a:moveTo>
                      <a:pt x="183" y="162"/>
                    </a:moveTo>
                    <a:cubicBezTo>
                      <a:pt x="183" y="157"/>
                      <a:pt x="182" y="152"/>
                      <a:pt x="180" y="149"/>
                    </a:cubicBezTo>
                    <a:cubicBezTo>
                      <a:pt x="178" y="145"/>
                      <a:pt x="176" y="142"/>
                      <a:pt x="173" y="140"/>
                    </a:cubicBezTo>
                    <a:cubicBezTo>
                      <a:pt x="171" y="137"/>
                      <a:pt x="167" y="135"/>
                      <a:pt x="164" y="134"/>
                    </a:cubicBezTo>
                    <a:cubicBezTo>
                      <a:pt x="161" y="132"/>
                      <a:pt x="158" y="131"/>
                      <a:pt x="154" y="129"/>
                    </a:cubicBezTo>
                    <a:cubicBezTo>
                      <a:pt x="154" y="102"/>
                      <a:pt x="154" y="102"/>
                      <a:pt x="154" y="102"/>
                    </a:cubicBezTo>
                    <a:cubicBezTo>
                      <a:pt x="158" y="102"/>
                      <a:pt x="161" y="102"/>
                      <a:pt x="165" y="103"/>
                    </a:cubicBezTo>
                    <a:cubicBezTo>
                      <a:pt x="168" y="104"/>
                      <a:pt x="172" y="105"/>
                      <a:pt x="175" y="106"/>
                    </a:cubicBezTo>
                    <a:cubicBezTo>
                      <a:pt x="178" y="91"/>
                      <a:pt x="178" y="91"/>
                      <a:pt x="178" y="91"/>
                    </a:cubicBezTo>
                    <a:cubicBezTo>
                      <a:pt x="174" y="90"/>
                      <a:pt x="171" y="89"/>
                      <a:pt x="167" y="89"/>
                    </a:cubicBezTo>
                    <a:cubicBezTo>
                      <a:pt x="163" y="89"/>
                      <a:pt x="159" y="88"/>
                      <a:pt x="155" y="88"/>
                    </a:cubicBezTo>
                    <a:cubicBezTo>
                      <a:pt x="154" y="88"/>
                      <a:pt x="154" y="88"/>
                      <a:pt x="154" y="88"/>
                    </a:cubicBezTo>
                    <a:cubicBezTo>
                      <a:pt x="154" y="80"/>
                      <a:pt x="154" y="80"/>
                      <a:pt x="154" y="80"/>
                    </a:cubicBezTo>
                    <a:cubicBezTo>
                      <a:pt x="146" y="80"/>
                      <a:pt x="146" y="80"/>
                      <a:pt x="146" y="80"/>
                    </a:cubicBezTo>
                    <a:cubicBezTo>
                      <a:pt x="146" y="89"/>
                      <a:pt x="146" y="89"/>
                      <a:pt x="146" y="89"/>
                    </a:cubicBezTo>
                    <a:cubicBezTo>
                      <a:pt x="142" y="90"/>
                      <a:pt x="138" y="92"/>
                      <a:pt x="134" y="94"/>
                    </a:cubicBezTo>
                    <a:cubicBezTo>
                      <a:pt x="131" y="96"/>
                      <a:pt x="128" y="98"/>
                      <a:pt x="126" y="100"/>
                    </a:cubicBezTo>
                    <a:cubicBezTo>
                      <a:pt x="124" y="103"/>
                      <a:pt x="122" y="106"/>
                      <a:pt x="121" y="108"/>
                    </a:cubicBezTo>
                    <a:cubicBezTo>
                      <a:pt x="119" y="111"/>
                      <a:pt x="119" y="114"/>
                      <a:pt x="119" y="117"/>
                    </a:cubicBezTo>
                    <a:cubicBezTo>
                      <a:pt x="119" y="122"/>
                      <a:pt x="120" y="126"/>
                      <a:pt x="121" y="130"/>
                    </a:cubicBezTo>
                    <a:cubicBezTo>
                      <a:pt x="123" y="133"/>
                      <a:pt x="125" y="136"/>
                      <a:pt x="128" y="139"/>
                    </a:cubicBezTo>
                    <a:cubicBezTo>
                      <a:pt x="130" y="141"/>
                      <a:pt x="133" y="143"/>
                      <a:pt x="136" y="144"/>
                    </a:cubicBezTo>
                    <a:cubicBezTo>
                      <a:pt x="140" y="146"/>
                      <a:pt x="142" y="147"/>
                      <a:pt x="146" y="149"/>
                    </a:cubicBezTo>
                    <a:cubicBezTo>
                      <a:pt x="146" y="180"/>
                      <a:pt x="146" y="180"/>
                      <a:pt x="146" y="180"/>
                    </a:cubicBezTo>
                    <a:cubicBezTo>
                      <a:pt x="142" y="180"/>
                      <a:pt x="141" y="180"/>
                      <a:pt x="139" y="179"/>
                    </a:cubicBezTo>
                    <a:cubicBezTo>
                      <a:pt x="136" y="179"/>
                      <a:pt x="134" y="178"/>
                      <a:pt x="132" y="177"/>
                    </a:cubicBezTo>
                    <a:cubicBezTo>
                      <a:pt x="129" y="176"/>
                      <a:pt x="127" y="175"/>
                      <a:pt x="125" y="174"/>
                    </a:cubicBezTo>
                    <a:cubicBezTo>
                      <a:pt x="123" y="173"/>
                      <a:pt x="121" y="172"/>
                      <a:pt x="120" y="171"/>
                    </a:cubicBezTo>
                    <a:cubicBezTo>
                      <a:pt x="115" y="186"/>
                      <a:pt x="115" y="186"/>
                      <a:pt x="115" y="186"/>
                    </a:cubicBezTo>
                    <a:cubicBezTo>
                      <a:pt x="117" y="187"/>
                      <a:pt x="120" y="188"/>
                      <a:pt x="122" y="189"/>
                    </a:cubicBezTo>
                    <a:cubicBezTo>
                      <a:pt x="124" y="190"/>
                      <a:pt x="126" y="191"/>
                      <a:pt x="128" y="192"/>
                    </a:cubicBezTo>
                    <a:cubicBezTo>
                      <a:pt x="131" y="192"/>
                      <a:pt x="133" y="193"/>
                      <a:pt x="136" y="193"/>
                    </a:cubicBezTo>
                    <a:cubicBezTo>
                      <a:pt x="139" y="193"/>
                      <a:pt x="141" y="194"/>
                      <a:pt x="145" y="194"/>
                    </a:cubicBezTo>
                    <a:cubicBezTo>
                      <a:pt x="145" y="194"/>
                      <a:pt x="145" y="194"/>
                      <a:pt x="145" y="194"/>
                    </a:cubicBezTo>
                    <a:cubicBezTo>
                      <a:pt x="145" y="193"/>
                      <a:pt x="146" y="193"/>
                      <a:pt x="146" y="193"/>
                    </a:cubicBezTo>
                    <a:cubicBezTo>
                      <a:pt x="146" y="204"/>
                      <a:pt x="146" y="204"/>
                      <a:pt x="146" y="204"/>
                    </a:cubicBezTo>
                    <a:cubicBezTo>
                      <a:pt x="154" y="204"/>
                      <a:pt x="154" y="204"/>
                      <a:pt x="154" y="204"/>
                    </a:cubicBezTo>
                    <a:cubicBezTo>
                      <a:pt x="154" y="192"/>
                      <a:pt x="154" y="192"/>
                      <a:pt x="154" y="192"/>
                    </a:cubicBezTo>
                    <a:cubicBezTo>
                      <a:pt x="158" y="192"/>
                      <a:pt x="163" y="190"/>
                      <a:pt x="166" y="188"/>
                    </a:cubicBezTo>
                    <a:cubicBezTo>
                      <a:pt x="170" y="186"/>
                      <a:pt x="173" y="183"/>
                      <a:pt x="175" y="181"/>
                    </a:cubicBezTo>
                    <a:cubicBezTo>
                      <a:pt x="178" y="178"/>
                      <a:pt x="180" y="175"/>
                      <a:pt x="181" y="172"/>
                    </a:cubicBezTo>
                    <a:cubicBezTo>
                      <a:pt x="182" y="169"/>
                      <a:pt x="183" y="165"/>
                      <a:pt x="183" y="1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2" name="î$ľîḋe" descr="ddc96b7a-7b30-4819-92de-721a9d2dc9c5">
                <a:extLst>
                  <a:ext uri="{FF2B5EF4-FFF2-40B4-BE49-F238E27FC236}">
                    <a16:creationId xmlns:a16="http://schemas.microsoft.com/office/drawing/2014/main" id="{8580E3A4-0D09-49D4-A7E7-B5F07A08DDB9}"/>
                  </a:ext>
                </a:extLst>
              </p:cNvPr>
              <p:cNvSpPr/>
              <p:nvPr/>
            </p:nvSpPr>
            <p:spPr bwMode="auto">
              <a:xfrm>
                <a:off x="6698441" y="2687232"/>
                <a:ext cx="709799" cy="704392"/>
              </a:xfrm>
              <a:custGeom>
                <a:avLst/>
                <a:gdLst>
                  <a:gd name="T0" fmla="*/ 114 w 388"/>
                  <a:gd name="T1" fmla="*/ 57 h 386"/>
                  <a:gd name="T2" fmla="*/ 74 w 388"/>
                  <a:gd name="T3" fmla="*/ 92 h 386"/>
                  <a:gd name="T4" fmla="*/ 21 w 388"/>
                  <a:gd name="T5" fmla="*/ 105 h 386"/>
                  <a:gd name="T6" fmla="*/ 37 w 388"/>
                  <a:gd name="T7" fmla="*/ 188 h 386"/>
                  <a:gd name="T8" fmla="*/ 6 w 388"/>
                  <a:gd name="T9" fmla="*/ 238 h 386"/>
                  <a:gd name="T10" fmla="*/ 54 w 388"/>
                  <a:gd name="T11" fmla="*/ 265 h 386"/>
                  <a:gd name="T12" fmla="*/ 86 w 388"/>
                  <a:gd name="T13" fmla="*/ 306 h 386"/>
                  <a:gd name="T14" fmla="*/ 104 w 388"/>
                  <a:gd name="T15" fmla="*/ 364 h 386"/>
                  <a:gd name="T16" fmla="*/ 199 w 388"/>
                  <a:gd name="T17" fmla="*/ 349 h 386"/>
                  <a:gd name="T18" fmla="*/ 252 w 388"/>
                  <a:gd name="T19" fmla="*/ 378 h 386"/>
                  <a:gd name="T20" fmla="*/ 274 w 388"/>
                  <a:gd name="T21" fmla="*/ 327 h 386"/>
                  <a:gd name="T22" fmla="*/ 334 w 388"/>
                  <a:gd name="T23" fmla="*/ 327 h 386"/>
                  <a:gd name="T24" fmla="*/ 329 w 388"/>
                  <a:gd name="T25" fmla="*/ 272 h 386"/>
                  <a:gd name="T26" fmla="*/ 381 w 388"/>
                  <a:gd name="T27" fmla="*/ 243 h 386"/>
                  <a:gd name="T28" fmla="*/ 350 w 388"/>
                  <a:gd name="T29" fmla="*/ 198 h 386"/>
                  <a:gd name="T30" fmla="*/ 383 w 388"/>
                  <a:gd name="T31" fmla="*/ 147 h 386"/>
                  <a:gd name="T32" fmla="*/ 330 w 388"/>
                  <a:gd name="T33" fmla="*/ 118 h 386"/>
                  <a:gd name="T34" fmla="*/ 334 w 388"/>
                  <a:gd name="T35" fmla="*/ 65 h 386"/>
                  <a:gd name="T36" fmla="*/ 276 w 388"/>
                  <a:gd name="T37" fmla="*/ 60 h 386"/>
                  <a:gd name="T38" fmla="*/ 248 w 388"/>
                  <a:gd name="T39" fmla="*/ 6 h 386"/>
                  <a:gd name="T40" fmla="*/ 189 w 388"/>
                  <a:gd name="T41" fmla="*/ 36 h 386"/>
                  <a:gd name="T42" fmla="*/ 136 w 388"/>
                  <a:gd name="T43" fmla="*/ 8 h 386"/>
                  <a:gd name="T44" fmla="*/ 271 w 388"/>
                  <a:gd name="T45" fmla="*/ 297 h 386"/>
                  <a:gd name="T46" fmla="*/ 298 w 388"/>
                  <a:gd name="T47" fmla="*/ 115 h 386"/>
                  <a:gd name="T48" fmla="*/ 192 w 388"/>
                  <a:gd name="T49" fmla="*/ 177 h 386"/>
                  <a:gd name="T50" fmla="*/ 182 w 388"/>
                  <a:gd name="T51" fmla="*/ 159 h 386"/>
                  <a:gd name="T52" fmla="*/ 210 w 388"/>
                  <a:gd name="T53" fmla="*/ 216 h 386"/>
                  <a:gd name="T54" fmla="*/ 203 w 388"/>
                  <a:gd name="T55" fmla="*/ 231 h 386"/>
                  <a:gd name="T56" fmla="*/ 207 w 388"/>
                  <a:gd name="T57" fmla="*/ 209 h 386"/>
                  <a:gd name="T58" fmla="*/ 103 w 388"/>
                  <a:gd name="T59" fmla="*/ 260 h 386"/>
                  <a:gd name="T60" fmla="*/ 226 w 388"/>
                  <a:gd name="T61" fmla="*/ 223 h 386"/>
                  <a:gd name="T62" fmla="*/ 200 w 388"/>
                  <a:gd name="T63" fmla="*/ 244 h 386"/>
                  <a:gd name="T64" fmla="*/ 192 w 388"/>
                  <a:gd name="T65" fmla="*/ 245 h 386"/>
                  <a:gd name="T66" fmla="*/ 181 w 388"/>
                  <a:gd name="T67" fmla="*/ 244 h 386"/>
                  <a:gd name="T68" fmla="*/ 160 w 388"/>
                  <a:gd name="T69" fmla="*/ 237 h 386"/>
                  <a:gd name="T70" fmla="*/ 177 w 388"/>
                  <a:gd name="T71" fmla="*/ 228 h 386"/>
                  <a:gd name="T72" fmla="*/ 192 w 388"/>
                  <a:gd name="T73" fmla="*/ 200 h 386"/>
                  <a:gd name="T74" fmla="*/ 166 w 388"/>
                  <a:gd name="T75" fmla="*/ 181 h 386"/>
                  <a:gd name="T76" fmla="*/ 171 w 388"/>
                  <a:gd name="T77" fmla="*/ 152 h 386"/>
                  <a:gd name="T78" fmla="*/ 192 w 388"/>
                  <a:gd name="T79" fmla="*/ 129 h 386"/>
                  <a:gd name="T80" fmla="*/ 200 w 388"/>
                  <a:gd name="T81" fmla="*/ 141 h 386"/>
                  <a:gd name="T82" fmla="*/ 221 w 388"/>
                  <a:gd name="T83" fmla="*/ 158 h 386"/>
                  <a:gd name="T84" fmla="*/ 200 w 388"/>
                  <a:gd name="T85" fmla="*/ 181 h 386"/>
                  <a:gd name="T86" fmla="*/ 225 w 388"/>
                  <a:gd name="T87" fmla="*/ 200 h 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88" h="386">
                    <a:moveTo>
                      <a:pt x="137" y="47"/>
                    </a:moveTo>
                    <a:cubicBezTo>
                      <a:pt x="129" y="50"/>
                      <a:pt x="122" y="54"/>
                      <a:pt x="114" y="58"/>
                    </a:cubicBezTo>
                    <a:cubicBezTo>
                      <a:pt x="114" y="57"/>
                      <a:pt x="114" y="57"/>
                      <a:pt x="114" y="57"/>
                    </a:cubicBezTo>
                    <a:cubicBezTo>
                      <a:pt x="84" y="33"/>
                      <a:pt x="84" y="33"/>
                      <a:pt x="84" y="33"/>
                    </a:cubicBezTo>
                    <a:cubicBezTo>
                      <a:pt x="55" y="58"/>
                      <a:pt x="55" y="58"/>
                      <a:pt x="55" y="58"/>
                    </a:cubicBezTo>
                    <a:cubicBezTo>
                      <a:pt x="74" y="92"/>
                      <a:pt x="74" y="92"/>
                      <a:pt x="74" y="92"/>
                    </a:cubicBezTo>
                    <a:cubicBezTo>
                      <a:pt x="68" y="99"/>
                      <a:pt x="63" y="106"/>
                      <a:pt x="59" y="113"/>
                    </a:cubicBezTo>
                    <a:cubicBezTo>
                      <a:pt x="58" y="113"/>
                      <a:pt x="58" y="113"/>
                      <a:pt x="58" y="113"/>
                    </a:cubicBezTo>
                    <a:cubicBezTo>
                      <a:pt x="21" y="105"/>
                      <a:pt x="21" y="105"/>
                      <a:pt x="21" y="105"/>
                    </a:cubicBezTo>
                    <a:cubicBezTo>
                      <a:pt x="7" y="142"/>
                      <a:pt x="7" y="142"/>
                      <a:pt x="7" y="142"/>
                    </a:cubicBezTo>
                    <a:cubicBezTo>
                      <a:pt x="40" y="163"/>
                      <a:pt x="40" y="163"/>
                      <a:pt x="40" y="163"/>
                    </a:cubicBezTo>
                    <a:cubicBezTo>
                      <a:pt x="39" y="171"/>
                      <a:pt x="38" y="179"/>
                      <a:pt x="37" y="188"/>
                    </a:cubicBezTo>
                    <a:cubicBezTo>
                      <a:pt x="37" y="188"/>
                      <a:pt x="37" y="188"/>
                      <a:pt x="37" y="188"/>
                    </a:cubicBezTo>
                    <a:cubicBezTo>
                      <a:pt x="0" y="199"/>
                      <a:pt x="0" y="199"/>
                      <a:pt x="0" y="199"/>
                    </a:cubicBezTo>
                    <a:cubicBezTo>
                      <a:pt x="6" y="238"/>
                      <a:pt x="6" y="238"/>
                      <a:pt x="6" y="238"/>
                    </a:cubicBezTo>
                    <a:cubicBezTo>
                      <a:pt x="45" y="240"/>
                      <a:pt x="45" y="240"/>
                      <a:pt x="45" y="240"/>
                    </a:cubicBezTo>
                    <a:cubicBezTo>
                      <a:pt x="47" y="248"/>
                      <a:pt x="48" y="253"/>
                      <a:pt x="55" y="264"/>
                    </a:cubicBezTo>
                    <a:cubicBezTo>
                      <a:pt x="54" y="265"/>
                      <a:pt x="54" y="265"/>
                      <a:pt x="54" y="265"/>
                    </a:cubicBezTo>
                    <a:cubicBezTo>
                      <a:pt x="28" y="291"/>
                      <a:pt x="28" y="291"/>
                      <a:pt x="28" y="291"/>
                    </a:cubicBezTo>
                    <a:cubicBezTo>
                      <a:pt x="52" y="323"/>
                      <a:pt x="52" y="323"/>
                      <a:pt x="52" y="323"/>
                    </a:cubicBezTo>
                    <a:cubicBezTo>
                      <a:pt x="86" y="306"/>
                      <a:pt x="86" y="306"/>
                      <a:pt x="86" y="306"/>
                    </a:cubicBezTo>
                    <a:cubicBezTo>
                      <a:pt x="94" y="314"/>
                      <a:pt x="103" y="321"/>
                      <a:pt x="112" y="326"/>
                    </a:cubicBezTo>
                    <a:cubicBezTo>
                      <a:pt x="112" y="327"/>
                      <a:pt x="112" y="327"/>
                      <a:pt x="112" y="327"/>
                    </a:cubicBezTo>
                    <a:cubicBezTo>
                      <a:pt x="104" y="364"/>
                      <a:pt x="104" y="364"/>
                      <a:pt x="104" y="364"/>
                    </a:cubicBezTo>
                    <a:cubicBezTo>
                      <a:pt x="140" y="379"/>
                      <a:pt x="140" y="379"/>
                      <a:pt x="140" y="379"/>
                    </a:cubicBezTo>
                    <a:cubicBezTo>
                      <a:pt x="162" y="346"/>
                      <a:pt x="162" y="346"/>
                      <a:pt x="162" y="346"/>
                    </a:cubicBezTo>
                    <a:cubicBezTo>
                      <a:pt x="174" y="349"/>
                      <a:pt x="187" y="350"/>
                      <a:pt x="199" y="349"/>
                    </a:cubicBezTo>
                    <a:cubicBezTo>
                      <a:pt x="200" y="350"/>
                      <a:pt x="200" y="350"/>
                      <a:pt x="200" y="350"/>
                    </a:cubicBezTo>
                    <a:cubicBezTo>
                      <a:pt x="214" y="386"/>
                      <a:pt x="214" y="386"/>
                      <a:pt x="214" y="386"/>
                    </a:cubicBezTo>
                    <a:cubicBezTo>
                      <a:pt x="252" y="378"/>
                      <a:pt x="252" y="378"/>
                      <a:pt x="252" y="378"/>
                    </a:cubicBezTo>
                    <a:cubicBezTo>
                      <a:pt x="252" y="338"/>
                      <a:pt x="252" y="338"/>
                      <a:pt x="252" y="338"/>
                    </a:cubicBezTo>
                    <a:cubicBezTo>
                      <a:pt x="252" y="338"/>
                      <a:pt x="252" y="338"/>
                      <a:pt x="252" y="338"/>
                    </a:cubicBezTo>
                    <a:cubicBezTo>
                      <a:pt x="259" y="335"/>
                      <a:pt x="267" y="332"/>
                      <a:pt x="274" y="327"/>
                    </a:cubicBezTo>
                    <a:cubicBezTo>
                      <a:pt x="275" y="328"/>
                      <a:pt x="275" y="328"/>
                      <a:pt x="275" y="328"/>
                    </a:cubicBezTo>
                    <a:cubicBezTo>
                      <a:pt x="304" y="352"/>
                      <a:pt x="304" y="352"/>
                      <a:pt x="304" y="352"/>
                    </a:cubicBezTo>
                    <a:cubicBezTo>
                      <a:pt x="334" y="327"/>
                      <a:pt x="334" y="327"/>
                      <a:pt x="334" y="327"/>
                    </a:cubicBezTo>
                    <a:cubicBezTo>
                      <a:pt x="315" y="293"/>
                      <a:pt x="315" y="293"/>
                      <a:pt x="315" y="293"/>
                    </a:cubicBezTo>
                    <a:cubicBezTo>
                      <a:pt x="314" y="293"/>
                      <a:pt x="314" y="293"/>
                      <a:pt x="314" y="293"/>
                    </a:cubicBezTo>
                    <a:cubicBezTo>
                      <a:pt x="320" y="286"/>
                      <a:pt x="325" y="279"/>
                      <a:pt x="329" y="272"/>
                    </a:cubicBezTo>
                    <a:cubicBezTo>
                      <a:pt x="330" y="273"/>
                      <a:pt x="330" y="273"/>
                      <a:pt x="330" y="273"/>
                    </a:cubicBezTo>
                    <a:cubicBezTo>
                      <a:pt x="367" y="280"/>
                      <a:pt x="367" y="280"/>
                      <a:pt x="367" y="280"/>
                    </a:cubicBezTo>
                    <a:cubicBezTo>
                      <a:pt x="381" y="243"/>
                      <a:pt x="381" y="243"/>
                      <a:pt x="381" y="243"/>
                    </a:cubicBezTo>
                    <a:cubicBezTo>
                      <a:pt x="348" y="223"/>
                      <a:pt x="348" y="223"/>
                      <a:pt x="348" y="223"/>
                    </a:cubicBezTo>
                    <a:cubicBezTo>
                      <a:pt x="348" y="223"/>
                      <a:pt x="348" y="223"/>
                      <a:pt x="348" y="223"/>
                    </a:cubicBezTo>
                    <a:cubicBezTo>
                      <a:pt x="349" y="214"/>
                      <a:pt x="350" y="206"/>
                      <a:pt x="350" y="198"/>
                    </a:cubicBezTo>
                    <a:cubicBezTo>
                      <a:pt x="352" y="198"/>
                      <a:pt x="352" y="198"/>
                      <a:pt x="352" y="198"/>
                    </a:cubicBezTo>
                    <a:cubicBezTo>
                      <a:pt x="388" y="186"/>
                      <a:pt x="388" y="186"/>
                      <a:pt x="388" y="186"/>
                    </a:cubicBezTo>
                    <a:cubicBezTo>
                      <a:pt x="383" y="147"/>
                      <a:pt x="383" y="147"/>
                      <a:pt x="383" y="147"/>
                    </a:cubicBezTo>
                    <a:cubicBezTo>
                      <a:pt x="343" y="145"/>
                      <a:pt x="343" y="145"/>
                      <a:pt x="343" y="145"/>
                    </a:cubicBezTo>
                    <a:cubicBezTo>
                      <a:pt x="341" y="143"/>
                      <a:pt x="341" y="143"/>
                      <a:pt x="341" y="143"/>
                    </a:cubicBezTo>
                    <a:cubicBezTo>
                      <a:pt x="339" y="135"/>
                      <a:pt x="337" y="129"/>
                      <a:pt x="330" y="118"/>
                    </a:cubicBezTo>
                    <a:cubicBezTo>
                      <a:pt x="331" y="117"/>
                      <a:pt x="331" y="117"/>
                      <a:pt x="331" y="117"/>
                    </a:cubicBezTo>
                    <a:cubicBezTo>
                      <a:pt x="357" y="96"/>
                      <a:pt x="357" y="96"/>
                      <a:pt x="357" y="96"/>
                    </a:cubicBezTo>
                    <a:cubicBezTo>
                      <a:pt x="334" y="65"/>
                      <a:pt x="334" y="65"/>
                      <a:pt x="334" y="65"/>
                    </a:cubicBezTo>
                    <a:cubicBezTo>
                      <a:pt x="300" y="81"/>
                      <a:pt x="300" y="81"/>
                      <a:pt x="300" y="81"/>
                    </a:cubicBezTo>
                    <a:cubicBezTo>
                      <a:pt x="301" y="80"/>
                      <a:pt x="301" y="80"/>
                      <a:pt x="301" y="80"/>
                    </a:cubicBezTo>
                    <a:cubicBezTo>
                      <a:pt x="293" y="73"/>
                      <a:pt x="285" y="65"/>
                      <a:pt x="276" y="60"/>
                    </a:cubicBezTo>
                    <a:cubicBezTo>
                      <a:pt x="276" y="58"/>
                      <a:pt x="276" y="58"/>
                      <a:pt x="276" y="58"/>
                    </a:cubicBezTo>
                    <a:cubicBezTo>
                      <a:pt x="284" y="21"/>
                      <a:pt x="284" y="21"/>
                      <a:pt x="284" y="21"/>
                    </a:cubicBezTo>
                    <a:cubicBezTo>
                      <a:pt x="248" y="6"/>
                      <a:pt x="248" y="6"/>
                      <a:pt x="248" y="6"/>
                    </a:cubicBezTo>
                    <a:cubicBezTo>
                      <a:pt x="227" y="39"/>
                      <a:pt x="227" y="39"/>
                      <a:pt x="227" y="39"/>
                    </a:cubicBezTo>
                    <a:cubicBezTo>
                      <a:pt x="227" y="40"/>
                      <a:pt x="227" y="40"/>
                      <a:pt x="227" y="40"/>
                    </a:cubicBezTo>
                    <a:cubicBezTo>
                      <a:pt x="214" y="37"/>
                      <a:pt x="202" y="36"/>
                      <a:pt x="189" y="36"/>
                    </a:cubicBezTo>
                    <a:cubicBezTo>
                      <a:pt x="189" y="35"/>
                      <a:pt x="189" y="35"/>
                      <a:pt x="189" y="35"/>
                    </a:cubicBezTo>
                    <a:cubicBezTo>
                      <a:pt x="175" y="0"/>
                      <a:pt x="175" y="0"/>
                      <a:pt x="175" y="0"/>
                    </a:cubicBezTo>
                    <a:cubicBezTo>
                      <a:pt x="136" y="8"/>
                      <a:pt x="136" y="8"/>
                      <a:pt x="136" y="8"/>
                    </a:cubicBezTo>
                    <a:cubicBezTo>
                      <a:pt x="137" y="47"/>
                      <a:pt x="137" y="47"/>
                      <a:pt x="137" y="47"/>
                    </a:cubicBezTo>
                    <a:close/>
                    <a:moveTo>
                      <a:pt x="298" y="115"/>
                    </a:moveTo>
                    <a:cubicBezTo>
                      <a:pt x="341" y="173"/>
                      <a:pt x="329" y="254"/>
                      <a:pt x="271" y="297"/>
                    </a:cubicBezTo>
                    <a:cubicBezTo>
                      <a:pt x="214" y="340"/>
                      <a:pt x="132" y="328"/>
                      <a:pt x="90" y="270"/>
                    </a:cubicBezTo>
                    <a:cubicBezTo>
                      <a:pt x="47" y="213"/>
                      <a:pt x="59" y="131"/>
                      <a:pt x="116" y="89"/>
                    </a:cubicBezTo>
                    <a:cubicBezTo>
                      <a:pt x="174" y="46"/>
                      <a:pt x="255" y="58"/>
                      <a:pt x="298" y="115"/>
                    </a:cubicBezTo>
                    <a:close/>
                    <a:moveTo>
                      <a:pt x="185" y="155"/>
                    </a:moveTo>
                    <a:cubicBezTo>
                      <a:pt x="187" y="154"/>
                      <a:pt x="188" y="153"/>
                      <a:pt x="192" y="153"/>
                    </a:cubicBezTo>
                    <a:cubicBezTo>
                      <a:pt x="192" y="177"/>
                      <a:pt x="192" y="177"/>
                      <a:pt x="192" y="177"/>
                    </a:cubicBezTo>
                    <a:cubicBezTo>
                      <a:pt x="188" y="176"/>
                      <a:pt x="186" y="174"/>
                      <a:pt x="184" y="172"/>
                    </a:cubicBezTo>
                    <a:cubicBezTo>
                      <a:pt x="183" y="170"/>
                      <a:pt x="181" y="168"/>
                      <a:pt x="181" y="165"/>
                    </a:cubicBezTo>
                    <a:cubicBezTo>
                      <a:pt x="181" y="162"/>
                      <a:pt x="182" y="160"/>
                      <a:pt x="182" y="159"/>
                    </a:cubicBezTo>
                    <a:cubicBezTo>
                      <a:pt x="183" y="157"/>
                      <a:pt x="184" y="156"/>
                      <a:pt x="185" y="155"/>
                    </a:cubicBezTo>
                    <a:close/>
                    <a:moveTo>
                      <a:pt x="207" y="209"/>
                    </a:moveTo>
                    <a:cubicBezTo>
                      <a:pt x="209" y="211"/>
                      <a:pt x="210" y="213"/>
                      <a:pt x="210" y="216"/>
                    </a:cubicBezTo>
                    <a:cubicBezTo>
                      <a:pt x="210" y="220"/>
                      <a:pt x="210" y="223"/>
                      <a:pt x="209" y="225"/>
                    </a:cubicBezTo>
                    <a:cubicBezTo>
                      <a:pt x="208" y="228"/>
                      <a:pt x="207" y="229"/>
                      <a:pt x="205" y="230"/>
                    </a:cubicBezTo>
                    <a:cubicBezTo>
                      <a:pt x="205" y="230"/>
                      <a:pt x="204" y="230"/>
                      <a:pt x="203" y="231"/>
                    </a:cubicBezTo>
                    <a:cubicBezTo>
                      <a:pt x="202" y="231"/>
                      <a:pt x="200" y="231"/>
                      <a:pt x="200" y="231"/>
                    </a:cubicBezTo>
                    <a:cubicBezTo>
                      <a:pt x="200" y="204"/>
                      <a:pt x="200" y="204"/>
                      <a:pt x="200" y="204"/>
                    </a:cubicBezTo>
                    <a:cubicBezTo>
                      <a:pt x="204" y="205"/>
                      <a:pt x="206" y="207"/>
                      <a:pt x="207" y="209"/>
                    </a:cubicBezTo>
                    <a:close/>
                    <a:moveTo>
                      <a:pt x="285" y="125"/>
                    </a:moveTo>
                    <a:cubicBezTo>
                      <a:pt x="248" y="75"/>
                      <a:pt x="177" y="64"/>
                      <a:pt x="126" y="102"/>
                    </a:cubicBezTo>
                    <a:cubicBezTo>
                      <a:pt x="76" y="139"/>
                      <a:pt x="66" y="210"/>
                      <a:pt x="103" y="260"/>
                    </a:cubicBezTo>
                    <a:cubicBezTo>
                      <a:pt x="141" y="311"/>
                      <a:pt x="212" y="321"/>
                      <a:pt x="262" y="284"/>
                    </a:cubicBezTo>
                    <a:cubicBezTo>
                      <a:pt x="312" y="246"/>
                      <a:pt x="323" y="175"/>
                      <a:pt x="285" y="125"/>
                    </a:cubicBezTo>
                    <a:close/>
                    <a:moveTo>
                      <a:pt x="226" y="223"/>
                    </a:moveTo>
                    <a:cubicBezTo>
                      <a:pt x="225" y="226"/>
                      <a:pt x="223" y="229"/>
                      <a:pt x="220" y="232"/>
                    </a:cubicBezTo>
                    <a:cubicBezTo>
                      <a:pt x="218" y="235"/>
                      <a:pt x="215" y="237"/>
                      <a:pt x="212" y="239"/>
                    </a:cubicBezTo>
                    <a:cubicBezTo>
                      <a:pt x="208" y="241"/>
                      <a:pt x="204" y="243"/>
                      <a:pt x="200" y="244"/>
                    </a:cubicBezTo>
                    <a:cubicBezTo>
                      <a:pt x="200" y="257"/>
                      <a:pt x="200" y="257"/>
                      <a:pt x="200" y="257"/>
                    </a:cubicBezTo>
                    <a:cubicBezTo>
                      <a:pt x="192" y="257"/>
                      <a:pt x="192" y="257"/>
                      <a:pt x="192" y="257"/>
                    </a:cubicBezTo>
                    <a:cubicBezTo>
                      <a:pt x="192" y="245"/>
                      <a:pt x="192" y="245"/>
                      <a:pt x="192" y="245"/>
                    </a:cubicBezTo>
                    <a:cubicBezTo>
                      <a:pt x="192" y="245"/>
                      <a:pt x="191" y="245"/>
                      <a:pt x="191" y="245"/>
                    </a:cubicBezTo>
                    <a:cubicBezTo>
                      <a:pt x="191" y="245"/>
                      <a:pt x="190" y="245"/>
                      <a:pt x="190" y="245"/>
                    </a:cubicBezTo>
                    <a:cubicBezTo>
                      <a:pt x="187" y="245"/>
                      <a:pt x="184" y="245"/>
                      <a:pt x="181" y="244"/>
                    </a:cubicBezTo>
                    <a:cubicBezTo>
                      <a:pt x="178" y="244"/>
                      <a:pt x="176" y="243"/>
                      <a:pt x="174" y="243"/>
                    </a:cubicBezTo>
                    <a:cubicBezTo>
                      <a:pt x="171" y="242"/>
                      <a:pt x="169" y="241"/>
                      <a:pt x="167" y="241"/>
                    </a:cubicBezTo>
                    <a:cubicBezTo>
                      <a:pt x="165" y="240"/>
                      <a:pt x="163" y="239"/>
                      <a:pt x="160" y="237"/>
                    </a:cubicBezTo>
                    <a:cubicBezTo>
                      <a:pt x="165" y="222"/>
                      <a:pt x="165" y="222"/>
                      <a:pt x="165" y="222"/>
                    </a:cubicBezTo>
                    <a:cubicBezTo>
                      <a:pt x="167" y="223"/>
                      <a:pt x="168" y="224"/>
                      <a:pt x="170" y="225"/>
                    </a:cubicBezTo>
                    <a:cubicBezTo>
                      <a:pt x="172" y="226"/>
                      <a:pt x="175" y="227"/>
                      <a:pt x="177" y="228"/>
                    </a:cubicBezTo>
                    <a:cubicBezTo>
                      <a:pt x="179" y="229"/>
                      <a:pt x="182" y="230"/>
                      <a:pt x="185" y="231"/>
                    </a:cubicBezTo>
                    <a:cubicBezTo>
                      <a:pt x="187" y="231"/>
                      <a:pt x="188" y="232"/>
                      <a:pt x="192" y="232"/>
                    </a:cubicBezTo>
                    <a:cubicBezTo>
                      <a:pt x="192" y="200"/>
                      <a:pt x="192" y="200"/>
                      <a:pt x="192" y="200"/>
                    </a:cubicBezTo>
                    <a:cubicBezTo>
                      <a:pt x="188" y="199"/>
                      <a:pt x="185" y="197"/>
                      <a:pt x="182" y="196"/>
                    </a:cubicBezTo>
                    <a:cubicBezTo>
                      <a:pt x="179" y="194"/>
                      <a:pt x="176" y="192"/>
                      <a:pt x="173" y="190"/>
                    </a:cubicBezTo>
                    <a:cubicBezTo>
                      <a:pt x="170" y="188"/>
                      <a:pt x="168" y="185"/>
                      <a:pt x="166" y="181"/>
                    </a:cubicBezTo>
                    <a:cubicBezTo>
                      <a:pt x="165" y="178"/>
                      <a:pt x="164" y="173"/>
                      <a:pt x="164" y="168"/>
                    </a:cubicBezTo>
                    <a:cubicBezTo>
                      <a:pt x="164" y="165"/>
                      <a:pt x="165" y="163"/>
                      <a:pt x="166" y="160"/>
                    </a:cubicBezTo>
                    <a:cubicBezTo>
                      <a:pt x="167" y="157"/>
                      <a:pt x="169" y="154"/>
                      <a:pt x="171" y="152"/>
                    </a:cubicBezTo>
                    <a:cubicBezTo>
                      <a:pt x="173" y="149"/>
                      <a:pt x="177" y="147"/>
                      <a:pt x="180" y="145"/>
                    </a:cubicBezTo>
                    <a:cubicBezTo>
                      <a:pt x="183" y="143"/>
                      <a:pt x="188" y="142"/>
                      <a:pt x="192" y="141"/>
                    </a:cubicBezTo>
                    <a:cubicBezTo>
                      <a:pt x="192" y="129"/>
                      <a:pt x="192" y="129"/>
                      <a:pt x="192" y="129"/>
                    </a:cubicBezTo>
                    <a:cubicBezTo>
                      <a:pt x="200" y="129"/>
                      <a:pt x="200" y="129"/>
                      <a:pt x="200" y="129"/>
                    </a:cubicBezTo>
                    <a:cubicBezTo>
                      <a:pt x="200" y="141"/>
                      <a:pt x="200" y="141"/>
                      <a:pt x="200" y="141"/>
                    </a:cubicBezTo>
                    <a:cubicBezTo>
                      <a:pt x="200" y="141"/>
                      <a:pt x="200" y="141"/>
                      <a:pt x="200" y="141"/>
                    </a:cubicBezTo>
                    <a:cubicBezTo>
                      <a:pt x="204" y="141"/>
                      <a:pt x="208" y="141"/>
                      <a:pt x="212" y="141"/>
                    </a:cubicBezTo>
                    <a:cubicBezTo>
                      <a:pt x="216" y="142"/>
                      <a:pt x="220" y="142"/>
                      <a:pt x="224" y="143"/>
                    </a:cubicBezTo>
                    <a:cubicBezTo>
                      <a:pt x="221" y="158"/>
                      <a:pt x="221" y="158"/>
                      <a:pt x="221" y="158"/>
                    </a:cubicBezTo>
                    <a:cubicBezTo>
                      <a:pt x="217" y="157"/>
                      <a:pt x="214" y="155"/>
                      <a:pt x="210" y="154"/>
                    </a:cubicBezTo>
                    <a:cubicBezTo>
                      <a:pt x="207" y="154"/>
                      <a:pt x="204" y="153"/>
                      <a:pt x="200" y="153"/>
                    </a:cubicBezTo>
                    <a:cubicBezTo>
                      <a:pt x="200" y="181"/>
                      <a:pt x="200" y="181"/>
                      <a:pt x="200" y="181"/>
                    </a:cubicBezTo>
                    <a:cubicBezTo>
                      <a:pt x="204" y="182"/>
                      <a:pt x="206" y="184"/>
                      <a:pt x="210" y="185"/>
                    </a:cubicBezTo>
                    <a:cubicBezTo>
                      <a:pt x="213" y="187"/>
                      <a:pt x="216" y="189"/>
                      <a:pt x="219" y="191"/>
                    </a:cubicBezTo>
                    <a:cubicBezTo>
                      <a:pt x="222" y="193"/>
                      <a:pt x="224" y="196"/>
                      <a:pt x="225" y="200"/>
                    </a:cubicBezTo>
                    <a:cubicBezTo>
                      <a:pt x="227" y="204"/>
                      <a:pt x="228" y="208"/>
                      <a:pt x="228" y="213"/>
                    </a:cubicBezTo>
                    <a:cubicBezTo>
                      <a:pt x="228" y="217"/>
                      <a:pt x="227" y="220"/>
                      <a:pt x="226" y="223"/>
                    </a:cubicBez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3" name="i$líḓé" descr="5a0e406f-40ae-4702-9817-c89db325e0be">
                <a:extLst>
                  <a:ext uri="{FF2B5EF4-FFF2-40B4-BE49-F238E27FC236}">
                    <a16:creationId xmlns:a16="http://schemas.microsoft.com/office/drawing/2014/main" id="{5BC89E33-4C30-4741-8246-CF5C23DF4F30}"/>
                  </a:ext>
                </a:extLst>
              </p:cNvPr>
              <p:cNvSpPr/>
              <p:nvPr/>
            </p:nvSpPr>
            <p:spPr bwMode="auto">
              <a:xfrm>
                <a:off x="6272100" y="3353778"/>
                <a:ext cx="376911" cy="380001"/>
              </a:xfrm>
              <a:custGeom>
                <a:avLst/>
                <a:gdLst>
                  <a:gd name="T0" fmla="*/ 42 w 206"/>
                  <a:gd name="T1" fmla="*/ 104 h 208"/>
                  <a:gd name="T2" fmla="*/ 126 w 206"/>
                  <a:gd name="T3" fmla="*/ 23 h 208"/>
                  <a:gd name="T4" fmla="*/ 153 w 206"/>
                  <a:gd name="T5" fmla="*/ 34 h 208"/>
                  <a:gd name="T6" fmla="*/ 168 w 206"/>
                  <a:gd name="T7" fmla="*/ 48 h 208"/>
                  <a:gd name="T8" fmla="*/ 183 w 206"/>
                  <a:gd name="T9" fmla="*/ 73 h 208"/>
                  <a:gd name="T10" fmla="*/ 186 w 206"/>
                  <a:gd name="T11" fmla="*/ 90 h 208"/>
                  <a:gd name="T12" fmla="*/ 188 w 206"/>
                  <a:gd name="T13" fmla="*/ 116 h 208"/>
                  <a:gd name="T14" fmla="*/ 184 w 206"/>
                  <a:gd name="T15" fmla="*/ 132 h 208"/>
                  <a:gd name="T16" fmla="*/ 171 w 206"/>
                  <a:gd name="T17" fmla="*/ 157 h 208"/>
                  <a:gd name="T18" fmla="*/ 161 w 206"/>
                  <a:gd name="T19" fmla="*/ 166 h 208"/>
                  <a:gd name="T20" fmla="*/ 137 w 206"/>
                  <a:gd name="T21" fmla="*/ 182 h 208"/>
                  <a:gd name="T22" fmla="*/ 124 w 206"/>
                  <a:gd name="T23" fmla="*/ 186 h 208"/>
                  <a:gd name="T24" fmla="*/ 95 w 206"/>
                  <a:gd name="T25" fmla="*/ 189 h 208"/>
                  <a:gd name="T26" fmla="*/ 82 w 206"/>
                  <a:gd name="T27" fmla="*/ 185 h 208"/>
                  <a:gd name="T28" fmla="*/ 56 w 206"/>
                  <a:gd name="T29" fmla="*/ 174 h 208"/>
                  <a:gd name="T30" fmla="*/ 21 w 206"/>
                  <a:gd name="T31" fmla="*/ 167 h 208"/>
                  <a:gd name="T32" fmla="*/ 26 w 206"/>
                  <a:gd name="T33" fmla="*/ 136 h 208"/>
                  <a:gd name="T34" fmla="*/ 0 w 206"/>
                  <a:gd name="T35" fmla="*/ 93 h 208"/>
                  <a:gd name="T36" fmla="*/ 24 w 206"/>
                  <a:gd name="T37" fmla="*/ 77 h 208"/>
                  <a:gd name="T38" fmla="*/ 38 w 206"/>
                  <a:gd name="T39" fmla="*/ 51 h 208"/>
                  <a:gd name="T40" fmla="*/ 40 w 206"/>
                  <a:gd name="T41" fmla="*/ 22 h 208"/>
                  <a:gd name="T42" fmla="*/ 72 w 206"/>
                  <a:gd name="T43" fmla="*/ 26 h 208"/>
                  <a:gd name="T44" fmla="*/ 108 w 206"/>
                  <a:gd name="T45" fmla="*/ 0 h 208"/>
                  <a:gd name="T46" fmla="*/ 126 w 206"/>
                  <a:gd name="T47" fmla="*/ 23 h 208"/>
                  <a:gd name="T48" fmla="*/ 104 w 206"/>
                  <a:gd name="T49" fmla="*/ 174 h 208"/>
                  <a:gd name="T50" fmla="*/ 121 w 206"/>
                  <a:gd name="T51" fmla="*/ 108 h 208"/>
                  <a:gd name="T52" fmla="*/ 106 w 206"/>
                  <a:gd name="T53" fmla="*/ 97 h 208"/>
                  <a:gd name="T54" fmla="*/ 118 w 206"/>
                  <a:gd name="T55" fmla="*/ 84 h 208"/>
                  <a:gd name="T56" fmla="*/ 106 w 206"/>
                  <a:gd name="T57" fmla="*/ 74 h 208"/>
                  <a:gd name="T58" fmla="*/ 101 w 206"/>
                  <a:gd name="T59" fmla="*/ 68 h 208"/>
                  <a:gd name="T60" fmla="*/ 90 w 206"/>
                  <a:gd name="T61" fmla="*/ 80 h 208"/>
                  <a:gd name="T62" fmla="*/ 87 w 206"/>
                  <a:gd name="T63" fmla="*/ 97 h 208"/>
                  <a:gd name="T64" fmla="*/ 101 w 206"/>
                  <a:gd name="T65" fmla="*/ 108 h 208"/>
                  <a:gd name="T66" fmla="*/ 93 w 206"/>
                  <a:gd name="T67" fmla="*/ 125 h 208"/>
                  <a:gd name="T68" fmla="*/ 83 w 206"/>
                  <a:gd name="T69" fmla="*/ 130 h 208"/>
                  <a:gd name="T70" fmla="*/ 95 w 206"/>
                  <a:gd name="T71" fmla="*/ 134 h 208"/>
                  <a:gd name="T72" fmla="*/ 101 w 206"/>
                  <a:gd name="T73" fmla="*/ 134 h 208"/>
                  <a:gd name="T74" fmla="*/ 106 w 206"/>
                  <a:gd name="T75" fmla="*/ 134 h 208"/>
                  <a:gd name="T76" fmla="*/ 121 w 206"/>
                  <a:gd name="T77" fmla="*/ 122 h 208"/>
                  <a:gd name="T78" fmla="*/ 96 w 206"/>
                  <a:gd name="T79" fmla="*/ 84 h 208"/>
                  <a:gd name="T80" fmla="*/ 101 w 206"/>
                  <a:gd name="T81" fmla="*/ 95 h 208"/>
                  <a:gd name="T82" fmla="*/ 96 w 206"/>
                  <a:gd name="T83" fmla="*/ 84 h 208"/>
                  <a:gd name="T84" fmla="*/ 108 w 206"/>
                  <a:gd name="T85" fmla="*/ 126 h 208"/>
                  <a:gd name="T86" fmla="*/ 111 w 206"/>
                  <a:gd name="T87" fmla="*/ 1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06" h="208">
                    <a:moveTo>
                      <a:pt x="164" y="104"/>
                    </a:moveTo>
                    <a:cubicBezTo>
                      <a:pt x="164" y="138"/>
                      <a:pt x="137" y="165"/>
                      <a:pt x="103" y="165"/>
                    </a:cubicBezTo>
                    <a:cubicBezTo>
                      <a:pt x="69" y="165"/>
                      <a:pt x="42" y="138"/>
                      <a:pt x="42" y="104"/>
                    </a:cubicBezTo>
                    <a:cubicBezTo>
                      <a:pt x="42" y="70"/>
                      <a:pt x="69" y="43"/>
                      <a:pt x="103" y="43"/>
                    </a:cubicBezTo>
                    <a:cubicBezTo>
                      <a:pt x="137" y="43"/>
                      <a:pt x="164" y="70"/>
                      <a:pt x="164" y="104"/>
                    </a:cubicBezTo>
                    <a:close/>
                    <a:moveTo>
                      <a:pt x="126" y="23"/>
                    </a:moveTo>
                    <a:cubicBezTo>
                      <a:pt x="139" y="6"/>
                      <a:pt x="139" y="6"/>
                      <a:pt x="139" y="6"/>
                    </a:cubicBezTo>
                    <a:cubicBezTo>
                      <a:pt x="158" y="15"/>
                      <a:pt x="158" y="15"/>
                      <a:pt x="158" y="15"/>
                    </a:cubicBezTo>
                    <a:cubicBezTo>
                      <a:pt x="153" y="34"/>
                      <a:pt x="153" y="34"/>
                      <a:pt x="153" y="34"/>
                    </a:cubicBezTo>
                    <a:cubicBezTo>
                      <a:pt x="152" y="35"/>
                      <a:pt x="152" y="35"/>
                      <a:pt x="152" y="35"/>
                    </a:cubicBezTo>
                    <a:cubicBezTo>
                      <a:pt x="158" y="39"/>
                      <a:pt x="163" y="43"/>
                      <a:pt x="167" y="49"/>
                    </a:cubicBezTo>
                    <a:cubicBezTo>
                      <a:pt x="168" y="48"/>
                      <a:pt x="168" y="48"/>
                      <a:pt x="168" y="48"/>
                    </a:cubicBezTo>
                    <a:cubicBezTo>
                      <a:pt x="187" y="41"/>
                      <a:pt x="187" y="41"/>
                      <a:pt x="187" y="41"/>
                    </a:cubicBezTo>
                    <a:cubicBezTo>
                      <a:pt x="198" y="59"/>
                      <a:pt x="198" y="59"/>
                      <a:pt x="198" y="59"/>
                    </a:cubicBezTo>
                    <a:cubicBezTo>
                      <a:pt x="183" y="73"/>
                      <a:pt x="183" y="73"/>
                      <a:pt x="183" y="73"/>
                    </a:cubicBezTo>
                    <a:cubicBezTo>
                      <a:pt x="182" y="73"/>
                      <a:pt x="182" y="73"/>
                      <a:pt x="182" y="73"/>
                    </a:cubicBezTo>
                    <a:cubicBezTo>
                      <a:pt x="184" y="78"/>
                      <a:pt x="185" y="84"/>
                      <a:pt x="186" y="90"/>
                    </a:cubicBezTo>
                    <a:cubicBezTo>
                      <a:pt x="186" y="90"/>
                      <a:pt x="186" y="90"/>
                      <a:pt x="186" y="90"/>
                    </a:cubicBezTo>
                    <a:cubicBezTo>
                      <a:pt x="206" y="94"/>
                      <a:pt x="206" y="94"/>
                      <a:pt x="206" y="94"/>
                    </a:cubicBezTo>
                    <a:cubicBezTo>
                      <a:pt x="206" y="115"/>
                      <a:pt x="206" y="115"/>
                      <a:pt x="206" y="115"/>
                    </a:cubicBezTo>
                    <a:cubicBezTo>
                      <a:pt x="188" y="116"/>
                      <a:pt x="188" y="116"/>
                      <a:pt x="188" y="116"/>
                    </a:cubicBezTo>
                    <a:cubicBezTo>
                      <a:pt x="187" y="116"/>
                      <a:pt x="187" y="116"/>
                      <a:pt x="187" y="116"/>
                    </a:cubicBezTo>
                    <a:cubicBezTo>
                      <a:pt x="186" y="122"/>
                      <a:pt x="185" y="126"/>
                      <a:pt x="184" y="130"/>
                    </a:cubicBezTo>
                    <a:cubicBezTo>
                      <a:pt x="184" y="132"/>
                      <a:pt x="184" y="132"/>
                      <a:pt x="184" y="132"/>
                    </a:cubicBezTo>
                    <a:cubicBezTo>
                      <a:pt x="200" y="145"/>
                      <a:pt x="200" y="145"/>
                      <a:pt x="200" y="145"/>
                    </a:cubicBezTo>
                    <a:cubicBezTo>
                      <a:pt x="190" y="164"/>
                      <a:pt x="190" y="164"/>
                      <a:pt x="190" y="164"/>
                    </a:cubicBezTo>
                    <a:cubicBezTo>
                      <a:pt x="171" y="157"/>
                      <a:pt x="171" y="157"/>
                      <a:pt x="171" y="157"/>
                    </a:cubicBezTo>
                    <a:cubicBezTo>
                      <a:pt x="170" y="157"/>
                      <a:pt x="170" y="157"/>
                      <a:pt x="170" y="157"/>
                    </a:cubicBezTo>
                    <a:cubicBezTo>
                      <a:pt x="167" y="160"/>
                      <a:pt x="164" y="163"/>
                      <a:pt x="161" y="166"/>
                    </a:cubicBezTo>
                    <a:cubicBezTo>
                      <a:pt x="161" y="166"/>
                      <a:pt x="161" y="166"/>
                      <a:pt x="161" y="166"/>
                    </a:cubicBezTo>
                    <a:cubicBezTo>
                      <a:pt x="169" y="186"/>
                      <a:pt x="169" y="186"/>
                      <a:pt x="169" y="186"/>
                    </a:cubicBezTo>
                    <a:cubicBezTo>
                      <a:pt x="151" y="197"/>
                      <a:pt x="151" y="197"/>
                      <a:pt x="151" y="197"/>
                    </a:cubicBezTo>
                    <a:cubicBezTo>
                      <a:pt x="137" y="182"/>
                      <a:pt x="137" y="182"/>
                      <a:pt x="137" y="182"/>
                    </a:cubicBezTo>
                    <a:cubicBezTo>
                      <a:pt x="137" y="182"/>
                      <a:pt x="137" y="182"/>
                      <a:pt x="137" y="182"/>
                    </a:cubicBezTo>
                    <a:cubicBezTo>
                      <a:pt x="133" y="184"/>
                      <a:pt x="128" y="185"/>
                      <a:pt x="124" y="186"/>
                    </a:cubicBezTo>
                    <a:cubicBezTo>
                      <a:pt x="124" y="186"/>
                      <a:pt x="124" y="186"/>
                      <a:pt x="124" y="186"/>
                    </a:cubicBezTo>
                    <a:cubicBezTo>
                      <a:pt x="121" y="207"/>
                      <a:pt x="121" y="207"/>
                      <a:pt x="121" y="207"/>
                    </a:cubicBezTo>
                    <a:cubicBezTo>
                      <a:pt x="100" y="208"/>
                      <a:pt x="100" y="208"/>
                      <a:pt x="100" y="208"/>
                    </a:cubicBezTo>
                    <a:cubicBezTo>
                      <a:pt x="95" y="189"/>
                      <a:pt x="95" y="189"/>
                      <a:pt x="95" y="189"/>
                    </a:cubicBezTo>
                    <a:cubicBezTo>
                      <a:pt x="95" y="188"/>
                      <a:pt x="95" y="188"/>
                      <a:pt x="95" y="188"/>
                    </a:cubicBezTo>
                    <a:cubicBezTo>
                      <a:pt x="91" y="188"/>
                      <a:pt x="87" y="187"/>
                      <a:pt x="82" y="185"/>
                    </a:cubicBezTo>
                    <a:cubicBezTo>
                      <a:pt x="82" y="185"/>
                      <a:pt x="82" y="185"/>
                      <a:pt x="82" y="185"/>
                    </a:cubicBezTo>
                    <a:cubicBezTo>
                      <a:pt x="70" y="203"/>
                      <a:pt x="70" y="203"/>
                      <a:pt x="70" y="203"/>
                    </a:cubicBezTo>
                    <a:cubicBezTo>
                      <a:pt x="51" y="194"/>
                      <a:pt x="51" y="194"/>
                      <a:pt x="51" y="194"/>
                    </a:cubicBezTo>
                    <a:cubicBezTo>
                      <a:pt x="56" y="174"/>
                      <a:pt x="56" y="174"/>
                      <a:pt x="56" y="174"/>
                    </a:cubicBezTo>
                    <a:cubicBezTo>
                      <a:pt x="56" y="173"/>
                      <a:pt x="56" y="173"/>
                      <a:pt x="56" y="173"/>
                    </a:cubicBezTo>
                    <a:cubicBezTo>
                      <a:pt x="51" y="170"/>
                      <a:pt x="45" y="165"/>
                      <a:pt x="41" y="160"/>
                    </a:cubicBezTo>
                    <a:cubicBezTo>
                      <a:pt x="21" y="167"/>
                      <a:pt x="21" y="167"/>
                      <a:pt x="21" y="167"/>
                    </a:cubicBezTo>
                    <a:cubicBezTo>
                      <a:pt x="10" y="149"/>
                      <a:pt x="10" y="149"/>
                      <a:pt x="10" y="149"/>
                    </a:cubicBezTo>
                    <a:cubicBezTo>
                      <a:pt x="26" y="136"/>
                      <a:pt x="26" y="136"/>
                      <a:pt x="26" y="136"/>
                    </a:cubicBezTo>
                    <a:cubicBezTo>
                      <a:pt x="26" y="136"/>
                      <a:pt x="26" y="136"/>
                      <a:pt x="26" y="136"/>
                    </a:cubicBezTo>
                    <a:cubicBezTo>
                      <a:pt x="24" y="130"/>
                      <a:pt x="22" y="124"/>
                      <a:pt x="21" y="118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21" y="90"/>
                      <a:pt x="21" y="90"/>
                      <a:pt x="21" y="90"/>
                    </a:cubicBezTo>
                    <a:cubicBezTo>
                      <a:pt x="21" y="90"/>
                      <a:pt x="21" y="90"/>
                      <a:pt x="21" y="90"/>
                    </a:cubicBezTo>
                    <a:cubicBezTo>
                      <a:pt x="22" y="84"/>
                      <a:pt x="23" y="81"/>
                      <a:pt x="24" y="77"/>
                    </a:cubicBezTo>
                    <a:cubicBezTo>
                      <a:pt x="8" y="63"/>
                      <a:pt x="8" y="63"/>
                      <a:pt x="8" y="63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38" y="51"/>
                      <a:pt x="38" y="51"/>
                      <a:pt x="38" y="51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41" y="48"/>
                      <a:pt x="44" y="45"/>
                      <a:pt x="48" y="4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71" y="26"/>
                      <a:pt x="71" y="26"/>
                      <a:pt x="71" y="26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6" y="25"/>
                      <a:pt x="80" y="23"/>
                      <a:pt x="85" y="22"/>
                    </a:cubicBezTo>
                    <a:cubicBezTo>
                      <a:pt x="87" y="1"/>
                      <a:pt x="87" y="1"/>
                      <a:pt x="87" y="1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8" y="21"/>
                      <a:pt x="122" y="22"/>
                      <a:pt x="126" y="23"/>
                    </a:cubicBezTo>
                    <a:close/>
                    <a:moveTo>
                      <a:pt x="104" y="34"/>
                    </a:moveTo>
                    <a:cubicBezTo>
                      <a:pt x="65" y="34"/>
                      <a:pt x="34" y="66"/>
                      <a:pt x="34" y="104"/>
                    </a:cubicBezTo>
                    <a:cubicBezTo>
                      <a:pt x="34" y="143"/>
                      <a:pt x="65" y="174"/>
                      <a:pt x="104" y="174"/>
                    </a:cubicBezTo>
                    <a:cubicBezTo>
                      <a:pt x="143" y="174"/>
                      <a:pt x="174" y="143"/>
                      <a:pt x="174" y="104"/>
                    </a:cubicBezTo>
                    <a:cubicBezTo>
                      <a:pt x="174" y="65"/>
                      <a:pt x="143" y="34"/>
                      <a:pt x="104" y="34"/>
                    </a:cubicBezTo>
                    <a:close/>
                    <a:moveTo>
                      <a:pt x="121" y="108"/>
                    </a:moveTo>
                    <a:cubicBezTo>
                      <a:pt x="120" y="106"/>
                      <a:pt x="119" y="105"/>
                      <a:pt x="117" y="103"/>
                    </a:cubicBezTo>
                    <a:cubicBezTo>
                      <a:pt x="116" y="102"/>
                      <a:pt x="114" y="101"/>
                      <a:pt x="112" y="100"/>
                    </a:cubicBezTo>
                    <a:cubicBezTo>
                      <a:pt x="110" y="99"/>
                      <a:pt x="108" y="98"/>
                      <a:pt x="106" y="97"/>
                    </a:cubicBezTo>
                    <a:cubicBezTo>
                      <a:pt x="106" y="81"/>
                      <a:pt x="106" y="81"/>
                      <a:pt x="106" y="81"/>
                    </a:cubicBezTo>
                    <a:cubicBezTo>
                      <a:pt x="108" y="81"/>
                      <a:pt x="110" y="81"/>
                      <a:pt x="112" y="82"/>
                    </a:cubicBezTo>
                    <a:cubicBezTo>
                      <a:pt x="114" y="82"/>
                      <a:pt x="116" y="83"/>
                      <a:pt x="118" y="84"/>
                    </a:cubicBezTo>
                    <a:cubicBezTo>
                      <a:pt x="120" y="75"/>
                      <a:pt x="120" y="75"/>
                      <a:pt x="120" y="75"/>
                    </a:cubicBezTo>
                    <a:cubicBezTo>
                      <a:pt x="118" y="75"/>
                      <a:pt x="116" y="74"/>
                      <a:pt x="113" y="74"/>
                    </a:cubicBezTo>
                    <a:cubicBezTo>
                      <a:pt x="111" y="74"/>
                      <a:pt x="109" y="74"/>
                      <a:pt x="106" y="74"/>
                    </a:cubicBezTo>
                    <a:cubicBezTo>
                      <a:pt x="106" y="74"/>
                      <a:pt x="106" y="74"/>
                      <a:pt x="106" y="74"/>
                    </a:cubicBezTo>
                    <a:cubicBezTo>
                      <a:pt x="106" y="68"/>
                      <a:pt x="106" y="68"/>
                      <a:pt x="106" y="68"/>
                    </a:cubicBezTo>
                    <a:cubicBezTo>
                      <a:pt x="101" y="68"/>
                      <a:pt x="101" y="68"/>
                      <a:pt x="101" y="68"/>
                    </a:cubicBezTo>
                    <a:cubicBezTo>
                      <a:pt x="101" y="74"/>
                      <a:pt x="101" y="74"/>
                      <a:pt x="101" y="74"/>
                    </a:cubicBezTo>
                    <a:cubicBezTo>
                      <a:pt x="99" y="74"/>
                      <a:pt x="97" y="75"/>
                      <a:pt x="95" y="76"/>
                    </a:cubicBezTo>
                    <a:cubicBezTo>
                      <a:pt x="93" y="78"/>
                      <a:pt x="91" y="79"/>
                      <a:pt x="90" y="80"/>
                    </a:cubicBezTo>
                    <a:cubicBezTo>
                      <a:pt x="88" y="82"/>
                      <a:pt x="87" y="83"/>
                      <a:pt x="86" y="85"/>
                    </a:cubicBezTo>
                    <a:cubicBezTo>
                      <a:pt x="86" y="87"/>
                      <a:pt x="85" y="88"/>
                      <a:pt x="85" y="90"/>
                    </a:cubicBezTo>
                    <a:cubicBezTo>
                      <a:pt x="85" y="93"/>
                      <a:pt x="86" y="95"/>
                      <a:pt x="87" y="97"/>
                    </a:cubicBezTo>
                    <a:cubicBezTo>
                      <a:pt x="88" y="99"/>
                      <a:pt x="89" y="101"/>
                      <a:pt x="91" y="103"/>
                    </a:cubicBezTo>
                    <a:cubicBezTo>
                      <a:pt x="92" y="104"/>
                      <a:pt x="94" y="105"/>
                      <a:pt x="96" y="106"/>
                    </a:cubicBezTo>
                    <a:cubicBezTo>
                      <a:pt x="98" y="107"/>
                      <a:pt x="99" y="108"/>
                      <a:pt x="101" y="108"/>
                    </a:cubicBezTo>
                    <a:cubicBezTo>
                      <a:pt x="101" y="127"/>
                      <a:pt x="101" y="127"/>
                      <a:pt x="101" y="127"/>
                    </a:cubicBezTo>
                    <a:cubicBezTo>
                      <a:pt x="100" y="127"/>
                      <a:pt x="99" y="127"/>
                      <a:pt x="97" y="126"/>
                    </a:cubicBezTo>
                    <a:cubicBezTo>
                      <a:pt x="96" y="126"/>
                      <a:pt x="94" y="125"/>
                      <a:pt x="93" y="125"/>
                    </a:cubicBezTo>
                    <a:cubicBezTo>
                      <a:pt x="92" y="124"/>
                      <a:pt x="90" y="124"/>
                      <a:pt x="89" y="123"/>
                    </a:cubicBezTo>
                    <a:cubicBezTo>
                      <a:pt x="88" y="122"/>
                      <a:pt x="87" y="122"/>
                      <a:pt x="86" y="121"/>
                    </a:cubicBezTo>
                    <a:cubicBezTo>
                      <a:pt x="83" y="130"/>
                      <a:pt x="83" y="130"/>
                      <a:pt x="83" y="130"/>
                    </a:cubicBezTo>
                    <a:cubicBezTo>
                      <a:pt x="85" y="131"/>
                      <a:pt x="86" y="131"/>
                      <a:pt x="87" y="132"/>
                    </a:cubicBezTo>
                    <a:cubicBezTo>
                      <a:pt x="88" y="133"/>
                      <a:pt x="90" y="133"/>
                      <a:pt x="91" y="133"/>
                    </a:cubicBezTo>
                    <a:cubicBezTo>
                      <a:pt x="92" y="134"/>
                      <a:pt x="94" y="134"/>
                      <a:pt x="95" y="134"/>
                    </a:cubicBezTo>
                    <a:cubicBezTo>
                      <a:pt x="97" y="134"/>
                      <a:pt x="99" y="135"/>
                      <a:pt x="100" y="135"/>
                    </a:cubicBezTo>
                    <a:cubicBezTo>
                      <a:pt x="101" y="135"/>
                      <a:pt x="101" y="135"/>
                      <a:pt x="101" y="134"/>
                    </a:cubicBezTo>
                    <a:cubicBezTo>
                      <a:pt x="101" y="134"/>
                      <a:pt x="101" y="134"/>
                      <a:pt x="101" y="134"/>
                    </a:cubicBezTo>
                    <a:cubicBezTo>
                      <a:pt x="101" y="141"/>
                      <a:pt x="101" y="141"/>
                      <a:pt x="101" y="141"/>
                    </a:cubicBezTo>
                    <a:cubicBezTo>
                      <a:pt x="106" y="141"/>
                      <a:pt x="106" y="141"/>
                      <a:pt x="106" y="141"/>
                    </a:cubicBezTo>
                    <a:cubicBezTo>
                      <a:pt x="106" y="134"/>
                      <a:pt x="106" y="134"/>
                      <a:pt x="106" y="134"/>
                    </a:cubicBezTo>
                    <a:cubicBezTo>
                      <a:pt x="109" y="133"/>
                      <a:pt x="111" y="132"/>
                      <a:pt x="113" y="131"/>
                    </a:cubicBezTo>
                    <a:cubicBezTo>
                      <a:pt x="115" y="130"/>
                      <a:pt x="117" y="129"/>
                      <a:pt x="118" y="127"/>
                    </a:cubicBezTo>
                    <a:cubicBezTo>
                      <a:pt x="120" y="125"/>
                      <a:pt x="121" y="124"/>
                      <a:pt x="121" y="122"/>
                    </a:cubicBezTo>
                    <a:cubicBezTo>
                      <a:pt x="122" y="120"/>
                      <a:pt x="123" y="118"/>
                      <a:pt x="123" y="116"/>
                    </a:cubicBezTo>
                    <a:cubicBezTo>
                      <a:pt x="123" y="113"/>
                      <a:pt x="122" y="111"/>
                      <a:pt x="121" y="108"/>
                    </a:cubicBezTo>
                    <a:close/>
                    <a:moveTo>
                      <a:pt x="96" y="84"/>
                    </a:moveTo>
                    <a:cubicBezTo>
                      <a:pt x="96" y="83"/>
                      <a:pt x="97" y="83"/>
                      <a:pt x="98" y="82"/>
                    </a:cubicBezTo>
                    <a:cubicBezTo>
                      <a:pt x="99" y="82"/>
                      <a:pt x="100" y="81"/>
                      <a:pt x="101" y="81"/>
                    </a:cubicBezTo>
                    <a:cubicBezTo>
                      <a:pt x="101" y="95"/>
                      <a:pt x="101" y="95"/>
                      <a:pt x="101" y="95"/>
                    </a:cubicBezTo>
                    <a:cubicBezTo>
                      <a:pt x="100" y="94"/>
                      <a:pt x="98" y="93"/>
                      <a:pt x="97" y="92"/>
                    </a:cubicBezTo>
                    <a:cubicBezTo>
                      <a:pt x="96" y="91"/>
                      <a:pt x="96" y="90"/>
                      <a:pt x="96" y="88"/>
                    </a:cubicBezTo>
                    <a:cubicBezTo>
                      <a:pt x="96" y="87"/>
                      <a:pt x="96" y="85"/>
                      <a:pt x="96" y="84"/>
                    </a:cubicBezTo>
                    <a:close/>
                    <a:moveTo>
                      <a:pt x="111" y="123"/>
                    </a:moveTo>
                    <a:cubicBezTo>
                      <a:pt x="111" y="124"/>
                      <a:pt x="110" y="125"/>
                      <a:pt x="109" y="126"/>
                    </a:cubicBezTo>
                    <a:cubicBezTo>
                      <a:pt x="109" y="126"/>
                      <a:pt x="108" y="126"/>
                      <a:pt x="108" y="126"/>
                    </a:cubicBezTo>
                    <a:cubicBezTo>
                      <a:pt x="107" y="126"/>
                      <a:pt x="107" y="127"/>
                      <a:pt x="106" y="127"/>
                    </a:cubicBezTo>
                    <a:cubicBezTo>
                      <a:pt x="106" y="111"/>
                      <a:pt x="106" y="111"/>
                      <a:pt x="106" y="111"/>
                    </a:cubicBezTo>
                    <a:cubicBezTo>
                      <a:pt x="108" y="111"/>
                      <a:pt x="110" y="112"/>
                      <a:pt x="111" y="113"/>
                    </a:cubicBezTo>
                    <a:cubicBezTo>
                      <a:pt x="112" y="115"/>
                      <a:pt x="112" y="116"/>
                      <a:pt x="112" y="118"/>
                    </a:cubicBezTo>
                    <a:cubicBezTo>
                      <a:pt x="112" y="120"/>
                      <a:pt x="112" y="122"/>
                      <a:pt x="111" y="1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4" name="iṣḻîḋé" descr="71362374-7c36-4360-9b26-16a89b138842">
                <a:extLst>
                  <a:ext uri="{FF2B5EF4-FFF2-40B4-BE49-F238E27FC236}">
                    <a16:creationId xmlns:a16="http://schemas.microsoft.com/office/drawing/2014/main" id="{7161E416-9B63-47AC-BAED-14A03578615C}"/>
                  </a:ext>
                </a:extLst>
              </p:cNvPr>
              <p:cNvSpPr/>
              <p:nvPr/>
            </p:nvSpPr>
            <p:spPr bwMode="auto">
              <a:xfrm>
                <a:off x="6160879" y="3953129"/>
                <a:ext cx="307399" cy="310488"/>
              </a:xfrm>
              <a:custGeom>
                <a:avLst/>
                <a:gdLst>
                  <a:gd name="T0" fmla="*/ 35 w 168"/>
                  <a:gd name="T1" fmla="*/ 85 h 170"/>
                  <a:gd name="T2" fmla="*/ 103 w 168"/>
                  <a:gd name="T3" fmla="*/ 19 h 170"/>
                  <a:gd name="T4" fmla="*/ 125 w 168"/>
                  <a:gd name="T5" fmla="*/ 28 h 170"/>
                  <a:gd name="T6" fmla="*/ 137 w 168"/>
                  <a:gd name="T7" fmla="*/ 40 h 170"/>
                  <a:gd name="T8" fmla="*/ 150 w 168"/>
                  <a:gd name="T9" fmla="*/ 59 h 170"/>
                  <a:gd name="T10" fmla="*/ 152 w 168"/>
                  <a:gd name="T11" fmla="*/ 73 h 170"/>
                  <a:gd name="T12" fmla="*/ 154 w 168"/>
                  <a:gd name="T13" fmla="*/ 95 h 170"/>
                  <a:gd name="T14" fmla="*/ 151 w 168"/>
                  <a:gd name="T15" fmla="*/ 108 h 170"/>
                  <a:gd name="T16" fmla="*/ 140 w 168"/>
                  <a:gd name="T17" fmla="*/ 128 h 170"/>
                  <a:gd name="T18" fmla="*/ 132 w 168"/>
                  <a:gd name="T19" fmla="*/ 136 h 170"/>
                  <a:gd name="T20" fmla="*/ 112 w 168"/>
                  <a:gd name="T21" fmla="*/ 149 h 170"/>
                  <a:gd name="T22" fmla="*/ 101 w 168"/>
                  <a:gd name="T23" fmla="*/ 152 h 170"/>
                  <a:gd name="T24" fmla="*/ 78 w 168"/>
                  <a:gd name="T25" fmla="*/ 154 h 170"/>
                  <a:gd name="T26" fmla="*/ 67 w 168"/>
                  <a:gd name="T27" fmla="*/ 152 h 170"/>
                  <a:gd name="T28" fmla="*/ 46 w 168"/>
                  <a:gd name="T29" fmla="*/ 142 h 170"/>
                  <a:gd name="T30" fmla="*/ 17 w 168"/>
                  <a:gd name="T31" fmla="*/ 137 h 170"/>
                  <a:gd name="T32" fmla="*/ 21 w 168"/>
                  <a:gd name="T33" fmla="*/ 111 h 170"/>
                  <a:gd name="T34" fmla="*/ 0 w 168"/>
                  <a:gd name="T35" fmla="*/ 76 h 170"/>
                  <a:gd name="T36" fmla="*/ 20 w 168"/>
                  <a:gd name="T37" fmla="*/ 63 h 170"/>
                  <a:gd name="T38" fmla="*/ 31 w 168"/>
                  <a:gd name="T39" fmla="*/ 42 h 170"/>
                  <a:gd name="T40" fmla="*/ 33 w 168"/>
                  <a:gd name="T41" fmla="*/ 18 h 170"/>
                  <a:gd name="T42" fmla="*/ 59 w 168"/>
                  <a:gd name="T43" fmla="*/ 21 h 170"/>
                  <a:gd name="T44" fmla="*/ 89 w 168"/>
                  <a:gd name="T45" fmla="*/ 0 h 170"/>
                  <a:gd name="T46" fmla="*/ 103 w 168"/>
                  <a:gd name="T47" fmla="*/ 19 h 170"/>
                  <a:gd name="T48" fmla="*/ 85 w 168"/>
                  <a:gd name="T49" fmla="*/ 142 h 170"/>
                  <a:gd name="T50" fmla="*/ 101 w 168"/>
                  <a:gd name="T51" fmla="*/ 88 h 170"/>
                  <a:gd name="T52" fmla="*/ 86 w 168"/>
                  <a:gd name="T53" fmla="*/ 77 h 170"/>
                  <a:gd name="T54" fmla="*/ 98 w 168"/>
                  <a:gd name="T55" fmla="*/ 63 h 170"/>
                  <a:gd name="T56" fmla="*/ 86 w 168"/>
                  <a:gd name="T57" fmla="*/ 53 h 170"/>
                  <a:gd name="T58" fmla="*/ 81 w 168"/>
                  <a:gd name="T59" fmla="*/ 47 h 170"/>
                  <a:gd name="T60" fmla="*/ 69 w 168"/>
                  <a:gd name="T61" fmla="*/ 60 h 170"/>
                  <a:gd name="T62" fmla="*/ 67 w 168"/>
                  <a:gd name="T63" fmla="*/ 77 h 170"/>
                  <a:gd name="T64" fmla="*/ 81 w 168"/>
                  <a:gd name="T65" fmla="*/ 88 h 170"/>
                  <a:gd name="T66" fmla="*/ 73 w 168"/>
                  <a:gd name="T67" fmla="*/ 104 h 170"/>
                  <a:gd name="T68" fmla="*/ 63 w 168"/>
                  <a:gd name="T69" fmla="*/ 110 h 170"/>
                  <a:gd name="T70" fmla="*/ 75 w 168"/>
                  <a:gd name="T71" fmla="*/ 114 h 170"/>
                  <a:gd name="T72" fmla="*/ 81 w 168"/>
                  <a:gd name="T73" fmla="*/ 114 h 170"/>
                  <a:gd name="T74" fmla="*/ 86 w 168"/>
                  <a:gd name="T75" fmla="*/ 113 h 170"/>
                  <a:gd name="T76" fmla="*/ 101 w 168"/>
                  <a:gd name="T77" fmla="*/ 101 h 170"/>
                  <a:gd name="T78" fmla="*/ 76 w 168"/>
                  <a:gd name="T79" fmla="*/ 64 h 170"/>
                  <a:gd name="T80" fmla="*/ 81 w 168"/>
                  <a:gd name="T81" fmla="*/ 75 h 170"/>
                  <a:gd name="T82" fmla="*/ 76 w 168"/>
                  <a:gd name="T83" fmla="*/ 64 h 170"/>
                  <a:gd name="T84" fmla="*/ 88 w 168"/>
                  <a:gd name="T85" fmla="*/ 106 h 170"/>
                  <a:gd name="T86" fmla="*/ 91 w 168"/>
                  <a:gd name="T87" fmla="*/ 93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68" h="170">
                    <a:moveTo>
                      <a:pt x="135" y="85"/>
                    </a:moveTo>
                    <a:cubicBezTo>
                      <a:pt x="135" y="113"/>
                      <a:pt x="113" y="135"/>
                      <a:pt x="85" y="135"/>
                    </a:cubicBezTo>
                    <a:cubicBezTo>
                      <a:pt x="58" y="135"/>
                      <a:pt x="35" y="113"/>
                      <a:pt x="35" y="85"/>
                    </a:cubicBezTo>
                    <a:cubicBezTo>
                      <a:pt x="35" y="57"/>
                      <a:pt x="58" y="35"/>
                      <a:pt x="85" y="35"/>
                    </a:cubicBezTo>
                    <a:cubicBezTo>
                      <a:pt x="113" y="35"/>
                      <a:pt x="135" y="57"/>
                      <a:pt x="135" y="85"/>
                    </a:cubicBezTo>
                    <a:close/>
                    <a:moveTo>
                      <a:pt x="103" y="19"/>
                    </a:moveTo>
                    <a:cubicBezTo>
                      <a:pt x="114" y="5"/>
                      <a:pt x="114" y="5"/>
                      <a:pt x="114" y="5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5" y="28"/>
                      <a:pt x="125" y="28"/>
                      <a:pt x="125" y="28"/>
                    </a:cubicBezTo>
                    <a:cubicBezTo>
                      <a:pt x="125" y="29"/>
                      <a:pt x="125" y="29"/>
                      <a:pt x="125" y="29"/>
                    </a:cubicBezTo>
                    <a:cubicBezTo>
                      <a:pt x="129" y="32"/>
                      <a:pt x="133" y="35"/>
                      <a:pt x="137" y="40"/>
                    </a:cubicBezTo>
                    <a:cubicBezTo>
                      <a:pt x="137" y="40"/>
                      <a:pt x="137" y="40"/>
                      <a:pt x="137" y="40"/>
                    </a:cubicBezTo>
                    <a:cubicBezTo>
                      <a:pt x="153" y="34"/>
                      <a:pt x="153" y="34"/>
                      <a:pt x="153" y="34"/>
                    </a:cubicBezTo>
                    <a:cubicBezTo>
                      <a:pt x="162" y="48"/>
                      <a:pt x="162" y="48"/>
                      <a:pt x="162" y="48"/>
                    </a:cubicBezTo>
                    <a:cubicBezTo>
                      <a:pt x="150" y="59"/>
                      <a:pt x="150" y="59"/>
                      <a:pt x="150" y="59"/>
                    </a:cubicBezTo>
                    <a:cubicBezTo>
                      <a:pt x="149" y="60"/>
                      <a:pt x="149" y="60"/>
                      <a:pt x="149" y="60"/>
                    </a:cubicBezTo>
                    <a:cubicBezTo>
                      <a:pt x="151" y="64"/>
                      <a:pt x="152" y="69"/>
                      <a:pt x="153" y="73"/>
                    </a:cubicBezTo>
                    <a:cubicBezTo>
                      <a:pt x="152" y="73"/>
                      <a:pt x="152" y="73"/>
                      <a:pt x="152" y="73"/>
                    </a:cubicBezTo>
                    <a:cubicBezTo>
                      <a:pt x="168" y="77"/>
                      <a:pt x="168" y="77"/>
                      <a:pt x="168" y="77"/>
                    </a:cubicBezTo>
                    <a:cubicBezTo>
                      <a:pt x="168" y="94"/>
                      <a:pt x="168" y="94"/>
                      <a:pt x="168" y="94"/>
                    </a:cubicBezTo>
                    <a:cubicBezTo>
                      <a:pt x="154" y="95"/>
                      <a:pt x="154" y="95"/>
                      <a:pt x="154" y="95"/>
                    </a:cubicBezTo>
                    <a:cubicBezTo>
                      <a:pt x="153" y="95"/>
                      <a:pt x="153" y="95"/>
                      <a:pt x="153" y="95"/>
                    </a:cubicBezTo>
                    <a:cubicBezTo>
                      <a:pt x="152" y="100"/>
                      <a:pt x="152" y="103"/>
                      <a:pt x="150" y="107"/>
                    </a:cubicBezTo>
                    <a:cubicBezTo>
                      <a:pt x="151" y="108"/>
                      <a:pt x="151" y="108"/>
                      <a:pt x="151" y="108"/>
                    </a:cubicBezTo>
                    <a:cubicBezTo>
                      <a:pt x="164" y="119"/>
                      <a:pt x="164" y="119"/>
                      <a:pt x="164" y="119"/>
                    </a:cubicBezTo>
                    <a:cubicBezTo>
                      <a:pt x="156" y="134"/>
                      <a:pt x="156" y="134"/>
                      <a:pt x="156" y="134"/>
                    </a:cubicBezTo>
                    <a:cubicBezTo>
                      <a:pt x="140" y="128"/>
                      <a:pt x="140" y="128"/>
                      <a:pt x="140" y="128"/>
                    </a:cubicBezTo>
                    <a:cubicBezTo>
                      <a:pt x="139" y="128"/>
                      <a:pt x="139" y="128"/>
                      <a:pt x="139" y="128"/>
                    </a:cubicBezTo>
                    <a:cubicBezTo>
                      <a:pt x="137" y="131"/>
                      <a:pt x="134" y="133"/>
                      <a:pt x="132" y="136"/>
                    </a:cubicBez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8" y="152"/>
                      <a:pt x="138" y="152"/>
                      <a:pt x="138" y="152"/>
                    </a:cubicBezTo>
                    <a:cubicBezTo>
                      <a:pt x="124" y="161"/>
                      <a:pt x="124" y="161"/>
                      <a:pt x="124" y="161"/>
                    </a:cubicBezTo>
                    <a:cubicBezTo>
                      <a:pt x="112" y="149"/>
                      <a:pt x="112" y="149"/>
                      <a:pt x="112" y="149"/>
                    </a:cubicBezTo>
                    <a:cubicBezTo>
                      <a:pt x="112" y="149"/>
                      <a:pt x="112" y="149"/>
                      <a:pt x="112" y="149"/>
                    </a:cubicBezTo>
                    <a:cubicBezTo>
                      <a:pt x="109" y="150"/>
                      <a:pt x="105" y="151"/>
                      <a:pt x="101" y="152"/>
                    </a:cubicBezTo>
                    <a:cubicBezTo>
                      <a:pt x="101" y="152"/>
                      <a:pt x="101" y="152"/>
                      <a:pt x="101" y="152"/>
                    </a:cubicBezTo>
                    <a:cubicBezTo>
                      <a:pt x="99" y="169"/>
                      <a:pt x="99" y="169"/>
                      <a:pt x="99" y="169"/>
                    </a:cubicBezTo>
                    <a:cubicBezTo>
                      <a:pt x="82" y="170"/>
                      <a:pt x="82" y="170"/>
                      <a:pt x="82" y="170"/>
                    </a:cubicBezTo>
                    <a:cubicBezTo>
                      <a:pt x="78" y="154"/>
                      <a:pt x="78" y="154"/>
                      <a:pt x="78" y="154"/>
                    </a:cubicBezTo>
                    <a:cubicBezTo>
                      <a:pt x="78" y="154"/>
                      <a:pt x="78" y="154"/>
                      <a:pt x="78" y="154"/>
                    </a:cubicBezTo>
                    <a:cubicBezTo>
                      <a:pt x="74" y="153"/>
                      <a:pt x="71" y="153"/>
                      <a:pt x="67" y="152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57" y="166"/>
                      <a:pt x="57" y="166"/>
                      <a:pt x="57" y="166"/>
                    </a:cubicBezTo>
                    <a:cubicBezTo>
                      <a:pt x="41" y="158"/>
                      <a:pt x="41" y="158"/>
                      <a:pt x="41" y="158"/>
                    </a:cubicBezTo>
                    <a:cubicBezTo>
                      <a:pt x="46" y="142"/>
                      <a:pt x="46" y="142"/>
                      <a:pt x="46" y="142"/>
                    </a:cubicBezTo>
                    <a:cubicBezTo>
                      <a:pt x="46" y="142"/>
                      <a:pt x="46" y="142"/>
                      <a:pt x="46" y="142"/>
                    </a:cubicBezTo>
                    <a:cubicBezTo>
                      <a:pt x="41" y="139"/>
                      <a:pt x="37" y="135"/>
                      <a:pt x="34" y="131"/>
                    </a:cubicBezTo>
                    <a:cubicBezTo>
                      <a:pt x="17" y="137"/>
                      <a:pt x="17" y="137"/>
                      <a:pt x="17" y="137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21" y="111"/>
                      <a:pt x="21" y="111"/>
                      <a:pt x="21" y="111"/>
                    </a:cubicBezTo>
                    <a:cubicBezTo>
                      <a:pt x="21" y="111"/>
                      <a:pt x="21" y="111"/>
                      <a:pt x="21" y="111"/>
                    </a:cubicBezTo>
                    <a:cubicBezTo>
                      <a:pt x="19" y="106"/>
                      <a:pt x="18" y="102"/>
                      <a:pt x="17" y="97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8" y="69"/>
                      <a:pt x="19" y="66"/>
                      <a:pt x="20" y="63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31" y="42"/>
                      <a:pt x="31" y="42"/>
                      <a:pt x="31" y="42"/>
                    </a:cubicBezTo>
                    <a:cubicBezTo>
                      <a:pt x="31" y="42"/>
                      <a:pt x="31" y="42"/>
                      <a:pt x="31" y="42"/>
                    </a:cubicBezTo>
                    <a:cubicBezTo>
                      <a:pt x="34" y="39"/>
                      <a:pt x="36" y="37"/>
                      <a:pt x="39" y="34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2" y="20"/>
                      <a:pt x="66" y="19"/>
                      <a:pt x="69" y="18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6" y="17"/>
                      <a:pt x="100" y="18"/>
                      <a:pt x="103" y="19"/>
                    </a:cubicBezTo>
                    <a:close/>
                    <a:moveTo>
                      <a:pt x="85" y="28"/>
                    </a:moveTo>
                    <a:cubicBezTo>
                      <a:pt x="54" y="28"/>
                      <a:pt x="28" y="53"/>
                      <a:pt x="28" y="85"/>
                    </a:cubicBezTo>
                    <a:cubicBezTo>
                      <a:pt x="28" y="117"/>
                      <a:pt x="54" y="142"/>
                      <a:pt x="85" y="142"/>
                    </a:cubicBezTo>
                    <a:cubicBezTo>
                      <a:pt x="117" y="142"/>
                      <a:pt x="142" y="117"/>
                      <a:pt x="142" y="85"/>
                    </a:cubicBezTo>
                    <a:cubicBezTo>
                      <a:pt x="142" y="53"/>
                      <a:pt x="117" y="28"/>
                      <a:pt x="85" y="28"/>
                    </a:cubicBezTo>
                    <a:close/>
                    <a:moveTo>
                      <a:pt x="101" y="88"/>
                    </a:moveTo>
                    <a:cubicBezTo>
                      <a:pt x="100" y="86"/>
                      <a:pt x="99" y="84"/>
                      <a:pt x="97" y="83"/>
                    </a:cubicBezTo>
                    <a:cubicBezTo>
                      <a:pt x="96" y="81"/>
                      <a:pt x="94" y="80"/>
                      <a:pt x="92" y="79"/>
                    </a:cubicBezTo>
                    <a:cubicBezTo>
                      <a:pt x="90" y="78"/>
                      <a:pt x="88" y="78"/>
                      <a:pt x="86" y="77"/>
                    </a:cubicBezTo>
                    <a:cubicBezTo>
                      <a:pt x="86" y="61"/>
                      <a:pt x="86" y="61"/>
                      <a:pt x="86" y="61"/>
                    </a:cubicBezTo>
                    <a:cubicBezTo>
                      <a:pt x="88" y="61"/>
                      <a:pt x="90" y="61"/>
                      <a:pt x="92" y="61"/>
                    </a:cubicBezTo>
                    <a:cubicBezTo>
                      <a:pt x="94" y="62"/>
                      <a:pt x="96" y="63"/>
                      <a:pt x="98" y="63"/>
                    </a:cubicBezTo>
                    <a:cubicBezTo>
                      <a:pt x="100" y="55"/>
                      <a:pt x="100" y="55"/>
                      <a:pt x="100" y="55"/>
                    </a:cubicBezTo>
                    <a:cubicBezTo>
                      <a:pt x="98" y="54"/>
                      <a:pt x="95" y="54"/>
                      <a:pt x="93" y="53"/>
                    </a:cubicBezTo>
                    <a:cubicBezTo>
                      <a:pt x="91" y="53"/>
                      <a:pt x="89" y="53"/>
                      <a:pt x="86" y="53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47"/>
                      <a:pt x="86" y="47"/>
                      <a:pt x="86" y="47"/>
                    </a:cubicBezTo>
                    <a:cubicBezTo>
                      <a:pt x="81" y="47"/>
                      <a:pt x="81" y="47"/>
                      <a:pt x="81" y="47"/>
                    </a:cubicBezTo>
                    <a:cubicBezTo>
                      <a:pt x="81" y="54"/>
                      <a:pt x="81" y="54"/>
                      <a:pt x="81" y="54"/>
                    </a:cubicBezTo>
                    <a:cubicBezTo>
                      <a:pt x="79" y="54"/>
                      <a:pt x="76" y="55"/>
                      <a:pt x="74" y="56"/>
                    </a:cubicBezTo>
                    <a:cubicBezTo>
                      <a:pt x="73" y="57"/>
                      <a:pt x="71" y="58"/>
                      <a:pt x="69" y="60"/>
                    </a:cubicBezTo>
                    <a:cubicBezTo>
                      <a:pt x="68" y="61"/>
                      <a:pt x="67" y="63"/>
                      <a:pt x="66" y="65"/>
                    </a:cubicBezTo>
                    <a:cubicBezTo>
                      <a:pt x="66" y="66"/>
                      <a:pt x="65" y="68"/>
                      <a:pt x="65" y="69"/>
                    </a:cubicBezTo>
                    <a:cubicBezTo>
                      <a:pt x="65" y="72"/>
                      <a:pt x="66" y="75"/>
                      <a:pt x="67" y="77"/>
                    </a:cubicBezTo>
                    <a:cubicBezTo>
                      <a:pt x="68" y="79"/>
                      <a:pt x="69" y="81"/>
                      <a:pt x="70" y="82"/>
                    </a:cubicBezTo>
                    <a:cubicBezTo>
                      <a:pt x="72" y="84"/>
                      <a:pt x="74" y="85"/>
                      <a:pt x="76" y="86"/>
                    </a:cubicBezTo>
                    <a:cubicBezTo>
                      <a:pt x="77" y="86"/>
                      <a:pt x="79" y="87"/>
                      <a:pt x="81" y="88"/>
                    </a:cubicBezTo>
                    <a:cubicBezTo>
                      <a:pt x="81" y="106"/>
                      <a:pt x="81" y="106"/>
                      <a:pt x="81" y="106"/>
                    </a:cubicBezTo>
                    <a:cubicBezTo>
                      <a:pt x="80" y="106"/>
                      <a:pt x="79" y="106"/>
                      <a:pt x="77" y="106"/>
                    </a:cubicBezTo>
                    <a:cubicBezTo>
                      <a:pt x="76" y="105"/>
                      <a:pt x="74" y="105"/>
                      <a:pt x="73" y="104"/>
                    </a:cubicBezTo>
                    <a:cubicBezTo>
                      <a:pt x="72" y="104"/>
                      <a:pt x="70" y="103"/>
                      <a:pt x="69" y="103"/>
                    </a:cubicBezTo>
                    <a:cubicBezTo>
                      <a:pt x="68" y="102"/>
                      <a:pt x="67" y="101"/>
                      <a:pt x="66" y="101"/>
                    </a:cubicBezTo>
                    <a:cubicBezTo>
                      <a:pt x="63" y="110"/>
                      <a:pt x="63" y="110"/>
                      <a:pt x="63" y="110"/>
                    </a:cubicBezTo>
                    <a:cubicBezTo>
                      <a:pt x="65" y="110"/>
                      <a:pt x="66" y="111"/>
                      <a:pt x="67" y="112"/>
                    </a:cubicBezTo>
                    <a:cubicBezTo>
                      <a:pt x="68" y="112"/>
                      <a:pt x="70" y="113"/>
                      <a:pt x="71" y="113"/>
                    </a:cubicBezTo>
                    <a:cubicBezTo>
                      <a:pt x="72" y="113"/>
                      <a:pt x="74" y="114"/>
                      <a:pt x="75" y="114"/>
                    </a:cubicBezTo>
                    <a:cubicBezTo>
                      <a:pt x="77" y="114"/>
                      <a:pt x="78" y="114"/>
                      <a:pt x="80" y="114"/>
                    </a:cubicBezTo>
                    <a:cubicBezTo>
                      <a:pt x="80" y="114"/>
                      <a:pt x="81" y="114"/>
                      <a:pt x="81" y="114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81" y="120"/>
                      <a:pt x="81" y="120"/>
                      <a:pt x="81" y="120"/>
                    </a:cubicBezTo>
                    <a:cubicBezTo>
                      <a:pt x="86" y="120"/>
                      <a:pt x="86" y="120"/>
                      <a:pt x="86" y="120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89" y="113"/>
                      <a:pt x="91" y="112"/>
                      <a:pt x="93" y="111"/>
                    </a:cubicBezTo>
                    <a:cubicBezTo>
                      <a:pt x="95" y="110"/>
                      <a:pt x="97" y="108"/>
                      <a:pt x="98" y="107"/>
                    </a:cubicBezTo>
                    <a:cubicBezTo>
                      <a:pt x="100" y="105"/>
                      <a:pt x="101" y="103"/>
                      <a:pt x="101" y="101"/>
                    </a:cubicBezTo>
                    <a:cubicBezTo>
                      <a:pt x="102" y="100"/>
                      <a:pt x="103" y="98"/>
                      <a:pt x="103" y="96"/>
                    </a:cubicBezTo>
                    <a:cubicBezTo>
                      <a:pt x="103" y="93"/>
                      <a:pt x="102" y="90"/>
                      <a:pt x="101" y="88"/>
                    </a:cubicBezTo>
                    <a:close/>
                    <a:moveTo>
                      <a:pt x="76" y="64"/>
                    </a:moveTo>
                    <a:cubicBezTo>
                      <a:pt x="76" y="63"/>
                      <a:pt x="77" y="62"/>
                      <a:pt x="78" y="62"/>
                    </a:cubicBezTo>
                    <a:cubicBezTo>
                      <a:pt x="79" y="61"/>
                      <a:pt x="80" y="61"/>
                      <a:pt x="81" y="61"/>
                    </a:cubicBezTo>
                    <a:cubicBezTo>
                      <a:pt x="81" y="75"/>
                      <a:pt x="81" y="75"/>
                      <a:pt x="81" y="75"/>
                    </a:cubicBezTo>
                    <a:cubicBezTo>
                      <a:pt x="80" y="74"/>
                      <a:pt x="78" y="73"/>
                      <a:pt x="77" y="72"/>
                    </a:cubicBezTo>
                    <a:cubicBezTo>
                      <a:pt x="76" y="71"/>
                      <a:pt x="75" y="69"/>
                      <a:pt x="75" y="68"/>
                    </a:cubicBezTo>
                    <a:cubicBezTo>
                      <a:pt x="75" y="66"/>
                      <a:pt x="76" y="65"/>
                      <a:pt x="76" y="64"/>
                    </a:cubicBezTo>
                    <a:close/>
                    <a:moveTo>
                      <a:pt x="91" y="103"/>
                    </a:moveTo>
                    <a:cubicBezTo>
                      <a:pt x="91" y="104"/>
                      <a:pt x="90" y="105"/>
                      <a:pt x="89" y="105"/>
                    </a:cubicBezTo>
                    <a:cubicBezTo>
                      <a:pt x="89" y="105"/>
                      <a:pt x="88" y="106"/>
                      <a:pt x="88" y="106"/>
                    </a:cubicBezTo>
                    <a:cubicBezTo>
                      <a:pt x="87" y="106"/>
                      <a:pt x="87" y="106"/>
                      <a:pt x="86" y="106"/>
                    </a:cubicBezTo>
                    <a:cubicBezTo>
                      <a:pt x="86" y="90"/>
                      <a:pt x="86" y="90"/>
                      <a:pt x="86" y="90"/>
                    </a:cubicBezTo>
                    <a:cubicBezTo>
                      <a:pt x="88" y="91"/>
                      <a:pt x="89" y="92"/>
                      <a:pt x="91" y="93"/>
                    </a:cubicBezTo>
                    <a:cubicBezTo>
                      <a:pt x="92" y="94"/>
                      <a:pt x="92" y="96"/>
                      <a:pt x="92" y="97"/>
                    </a:cubicBezTo>
                    <a:cubicBezTo>
                      <a:pt x="92" y="100"/>
                      <a:pt x="92" y="101"/>
                      <a:pt x="91" y="103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5" name="îšḻïḍe" descr="658aef97-95b3-4bf0-90b7-a83a3bb787a2">
                <a:extLst>
                  <a:ext uri="{FF2B5EF4-FFF2-40B4-BE49-F238E27FC236}">
                    <a16:creationId xmlns:a16="http://schemas.microsoft.com/office/drawing/2014/main" id="{E2B166A5-408C-458C-8897-74D5612AE227}"/>
                  </a:ext>
                </a:extLst>
              </p:cNvPr>
              <p:cNvSpPr/>
              <p:nvPr/>
            </p:nvSpPr>
            <p:spPr bwMode="auto">
              <a:xfrm>
                <a:off x="7117059" y="3379266"/>
                <a:ext cx="305855" cy="312033"/>
              </a:xfrm>
              <a:custGeom>
                <a:avLst/>
                <a:gdLst>
                  <a:gd name="T0" fmla="*/ 92 w 167"/>
                  <a:gd name="T1" fmla="*/ 16 h 171"/>
                  <a:gd name="T2" fmla="*/ 68 w 167"/>
                  <a:gd name="T3" fmla="*/ 18 h 171"/>
                  <a:gd name="T4" fmla="*/ 46 w 167"/>
                  <a:gd name="T5" fmla="*/ 9 h 171"/>
                  <a:gd name="T6" fmla="*/ 31 w 167"/>
                  <a:gd name="T7" fmla="*/ 42 h 171"/>
                  <a:gd name="T8" fmla="*/ 6 w 167"/>
                  <a:gd name="T9" fmla="*/ 52 h 171"/>
                  <a:gd name="T10" fmla="*/ 16 w 167"/>
                  <a:gd name="T11" fmla="*/ 74 h 171"/>
                  <a:gd name="T12" fmla="*/ 16 w 167"/>
                  <a:gd name="T13" fmla="*/ 97 h 171"/>
                  <a:gd name="T14" fmla="*/ 8 w 167"/>
                  <a:gd name="T15" fmla="*/ 122 h 171"/>
                  <a:gd name="T16" fmla="*/ 45 w 167"/>
                  <a:gd name="T17" fmla="*/ 142 h 171"/>
                  <a:gd name="T18" fmla="*/ 56 w 167"/>
                  <a:gd name="T19" fmla="*/ 166 h 171"/>
                  <a:gd name="T20" fmla="*/ 77 w 167"/>
                  <a:gd name="T21" fmla="*/ 154 h 171"/>
                  <a:gd name="T22" fmla="*/ 99 w 167"/>
                  <a:gd name="T23" fmla="*/ 170 h 171"/>
                  <a:gd name="T24" fmla="*/ 111 w 167"/>
                  <a:gd name="T25" fmla="*/ 149 h 171"/>
                  <a:gd name="T26" fmla="*/ 137 w 167"/>
                  <a:gd name="T27" fmla="*/ 152 h 171"/>
                  <a:gd name="T28" fmla="*/ 138 w 167"/>
                  <a:gd name="T29" fmla="*/ 128 h 171"/>
                  <a:gd name="T30" fmla="*/ 163 w 167"/>
                  <a:gd name="T31" fmla="*/ 119 h 171"/>
                  <a:gd name="T32" fmla="*/ 152 w 167"/>
                  <a:gd name="T33" fmla="*/ 95 h 171"/>
                  <a:gd name="T34" fmla="*/ 167 w 167"/>
                  <a:gd name="T35" fmla="*/ 77 h 171"/>
                  <a:gd name="T36" fmla="*/ 148 w 167"/>
                  <a:gd name="T37" fmla="*/ 60 h 171"/>
                  <a:gd name="T38" fmla="*/ 153 w 167"/>
                  <a:gd name="T39" fmla="*/ 34 h 171"/>
                  <a:gd name="T40" fmla="*/ 124 w 167"/>
                  <a:gd name="T41" fmla="*/ 29 h 171"/>
                  <a:gd name="T42" fmla="*/ 113 w 167"/>
                  <a:gd name="T43" fmla="*/ 5 h 171"/>
                  <a:gd name="T44" fmla="*/ 84 w 167"/>
                  <a:gd name="T45" fmla="*/ 143 h 171"/>
                  <a:gd name="T46" fmla="*/ 142 w 167"/>
                  <a:gd name="T47" fmla="*/ 85 h 171"/>
                  <a:gd name="T48" fmla="*/ 92 w 167"/>
                  <a:gd name="T49" fmla="*/ 104 h 171"/>
                  <a:gd name="T50" fmla="*/ 87 w 167"/>
                  <a:gd name="T51" fmla="*/ 108 h 171"/>
                  <a:gd name="T52" fmla="*/ 79 w 167"/>
                  <a:gd name="T53" fmla="*/ 63 h 171"/>
                  <a:gd name="T54" fmla="*/ 78 w 167"/>
                  <a:gd name="T55" fmla="*/ 74 h 171"/>
                  <a:gd name="T56" fmla="*/ 79 w 167"/>
                  <a:gd name="T57" fmla="*/ 63 h 171"/>
                  <a:gd name="T58" fmla="*/ 84 w 167"/>
                  <a:gd name="T59" fmla="*/ 135 h 171"/>
                  <a:gd name="T60" fmla="*/ 102 w 167"/>
                  <a:gd name="T61" fmla="*/ 103 h 171"/>
                  <a:gd name="T62" fmla="*/ 87 w 167"/>
                  <a:gd name="T63" fmla="*/ 115 h 171"/>
                  <a:gd name="T64" fmla="*/ 83 w 167"/>
                  <a:gd name="T65" fmla="*/ 116 h 171"/>
                  <a:gd name="T66" fmla="*/ 76 w 167"/>
                  <a:gd name="T67" fmla="*/ 115 h 171"/>
                  <a:gd name="T68" fmla="*/ 64 w 167"/>
                  <a:gd name="T69" fmla="*/ 111 h 171"/>
                  <a:gd name="T70" fmla="*/ 74 w 167"/>
                  <a:gd name="T71" fmla="*/ 106 h 171"/>
                  <a:gd name="T72" fmla="*/ 83 w 167"/>
                  <a:gd name="T73" fmla="*/ 90 h 171"/>
                  <a:gd name="T74" fmla="*/ 68 w 167"/>
                  <a:gd name="T75" fmla="*/ 79 h 171"/>
                  <a:gd name="T76" fmla="*/ 70 w 167"/>
                  <a:gd name="T77" fmla="*/ 62 h 171"/>
                  <a:gd name="T78" fmla="*/ 83 w 167"/>
                  <a:gd name="T79" fmla="*/ 50 h 171"/>
                  <a:gd name="T80" fmla="*/ 87 w 167"/>
                  <a:gd name="T81" fmla="*/ 54 h 171"/>
                  <a:gd name="T82" fmla="*/ 99 w 167"/>
                  <a:gd name="T83" fmla="*/ 65 h 171"/>
                  <a:gd name="T84" fmla="*/ 87 w 167"/>
                  <a:gd name="T85" fmla="*/ 79 h 171"/>
                  <a:gd name="T86" fmla="*/ 102 w 167"/>
                  <a:gd name="T87" fmla="*/ 9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67" h="171">
                    <a:moveTo>
                      <a:pt x="103" y="19"/>
                    </a:moveTo>
                    <a:cubicBezTo>
                      <a:pt x="99" y="18"/>
                      <a:pt x="96" y="17"/>
                      <a:pt x="92" y="17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68" y="18"/>
                      <a:pt x="68" y="18"/>
                      <a:pt x="68" y="18"/>
                    </a:cubicBezTo>
                    <a:cubicBezTo>
                      <a:pt x="65" y="19"/>
                      <a:pt x="61" y="20"/>
                      <a:pt x="58" y="22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5" y="37"/>
                      <a:pt x="33" y="39"/>
                      <a:pt x="31" y="42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6" y="52"/>
                      <a:pt x="6" y="52"/>
                      <a:pt x="6" y="5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8" y="66"/>
                      <a:pt x="17" y="69"/>
                      <a:pt x="17" y="74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16" y="97"/>
                      <a:pt x="16" y="97"/>
                      <a:pt x="16" y="97"/>
                    </a:cubicBezTo>
                    <a:cubicBezTo>
                      <a:pt x="17" y="102"/>
                      <a:pt x="19" y="107"/>
                      <a:pt x="20" y="111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17" y="137"/>
                      <a:pt x="17" y="137"/>
                      <a:pt x="17" y="137"/>
                    </a:cubicBezTo>
                    <a:cubicBezTo>
                      <a:pt x="33" y="131"/>
                      <a:pt x="33" y="131"/>
                      <a:pt x="33" y="131"/>
                    </a:cubicBezTo>
                    <a:cubicBezTo>
                      <a:pt x="37" y="135"/>
                      <a:pt x="41" y="139"/>
                      <a:pt x="45" y="142"/>
                    </a:cubicBezTo>
                    <a:cubicBezTo>
                      <a:pt x="45" y="142"/>
                      <a:pt x="45" y="142"/>
                      <a:pt x="45" y="142"/>
                    </a:cubicBezTo>
                    <a:cubicBezTo>
                      <a:pt x="41" y="159"/>
                      <a:pt x="41" y="159"/>
                      <a:pt x="41" y="159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70" y="153"/>
                      <a:pt x="74" y="154"/>
                      <a:pt x="77" y="154"/>
                    </a:cubicBezTo>
                    <a:cubicBezTo>
                      <a:pt x="77" y="154"/>
                      <a:pt x="77" y="154"/>
                      <a:pt x="77" y="154"/>
                    </a:cubicBezTo>
                    <a:cubicBezTo>
                      <a:pt x="81" y="171"/>
                      <a:pt x="81" y="171"/>
                      <a:pt x="81" y="171"/>
                    </a:cubicBezTo>
                    <a:cubicBezTo>
                      <a:pt x="99" y="170"/>
                      <a:pt x="99" y="170"/>
                      <a:pt x="99" y="170"/>
                    </a:cubicBezTo>
                    <a:cubicBezTo>
                      <a:pt x="101" y="152"/>
                      <a:pt x="101" y="152"/>
                      <a:pt x="101" y="152"/>
                    </a:cubicBezTo>
                    <a:cubicBezTo>
                      <a:pt x="101" y="152"/>
                      <a:pt x="101" y="152"/>
                      <a:pt x="101" y="152"/>
                    </a:cubicBezTo>
                    <a:cubicBezTo>
                      <a:pt x="104" y="151"/>
                      <a:pt x="108" y="150"/>
                      <a:pt x="111" y="149"/>
                    </a:cubicBezTo>
                    <a:cubicBezTo>
                      <a:pt x="112" y="149"/>
                      <a:pt x="112" y="149"/>
                      <a:pt x="112" y="149"/>
                    </a:cubicBezTo>
                    <a:cubicBezTo>
                      <a:pt x="123" y="162"/>
                      <a:pt x="123" y="162"/>
                      <a:pt x="123" y="162"/>
                    </a:cubicBezTo>
                    <a:cubicBezTo>
                      <a:pt x="137" y="152"/>
                      <a:pt x="137" y="152"/>
                      <a:pt x="137" y="152"/>
                    </a:cubicBezTo>
                    <a:cubicBezTo>
                      <a:pt x="131" y="136"/>
                      <a:pt x="131" y="136"/>
                      <a:pt x="131" y="136"/>
                    </a:cubicBezTo>
                    <a:cubicBezTo>
                      <a:pt x="131" y="136"/>
                      <a:pt x="131" y="136"/>
                      <a:pt x="131" y="136"/>
                    </a:cubicBezTo>
                    <a:cubicBezTo>
                      <a:pt x="134" y="134"/>
                      <a:pt x="136" y="131"/>
                      <a:pt x="138" y="128"/>
                    </a:cubicBezTo>
                    <a:cubicBezTo>
                      <a:pt x="139" y="129"/>
                      <a:pt x="139" y="129"/>
                      <a:pt x="139" y="129"/>
                    </a:cubicBezTo>
                    <a:cubicBezTo>
                      <a:pt x="155" y="134"/>
                      <a:pt x="155" y="134"/>
                      <a:pt x="155" y="134"/>
                    </a:cubicBezTo>
                    <a:cubicBezTo>
                      <a:pt x="163" y="119"/>
                      <a:pt x="163" y="119"/>
                      <a:pt x="163" y="119"/>
                    </a:cubicBezTo>
                    <a:cubicBezTo>
                      <a:pt x="150" y="108"/>
                      <a:pt x="150" y="108"/>
                      <a:pt x="150" y="108"/>
                    </a:cubicBezTo>
                    <a:cubicBezTo>
                      <a:pt x="150" y="107"/>
                      <a:pt x="150" y="107"/>
                      <a:pt x="150" y="107"/>
                    </a:cubicBezTo>
                    <a:cubicBezTo>
                      <a:pt x="151" y="103"/>
                      <a:pt x="152" y="100"/>
                      <a:pt x="152" y="95"/>
                    </a:cubicBezTo>
                    <a:cubicBezTo>
                      <a:pt x="153" y="95"/>
                      <a:pt x="153" y="95"/>
                      <a:pt x="153" y="95"/>
                    </a:cubicBezTo>
                    <a:cubicBezTo>
                      <a:pt x="167" y="94"/>
                      <a:pt x="167" y="94"/>
                      <a:pt x="167" y="94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52" y="74"/>
                      <a:pt x="152" y="74"/>
                      <a:pt x="152" y="74"/>
                    </a:cubicBezTo>
                    <a:cubicBezTo>
                      <a:pt x="152" y="74"/>
                      <a:pt x="152" y="74"/>
                      <a:pt x="152" y="74"/>
                    </a:cubicBezTo>
                    <a:cubicBezTo>
                      <a:pt x="151" y="69"/>
                      <a:pt x="150" y="64"/>
                      <a:pt x="148" y="60"/>
                    </a:cubicBezTo>
                    <a:cubicBezTo>
                      <a:pt x="149" y="60"/>
                      <a:pt x="149" y="60"/>
                      <a:pt x="149" y="60"/>
                    </a:cubicBezTo>
                    <a:cubicBezTo>
                      <a:pt x="162" y="48"/>
                      <a:pt x="162" y="48"/>
                      <a:pt x="162" y="48"/>
                    </a:cubicBezTo>
                    <a:cubicBezTo>
                      <a:pt x="153" y="34"/>
                      <a:pt x="153" y="34"/>
                      <a:pt x="153" y="34"/>
                    </a:cubicBezTo>
                    <a:cubicBezTo>
                      <a:pt x="136" y="40"/>
                      <a:pt x="136" y="40"/>
                      <a:pt x="136" y="40"/>
                    </a:cubicBezTo>
                    <a:cubicBezTo>
                      <a:pt x="136" y="40"/>
                      <a:pt x="136" y="40"/>
                      <a:pt x="136" y="40"/>
                    </a:cubicBezTo>
                    <a:cubicBezTo>
                      <a:pt x="133" y="36"/>
                      <a:pt x="128" y="32"/>
                      <a:pt x="124" y="29"/>
                    </a:cubicBezTo>
                    <a:cubicBezTo>
                      <a:pt x="124" y="28"/>
                      <a:pt x="124" y="28"/>
                      <a:pt x="124" y="28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03" y="19"/>
                      <a:pt x="103" y="19"/>
                      <a:pt x="103" y="19"/>
                    </a:cubicBezTo>
                    <a:close/>
                    <a:moveTo>
                      <a:pt x="142" y="85"/>
                    </a:moveTo>
                    <a:cubicBezTo>
                      <a:pt x="142" y="117"/>
                      <a:pt x="116" y="143"/>
                      <a:pt x="84" y="143"/>
                    </a:cubicBezTo>
                    <a:cubicBezTo>
                      <a:pt x="53" y="143"/>
                      <a:pt x="27" y="117"/>
                      <a:pt x="27" y="85"/>
                    </a:cubicBezTo>
                    <a:cubicBezTo>
                      <a:pt x="27" y="54"/>
                      <a:pt x="53" y="28"/>
                      <a:pt x="84" y="28"/>
                    </a:cubicBezTo>
                    <a:cubicBezTo>
                      <a:pt x="116" y="28"/>
                      <a:pt x="142" y="54"/>
                      <a:pt x="142" y="85"/>
                    </a:cubicBezTo>
                    <a:close/>
                    <a:moveTo>
                      <a:pt x="91" y="95"/>
                    </a:moveTo>
                    <a:cubicBezTo>
                      <a:pt x="92" y="96"/>
                      <a:pt x="93" y="97"/>
                      <a:pt x="93" y="99"/>
                    </a:cubicBezTo>
                    <a:cubicBezTo>
                      <a:pt x="93" y="101"/>
                      <a:pt x="93" y="103"/>
                      <a:pt x="92" y="104"/>
                    </a:cubicBezTo>
                    <a:cubicBezTo>
                      <a:pt x="92" y="106"/>
                      <a:pt x="91" y="107"/>
                      <a:pt x="90" y="107"/>
                    </a:cubicBezTo>
                    <a:cubicBezTo>
                      <a:pt x="90" y="107"/>
                      <a:pt x="89" y="107"/>
                      <a:pt x="89" y="107"/>
                    </a:cubicBezTo>
                    <a:cubicBezTo>
                      <a:pt x="88" y="108"/>
                      <a:pt x="87" y="108"/>
                      <a:pt x="87" y="108"/>
                    </a:cubicBezTo>
                    <a:cubicBezTo>
                      <a:pt x="87" y="92"/>
                      <a:pt x="87" y="92"/>
                      <a:pt x="87" y="92"/>
                    </a:cubicBezTo>
                    <a:cubicBezTo>
                      <a:pt x="87" y="93"/>
                      <a:pt x="90" y="94"/>
                      <a:pt x="91" y="95"/>
                    </a:cubicBezTo>
                    <a:close/>
                    <a:moveTo>
                      <a:pt x="79" y="63"/>
                    </a:moveTo>
                    <a:cubicBezTo>
                      <a:pt x="80" y="63"/>
                      <a:pt x="79" y="63"/>
                      <a:pt x="83" y="62"/>
                    </a:cubicBezTo>
                    <a:cubicBezTo>
                      <a:pt x="83" y="76"/>
                      <a:pt x="83" y="76"/>
                      <a:pt x="83" y="76"/>
                    </a:cubicBezTo>
                    <a:cubicBezTo>
                      <a:pt x="79" y="76"/>
                      <a:pt x="79" y="75"/>
                      <a:pt x="78" y="74"/>
                    </a:cubicBezTo>
                    <a:cubicBezTo>
                      <a:pt x="77" y="72"/>
                      <a:pt x="76" y="71"/>
                      <a:pt x="76" y="69"/>
                    </a:cubicBezTo>
                    <a:cubicBezTo>
                      <a:pt x="76" y="68"/>
                      <a:pt x="76" y="67"/>
                      <a:pt x="77" y="66"/>
                    </a:cubicBezTo>
                    <a:cubicBezTo>
                      <a:pt x="77" y="65"/>
                      <a:pt x="78" y="64"/>
                      <a:pt x="79" y="63"/>
                    </a:cubicBezTo>
                    <a:close/>
                    <a:moveTo>
                      <a:pt x="84" y="35"/>
                    </a:moveTo>
                    <a:cubicBezTo>
                      <a:pt x="56" y="35"/>
                      <a:pt x="34" y="58"/>
                      <a:pt x="34" y="85"/>
                    </a:cubicBezTo>
                    <a:cubicBezTo>
                      <a:pt x="34" y="113"/>
                      <a:pt x="56" y="135"/>
                      <a:pt x="84" y="135"/>
                    </a:cubicBezTo>
                    <a:cubicBezTo>
                      <a:pt x="111" y="135"/>
                      <a:pt x="134" y="113"/>
                      <a:pt x="134" y="85"/>
                    </a:cubicBezTo>
                    <a:cubicBezTo>
                      <a:pt x="134" y="58"/>
                      <a:pt x="111" y="35"/>
                      <a:pt x="84" y="35"/>
                    </a:cubicBezTo>
                    <a:close/>
                    <a:moveTo>
                      <a:pt x="102" y="103"/>
                    </a:moveTo>
                    <a:cubicBezTo>
                      <a:pt x="101" y="105"/>
                      <a:pt x="100" y="107"/>
                      <a:pt x="99" y="108"/>
                    </a:cubicBezTo>
                    <a:cubicBezTo>
                      <a:pt x="97" y="110"/>
                      <a:pt x="96" y="111"/>
                      <a:pt x="94" y="112"/>
                    </a:cubicBezTo>
                    <a:cubicBezTo>
                      <a:pt x="92" y="114"/>
                      <a:pt x="91" y="115"/>
                      <a:pt x="87" y="115"/>
                    </a:cubicBezTo>
                    <a:cubicBezTo>
                      <a:pt x="87" y="122"/>
                      <a:pt x="87" y="122"/>
                      <a:pt x="87" y="122"/>
                    </a:cubicBezTo>
                    <a:cubicBezTo>
                      <a:pt x="83" y="122"/>
                      <a:pt x="83" y="122"/>
                      <a:pt x="83" y="122"/>
                    </a:cubicBezTo>
                    <a:cubicBezTo>
                      <a:pt x="83" y="116"/>
                      <a:pt x="83" y="116"/>
                      <a:pt x="83" y="116"/>
                    </a:cubicBezTo>
                    <a:cubicBezTo>
                      <a:pt x="83" y="116"/>
                      <a:pt x="82" y="116"/>
                      <a:pt x="82" y="116"/>
                    </a:cubicBezTo>
                    <a:cubicBezTo>
                      <a:pt x="82" y="116"/>
                      <a:pt x="81" y="116"/>
                      <a:pt x="81" y="116"/>
                    </a:cubicBezTo>
                    <a:cubicBezTo>
                      <a:pt x="79" y="116"/>
                      <a:pt x="78" y="116"/>
                      <a:pt x="76" y="115"/>
                    </a:cubicBezTo>
                    <a:cubicBezTo>
                      <a:pt x="74" y="115"/>
                      <a:pt x="73" y="115"/>
                      <a:pt x="72" y="115"/>
                    </a:cubicBezTo>
                    <a:cubicBezTo>
                      <a:pt x="70" y="114"/>
                      <a:pt x="69" y="114"/>
                      <a:pt x="68" y="113"/>
                    </a:cubicBezTo>
                    <a:cubicBezTo>
                      <a:pt x="66" y="113"/>
                      <a:pt x="65" y="112"/>
                      <a:pt x="64" y="111"/>
                    </a:cubicBezTo>
                    <a:cubicBezTo>
                      <a:pt x="67" y="103"/>
                      <a:pt x="67" y="103"/>
                      <a:pt x="67" y="103"/>
                    </a:cubicBezTo>
                    <a:cubicBezTo>
                      <a:pt x="68" y="103"/>
                      <a:pt x="69" y="104"/>
                      <a:pt x="70" y="104"/>
                    </a:cubicBezTo>
                    <a:cubicBezTo>
                      <a:pt x="71" y="105"/>
                      <a:pt x="72" y="106"/>
                      <a:pt x="74" y="106"/>
                    </a:cubicBezTo>
                    <a:cubicBezTo>
                      <a:pt x="75" y="107"/>
                      <a:pt x="77" y="107"/>
                      <a:pt x="78" y="107"/>
                    </a:cubicBezTo>
                    <a:cubicBezTo>
                      <a:pt x="80" y="108"/>
                      <a:pt x="79" y="108"/>
                      <a:pt x="83" y="108"/>
                    </a:cubicBezTo>
                    <a:cubicBezTo>
                      <a:pt x="83" y="90"/>
                      <a:pt x="83" y="90"/>
                      <a:pt x="83" y="90"/>
                    </a:cubicBezTo>
                    <a:cubicBezTo>
                      <a:pt x="79" y="89"/>
                      <a:pt x="79" y="88"/>
                      <a:pt x="77" y="87"/>
                    </a:cubicBezTo>
                    <a:cubicBezTo>
                      <a:pt x="75" y="86"/>
                      <a:pt x="73" y="85"/>
                      <a:pt x="71" y="84"/>
                    </a:cubicBezTo>
                    <a:cubicBezTo>
                      <a:pt x="70" y="82"/>
                      <a:pt x="68" y="81"/>
                      <a:pt x="68" y="79"/>
                    </a:cubicBezTo>
                    <a:cubicBezTo>
                      <a:pt x="67" y="77"/>
                      <a:pt x="66" y="74"/>
                      <a:pt x="66" y="71"/>
                    </a:cubicBezTo>
                    <a:cubicBezTo>
                      <a:pt x="66" y="70"/>
                      <a:pt x="66" y="68"/>
                      <a:pt x="67" y="66"/>
                    </a:cubicBezTo>
                    <a:cubicBezTo>
                      <a:pt x="68" y="65"/>
                      <a:pt x="69" y="63"/>
                      <a:pt x="70" y="62"/>
                    </a:cubicBezTo>
                    <a:cubicBezTo>
                      <a:pt x="72" y="60"/>
                      <a:pt x="74" y="59"/>
                      <a:pt x="76" y="58"/>
                    </a:cubicBezTo>
                    <a:cubicBezTo>
                      <a:pt x="78" y="57"/>
                      <a:pt x="79" y="56"/>
                      <a:pt x="83" y="55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7" y="50"/>
                      <a:pt x="87" y="50"/>
                      <a:pt x="87" y="50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9" y="54"/>
                      <a:pt x="92" y="55"/>
                      <a:pt x="94" y="55"/>
                    </a:cubicBezTo>
                    <a:cubicBezTo>
                      <a:pt x="96" y="55"/>
                      <a:pt x="98" y="56"/>
                      <a:pt x="101" y="56"/>
                    </a:cubicBezTo>
                    <a:cubicBezTo>
                      <a:pt x="99" y="65"/>
                      <a:pt x="99" y="65"/>
                      <a:pt x="99" y="65"/>
                    </a:cubicBezTo>
                    <a:cubicBezTo>
                      <a:pt x="97" y="64"/>
                      <a:pt x="95" y="64"/>
                      <a:pt x="93" y="63"/>
                    </a:cubicBezTo>
                    <a:cubicBezTo>
                      <a:pt x="91" y="63"/>
                      <a:pt x="87" y="62"/>
                      <a:pt x="87" y="62"/>
                    </a:cubicBezTo>
                    <a:cubicBezTo>
                      <a:pt x="87" y="79"/>
                      <a:pt x="87" y="79"/>
                      <a:pt x="87" y="79"/>
                    </a:cubicBezTo>
                    <a:cubicBezTo>
                      <a:pt x="87" y="79"/>
                      <a:pt x="91" y="80"/>
                      <a:pt x="93" y="81"/>
                    </a:cubicBezTo>
                    <a:cubicBezTo>
                      <a:pt x="95" y="82"/>
                      <a:pt x="96" y="83"/>
                      <a:pt x="98" y="84"/>
                    </a:cubicBezTo>
                    <a:cubicBezTo>
                      <a:pt x="99" y="86"/>
                      <a:pt x="101" y="88"/>
                      <a:pt x="102" y="90"/>
                    </a:cubicBezTo>
                    <a:cubicBezTo>
                      <a:pt x="103" y="92"/>
                      <a:pt x="103" y="94"/>
                      <a:pt x="103" y="98"/>
                    </a:cubicBezTo>
                    <a:cubicBezTo>
                      <a:pt x="103" y="99"/>
                      <a:pt x="103" y="101"/>
                      <a:pt x="102" y="103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6" name="iṡlïḋe" descr="b85a9937-de4f-45e5-a2d1-f6c0d93d430d">
                <a:extLst>
                  <a:ext uri="{FF2B5EF4-FFF2-40B4-BE49-F238E27FC236}">
                    <a16:creationId xmlns:a16="http://schemas.microsoft.com/office/drawing/2014/main" id="{E12B1C43-AAFF-491B-937B-5B88AA992D2F}"/>
                  </a:ext>
                </a:extLst>
              </p:cNvPr>
              <p:cNvSpPr/>
              <p:nvPr/>
            </p:nvSpPr>
            <p:spPr bwMode="auto">
              <a:xfrm>
                <a:off x="5149087" y="4385653"/>
                <a:ext cx="305855" cy="312033"/>
              </a:xfrm>
              <a:custGeom>
                <a:avLst/>
                <a:gdLst>
                  <a:gd name="T0" fmla="*/ 33 w 167"/>
                  <a:gd name="T1" fmla="*/ 86 h 171"/>
                  <a:gd name="T2" fmla="*/ 103 w 167"/>
                  <a:gd name="T3" fmla="*/ 19 h 171"/>
                  <a:gd name="T4" fmla="*/ 124 w 167"/>
                  <a:gd name="T5" fmla="*/ 28 h 171"/>
                  <a:gd name="T6" fmla="*/ 136 w 167"/>
                  <a:gd name="T7" fmla="*/ 40 h 171"/>
                  <a:gd name="T8" fmla="*/ 149 w 167"/>
                  <a:gd name="T9" fmla="*/ 60 h 171"/>
                  <a:gd name="T10" fmla="*/ 151 w 167"/>
                  <a:gd name="T11" fmla="*/ 74 h 171"/>
                  <a:gd name="T12" fmla="*/ 153 w 167"/>
                  <a:gd name="T13" fmla="*/ 95 h 171"/>
                  <a:gd name="T14" fmla="*/ 150 w 167"/>
                  <a:gd name="T15" fmla="*/ 108 h 171"/>
                  <a:gd name="T16" fmla="*/ 139 w 167"/>
                  <a:gd name="T17" fmla="*/ 129 h 171"/>
                  <a:gd name="T18" fmla="*/ 131 w 167"/>
                  <a:gd name="T19" fmla="*/ 136 h 171"/>
                  <a:gd name="T20" fmla="*/ 111 w 167"/>
                  <a:gd name="T21" fmla="*/ 149 h 171"/>
                  <a:gd name="T22" fmla="*/ 101 w 167"/>
                  <a:gd name="T23" fmla="*/ 153 h 171"/>
                  <a:gd name="T24" fmla="*/ 77 w 167"/>
                  <a:gd name="T25" fmla="*/ 155 h 171"/>
                  <a:gd name="T26" fmla="*/ 66 w 167"/>
                  <a:gd name="T27" fmla="*/ 152 h 171"/>
                  <a:gd name="T28" fmla="*/ 45 w 167"/>
                  <a:gd name="T29" fmla="*/ 143 h 171"/>
                  <a:gd name="T30" fmla="*/ 17 w 167"/>
                  <a:gd name="T31" fmla="*/ 137 h 171"/>
                  <a:gd name="T32" fmla="*/ 20 w 167"/>
                  <a:gd name="T33" fmla="*/ 111 h 171"/>
                  <a:gd name="T34" fmla="*/ 0 w 167"/>
                  <a:gd name="T35" fmla="*/ 77 h 171"/>
                  <a:gd name="T36" fmla="*/ 19 w 167"/>
                  <a:gd name="T37" fmla="*/ 63 h 171"/>
                  <a:gd name="T38" fmla="*/ 30 w 167"/>
                  <a:gd name="T39" fmla="*/ 42 h 171"/>
                  <a:gd name="T40" fmla="*/ 32 w 167"/>
                  <a:gd name="T41" fmla="*/ 18 h 171"/>
                  <a:gd name="T42" fmla="*/ 58 w 167"/>
                  <a:gd name="T43" fmla="*/ 22 h 171"/>
                  <a:gd name="T44" fmla="*/ 88 w 167"/>
                  <a:gd name="T45" fmla="*/ 0 h 171"/>
                  <a:gd name="T46" fmla="*/ 103 w 167"/>
                  <a:gd name="T47" fmla="*/ 19 h 171"/>
                  <a:gd name="T48" fmla="*/ 84 w 167"/>
                  <a:gd name="T49" fmla="*/ 143 h 171"/>
                  <a:gd name="T50" fmla="*/ 102 w 167"/>
                  <a:gd name="T51" fmla="*/ 90 h 171"/>
                  <a:gd name="T52" fmla="*/ 87 w 167"/>
                  <a:gd name="T53" fmla="*/ 79 h 171"/>
                  <a:gd name="T54" fmla="*/ 99 w 167"/>
                  <a:gd name="T55" fmla="*/ 65 h 171"/>
                  <a:gd name="T56" fmla="*/ 87 w 167"/>
                  <a:gd name="T57" fmla="*/ 55 h 171"/>
                  <a:gd name="T58" fmla="*/ 82 w 167"/>
                  <a:gd name="T59" fmla="*/ 49 h 171"/>
                  <a:gd name="T60" fmla="*/ 70 w 167"/>
                  <a:gd name="T61" fmla="*/ 62 h 171"/>
                  <a:gd name="T62" fmla="*/ 67 w 167"/>
                  <a:gd name="T63" fmla="*/ 79 h 171"/>
                  <a:gd name="T64" fmla="*/ 82 w 167"/>
                  <a:gd name="T65" fmla="*/ 90 h 171"/>
                  <a:gd name="T66" fmla="*/ 73 w 167"/>
                  <a:gd name="T67" fmla="*/ 106 h 171"/>
                  <a:gd name="T68" fmla="*/ 64 w 167"/>
                  <a:gd name="T69" fmla="*/ 112 h 171"/>
                  <a:gd name="T70" fmla="*/ 76 w 167"/>
                  <a:gd name="T71" fmla="*/ 116 h 171"/>
                  <a:gd name="T72" fmla="*/ 82 w 167"/>
                  <a:gd name="T73" fmla="*/ 116 h 171"/>
                  <a:gd name="T74" fmla="*/ 87 w 167"/>
                  <a:gd name="T75" fmla="*/ 115 h 171"/>
                  <a:gd name="T76" fmla="*/ 102 w 167"/>
                  <a:gd name="T77" fmla="*/ 103 h 171"/>
                  <a:gd name="T78" fmla="*/ 77 w 167"/>
                  <a:gd name="T79" fmla="*/ 66 h 171"/>
                  <a:gd name="T80" fmla="*/ 82 w 167"/>
                  <a:gd name="T81" fmla="*/ 76 h 171"/>
                  <a:gd name="T82" fmla="*/ 77 w 167"/>
                  <a:gd name="T83" fmla="*/ 66 h 171"/>
                  <a:gd name="T84" fmla="*/ 88 w 167"/>
                  <a:gd name="T85" fmla="*/ 108 h 171"/>
                  <a:gd name="T86" fmla="*/ 91 w 167"/>
                  <a:gd name="T87" fmla="*/ 9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67" h="171">
                    <a:moveTo>
                      <a:pt x="133" y="85"/>
                    </a:moveTo>
                    <a:cubicBezTo>
                      <a:pt x="133" y="113"/>
                      <a:pt x="111" y="135"/>
                      <a:pt x="83" y="135"/>
                    </a:cubicBezTo>
                    <a:cubicBezTo>
                      <a:pt x="56" y="135"/>
                      <a:pt x="33" y="113"/>
                      <a:pt x="33" y="86"/>
                    </a:cubicBezTo>
                    <a:cubicBezTo>
                      <a:pt x="33" y="58"/>
                      <a:pt x="56" y="36"/>
                      <a:pt x="83" y="36"/>
                    </a:cubicBezTo>
                    <a:cubicBezTo>
                      <a:pt x="111" y="36"/>
                      <a:pt x="133" y="58"/>
                      <a:pt x="133" y="85"/>
                    </a:cubicBezTo>
                    <a:close/>
                    <a:moveTo>
                      <a:pt x="103" y="19"/>
                    </a:moveTo>
                    <a:cubicBezTo>
                      <a:pt x="113" y="5"/>
                      <a:pt x="113" y="5"/>
                      <a:pt x="113" y="5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24" y="28"/>
                      <a:pt x="124" y="28"/>
                      <a:pt x="124" y="28"/>
                    </a:cubicBezTo>
                    <a:cubicBezTo>
                      <a:pt x="124" y="29"/>
                      <a:pt x="124" y="29"/>
                      <a:pt x="124" y="29"/>
                    </a:cubicBezTo>
                    <a:cubicBezTo>
                      <a:pt x="128" y="32"/>
                      <a:pt x="132" y="36"/>
                      <a:pt x="136" y="40"/>
                    </a:cubicBezTo>
                    <a:cubicBezTo>
                      <a:pt x="136" y="40"/>
                      <a:pt x="136" y="40"/>
                      <a:pt x="136" y="40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61" y="49"/>
                      <a:pt x="161" y="49"/>
                      <a:pt x="161" y="49"/>
                    </a:cubicBezTo>
                    <a:cubicBezTo>
                      <a:pt x="149" y="60"/>
                      <a:pt x="149" y="60"/>
                      <a:pt x="149" y="60"/>
                    </a:cubicBezTo>
                    <a:cubicBezTo>
                      <a:pt x="148" y="60"/>
                      <a:pt x="148" y="60"/>
                      <a:pt x="148" y="60"/>
                    </a:cubicBezTo>
                    <a:cubicBezTo>
                      <a:pt x="150" y="64"/>
                      <a:pt x="151" y="69"/>
                      <a:pt x="152" y="74"/>
                    </a:cubicBezTo>
                    <a:cubicBezTo>
                      <a:pt x="151" y="74"/>
                      <a:pt x="151" y="74"/>
                      <a:pt x="151" y="74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94"/>
                      <a:pt x="167" y="94"/>
                      <a:pt x="167" y="94"/>
                    </a:cubicBezTo>
                    <a:cubicBezTo>
                      <a:pt x="153" y="95"/>
                      <a:pt x="153" y="95"/>
                      <a:pt x="153" y="95"/>
                    </a:cubicBezTo>
                    <a:cubicBezTo>
                      <a:pt x="152" y="95"/>
                      <a:pt x="152" y="95"/>
                      <a:pt x="152" y="95"/>
                    </a:cubicBezTo>
                    <a:cubicBezTo>
                      <a:pt x="152" y="100"/>
                      <a:pt x="151" y="103"/>
                      <a:pt x="150" y="107"/>
                    </a:cubicBezTo>
                    <a:cubicBezTo>
                      <a:pt x="150" y="108"/>
                      <a:pt x="150" y="108"/>
                      <a:pt x="150" y="108"/>
                    </a:cubicBezTo>
                    <a:cubicBezTo>
                      <a:pt x="163" y="119"/>
                      <a:pt x="163" y="119"/>
                      <a:pt x="163" y="119"/>
                    </a:cubicBezTo>
                    <a:cubicBezTo>
                      <a:pt x="155" y="134"/>
                      <a:pt x="155" y="134"/>
                      <a:pt x="155" y="134"/>
                    </a:cubicBezTo>
                    <a:cubicBezTo>
                      <a:pt x="139" y="129"/>
                      <a:pt x="139" y="129"/>
                      <a:pt x="139" y="129"/>
                    </a:cubicBezTo>
                    <a:cubicBezTo>
                      <a:pt x="138" y="128"/>
                      <a:pt x="138" y="128"/>
                      <a:pt x="138" y="128"/>
                    </a:cubicBezTo>
                    <a:cubicBezTo>
                      <a:pt x="136" y="131"/>
                      <a:pt x="134" y="134"/>
                      <a:pt x="131" y="136"/>
                    </a:cubicBezTo>
                    <a:cubicBezTo>
                      <a:pt x="131" y="136"/>
                      <a:pt x="131" y="136"/>
                      <a:pt x="131" y="136"/>
                    </a:cubicBezTo>
                    <a:cubicBezTo>
                      <a:pt x="137" y="153"/>
                      <a:pt x="137" y="153"/>
                      <a:pt x="137" y="153"/>
                    </a:cubicBezTo>
                    <a:cubicBezTo>
                      <a:pt x="123" y="162"/>
                      <a:pt x="123" y="162"/>
                      <a:pt x="123" y="162"/>
                    </a:cubicBezTo>
                    <a:cubicBezTo>
                      <a:pt x="111" y="149"/>
                      <a:pt x="111" y="149"/>
                      <a:pt x="111" y="149"/>
                    </a:cubicBezTo>
                    <a:cubicBezTo>
                      <a:pt x="111" y="149"/>
                      <a:pt x="111" y="149"/>
                      <a:pt x="111" y="149"/>
                    </a:cubicBezTo>
                    <a:cubicBezTo>
                      <a:pt x="108" y="150"/>
                      <a:pt x="104" y="152"/>
                      <a:pt x="101" y="152"/>
                    </a:cubicBezTo>
                    <a:cubicBezTo>
                      <a:pt x="101" y="153"/>
                      <a:pt x="101" y="153"/>
                      <a:pt x="101" y="153"/>
                    </a:cubicBezTo>
                    <a:cubicBezTo>
                      <a:pt x="98" y="170"/>
                      <a:pt x="98" y="170"/>
                      <a:pt x="98" y="170"/>
                    </a:cubicBezTo>
                    <a:cubicBezTo>
                      <a:pt x="81" y="171"/>
                      <a:pt x="81" y="171"/>
                      <a:pt x="81" y="171"/>
                    </a:cubicBezTo>
                    <a:cubicBezTo>
                      <a:pt x="77" y="155"/>
                      <a:pt x="77" y="155"/>
                      <a:pt x="77" y="155"/>
                    </a:cubicBezTo>
                    <a:cubicBezTo>
                      <a:pt x="77" y="154"/>
                      <a:pt x="77" y="154"/>
                      <a:pt x="77" y="154"/>
                    </a:cubicBezTo>
                    <a:cubicBezTo>
                      <a:pt x="74" y="154"/>
                      <a:pt x="70" y="153"/>
                      <a:pt x="66" y="152"/>
                    </a:cubicBezTo>
                    <a:cubicBezTo>
                      <a:pt x="66" y="152"/>
                      <a:pt x="66" y="152"/>
                      <a:pt x="66" y="152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41" y="159"/>
                      <a:pt x="41" y="159"/>
                      <a:pt x="41" y="159"/>
                    </a:cubicBezTo>
                    <a:cubicBezTo>
                      <a:pt x="45" y="143"/>
                      <a:pt x="45" y="143"/>
                      <a:pt x="45" y="143"/>
                    </a:cubicBezTo>
                    <a:cubicBezTo>
                      <a:pt x="45" y="142"/>
                      <a:pt x="45" y="142"/>
                      <a:pt x="45" y="142"/>
                    </a:cubicBezTo>
                    <a:cubicBezTo>
                      <a:pt x="41" y="139"/>
                      <a:pt x="36" y="135"/>
                      <a:pt x="33" y="131"/>
                    </a:cubicBezTo>
                    <a:cubicBezTo>
                      <a:pt x="17" y="137"/>
                      <a:pt x="17" y="137"/>
                      <a:pt x="17" y="137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19" y="107"/>
                      <a:pt x="17" y="102"/>
                      <a:pt x="16" y="97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69"/>
                      <a:pt x="18" y="67"/>
                      <a:pt x="19" y="63"/>
                    </a:cubicBezTo>
                    <a:cubicBezTo>
                      <a:pt x="6" y="52"/>
                      <a:pt x="6" y="52"/>
                      <a:pt x="6" y="52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33" y="40"/>
                      <a:pt x="35" y="37"/>
                      <a:pt x="38" y="34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61" y="20"/>
                      <a:pt x="65" y="19"/>
                      <a:pt x="68" y="18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5" y="17"/>
                      <a:pt x="99" y="18"/>
                      <a:pt x="103" y="19"/>
                    </a:cubicBezTo>
                    <a:close/>
                    <a:moveTo>
                      <a:pt x="84" y="28"/>
                    </a:moveTo>
                    <a:cubicBezTo>
                      <a:pt x="53" y="28"/>
                      <a:pt x="27" y="54"/>
                      <a:pt x="27" y="85"/>
                    </a:cubicBezTo>
                    <a:cubicBezTo>
                      <a:pt x="27" y="117"/>
                      <a:pt x="53" y="143"/>
                      <a:pt x="84" y="143"/>
                    </a:cubicBezTo>
                    <a:cubicBezTo>
                      <a:pt x="116" y="143"/>
                      <a:pt x="142" y="117"/>
                      <a:pt x="142" y="85"/>
                    </a:cubicBezTo>
                    <a:cubicBezTo>
                      <a:pt x="142" y="54"/>
                      <a:pt x="116" y="28"/>
                      <a:pt x="84" y="28"/>
                    </a:cubicBezTo>
                    <a:close/>
                    <a:moveTo>
                      <a:pt x="102" y="90"/>
                    </a:moveTo>
                    <a:cubicBezTo>
                      <a:pt x="101" y="88"/>
                      <a:pt x="99" y="86"/>
                      <a:pt x="98" y="85"/>
                    </a:cubicBezTo>
                    <a:cubicBezTo>
                      <a:pt x="96" y="83"/>
                      <a:pt x="94" y="82"/>
                      <a:pt x="92" y="81"/>
                    </a:cubicBezTo>
                    <a:cubicBezTo>
                      <a:pt x="90" y="80"/>
                      <a:pt x="89" y="79"/>
                      <a:pt x="87" y="79"/>
                    </a:cubicBezTo>
                    <a:cubicBezTo>
                      <a:pt x="87" y="62"/>
                      <a:pt x="87" y="62"/>
                      <a:pt x="87" y="62"/>
                    </a:cubicBezTo>
                    <a:cubicBezTo>
                      <a:pt x="89" y="62"/>
                      <a:pt x="91" y="63"/>
                      <a:pt x="93" y="63"/>
                    </a:cubicBezTo>
                    <a:cubicBezTo>
                      <a:pt x="95" y="64"/>
                      <a:pt x="97" y="64"/>
                      <a:pt x="99" y="65"/>
                    </a:cubicBezTo>
                    <a:cubicBezTo>
                      <a:pt x="100" y="56"/>
                      <a:pt x="100" y="56"/>
                      <a:pt x="100" y="56"/>
                    </a:cubicBezTo>
                    <a:cubicBezTo>
                      <a:pt x="98" y="56"/>
                      <a:pt x="96" y="56"/>
                      <a:pt x="94" y="55"/>
                    </a:cubicBezTo>
                    <a:cubicBezTo>
                      <a:pt x="92" y="55"/>
                      <a:pt x="89" y="55"/>
                      <a:pt x="87" y="55"/>
                    </a:cubicBezTo>
                    <a:cubicBezTo>
                      <a:pt x="87" y="55"/>
                      <a:pt x="87" y="55"/>
                      <a:pt x="87" y="55"/>
                    </a:cubicBezTo>
                    <a:cubicBezTo>
                      <a:pt x="87" y="49"/>
                      <a:pt x="87" y="49"/>
                      <a:pt x="87" y="49"/>
                    </a:cubicBezTo>
                    <a:cubicBezTo>
                      <a:pt x="82" y="49"/>
                      <a:pt x="82" y="49"/>
                      <a:pt x="82" y="49"/>
                    </a:cubicBezTo>
                    <a:cubicBezTo>
                      <a:pt x="82" y="55"/>
                      <a:pt x="82" y="55"/>
                      <a:pt x="82" y="55"/>
                    </a:cubicBezTo>
                    <a:cubicBezTo>
                      <a:pt x="79" y="56"/>
                      <a:pt x="77" y="57"/>
                      <a:pt x="75" y="58"/>
                    </a:cubicBezTo>
                    <a:cubicBezTo>
                      <a:pt x="73" y="59"/>
                      <a:pt x="71" y="60"/>
                      <a:pt x="70" y="62"/>
                    </a:cubicBezTo>
                    <a:cubicBezTo>
                      <a:pt x="69" y="63"/>
                      <a:pt x="68" y="65"/>
                      <a:pt x="67" y="66"/>
                    </a:cubicBezTo>
                    <a:cubicBezTo>
                      <a:pt x="66" y="68"/>
                      <a:pt x="66" y="70"/>
                      <a:pt x="66" y="71"/>
                    </a:cubicBezTo>
                    <a:cubicBezTo>
                      <a:pt x="66" y="74"/>
                      <a:pt x="66" y="77"/>
                      <a:pt x="67" y="79"/>
                    </a:cubicBezTo>
                    <a:cubicBezTo>
                      <a:pt x="68" y="81"/>
                      <a:pt x="69" y="83"/>
                      <a:pt x="71" y="84"/>
                    </a:cubicBezTo>
                    <a:cubicBezTo>
                      <a:pt x="73" y="85"/>
                      <a:pt x="74" y="86"/>
                      <a:pt x="76" y="87"/>
                    </a:cubicBezTo>
                    <a:cubicBezTo>
                      <a:pt x="78" y="88"/>
                      <a:pt x="80" y="89"/>
                      <a:pt x="82" y="90"/>
                    </a:cubicBezTo>
                    <a:cubicBezTo>
                      <a:pt x="82" y="108"/>
                      <a:pt x="82" y="108"/>
                      <a:pt x="82" y="108"/>
                    </a:cubicBezTo>
                    <a:cubicBezTo>
                      <a:pt x="81" y="108"/>
                      <a:pt x="79" y="108"/>
                      <a:pt x="78" y="108"/>
                    </a:cubicBezTo>
                    <a:cubicBezTo>
                      <a:pt x="76" y="107"/>
                      <a:pt x="75" y="107"/>
                      <a:pt x="73" y="106"/>
                    </a:cubicBezTo>
                    <a:cubicBezTo>
                      <a:pt x="72" y="106"/>
                      <a:pt x="71" y="105"/>
                      <a:pt x="70" y="104"/>
                    </a:cubicBezTo>
                    <a:cubicBezTo>
                      <a:pt x="68" y="104"/>
                      <a:pt x="67" y="103"/>
                      <a:pt x="67" y="103"/>
                    </a:cubicBezTo>
                    <a:cubicBezTo>
                      <a:pt x="64" y="112"/>
                      <a:pt x="64" y="112"/>
                      <a:pt x="64" y="112"/>
                    </a:cubicBezTo>
                    <a:cubicBezTo>
                      <a:pt x="65" y="112"/>
                      <a:pt x="66" y="113"/>
                      <a:pt x="68" y="113"/>
                    </a:cubicBezTo>
                    <a:cubicBezTo>
                      <a:pt x="69" y="114"/>
                      <a:pt x="70" y="114"/>
                      <a:pt x="71" y="115"/>
                    </a:cubicBezTo>
                    <a:cubicBezTo>
                      <a:pt x="73" y="115"/>
                      <a:pt x="74" y="115"/>
                      <a:pt x="76" y="116"/>
                    </a:cubicBezTo>
                    <a:cubicBezTo>
                      <a:pt x="77" y="116"/>
                      <a:pt x="79" y="116"/>
                      <a:pt x="81" y="116"/>
                    </a:cubicBezTo>
                    <a:cubicBezTo>
                      <a:pt x="81" y="116"/>
                      <a:pt x="81" y="116"/>
                      <a:pt x="81" y="116"/>
                    </a:cubicBezTo>
                    <a:cubicBezTo>
                      <a:pt x="81" y="116"/>
                      <a:pt x="82" y="116"/>
                      <a:pt x="82" y="116"/>
                    </a:cubicBezTo>
                    <a:cubicBezTo>
                      <a:pt x="82" y="122"/>
                      <a:pt x="82" y="122"/>
                      <a:pt x="82" y="122"/>
                    </a:cubicBezTo>
                    <a:cubicBezTo>
                      <a:pt x="87" y="122"/>
                      <a:pt x="87" y="122"/>
                      <a:pt x="87" y="122"/>
                    </a:cubicBezTo>
                    <a:cubicBezTo>
                      <a:pt x="87" y="115"/>
                      <a:pt x="87" y="115"/>
                      <a:pt x="87" y="115"/>
                    </a:cubicBezTo>
                    <a:cubicBezTo>
                      <a:pt x="89" y="115"/>
                      <a:pt x="92" y="114"/>
                      <a:pt x="94" y="113"/>
                    </a:cubicBezTo>
                    <a:cubicBezTo>
                      <a:pt x="96" y="111"/>
                      <a:pt x="97" y="110"/>
                      <a:pt x="99" y="108"/>
                    </a:cubicBezTo>
                    <a:cubicBezTo>
                      <a:pt x="100" y="107"/>
                      <a:pt x="101" y="105"/>
                      <a:pt x="102" y="103"/>
                    </a:cubicBezTo>
                    <a:cubicBezTo>
                      <a:pt x="103" y="101"/>
                      <a:pt x="103" y="99"/>
                      <a:pt x="103" y="98"/>
                    </a:cubicBezTo>
                    <a:cubicBezTo>
                      <a:pt x="103" y="94"/>
                      <a:pt x="103" y="92"/>
                      <a:pt x="102" y="90"/>
                    </a:cubicBezTo>
                    <a:close/>
                    <a:moveTo>
                      <a:pt x="77" y="66"/>
                    </a:moveTo>
                    <a:cubicBezTo>
                      <a:pt x="77" y="65"/>
                      <a:pt x="77" y="64"/>
                      <a:pt x="78" y="64"/>
                    </a:cubicBezTo>
                    <a:cubicBezTo>
                      <a:pt x="79" y="63"/>
                      <a:pt x="80" y="63"/>
                      <a:pt x="82" y="62"/>
                    </a:cubicBezTo>
                    <a:cubicBezTo>
                      <a:pt x="82" y="76"/>
                      <a:pt x="82" y="76"/>
                      <a:pt x="82" y="76"/>
                    </a:cubicBezTo>
                    <a:cubicBezTo>
                      <a:pt x="80" y="76"/>
                      <a:pt x="79" y="75"/>
                      <a:pt x="78" y="74"/>
                    </a:cubicBezTo>
                    <a:cubicBezTo>
                      <a:pt x="77" y="73"/>
                      <a:pt x="76" y="71"/>
                      <a:pt x="76" y="69"/>
                    </a:cubicBezTo>
                    <a:cubicBezTo>
                      <a:pt x="76" y="68"/>
                      <a:pt x="76" y="67"/>
                      <a:pt x="77" y="66"/>
                    </a:cubicBezTo>
                    <a:close/>
                    <a:moveTo>
                      <a:pt x="92" y="104"/>
                    </a:moveTo>
                    <a:cubicBezTo>
                      <a:pt x="91" y="106"/>
                      <a:pt x="91" y="107"/>
                      <a:pt x="90" y="107"/>
                    </a:cubicBezTo>
                    <a:cubicBezTo>
                      <a:pt x="89" y="107"/>
                      <a:pt x="89" y="107"/>
                      <a:pt x="88" y="108"/>
                    </a:cubicBezTo>
                    <a:cubicBezTo>
                      <a:pt x="88" y="108"/>
                      <a:pt x="87" y="108"/>
                      <a:pt x="87" y="108"/>
                    </a:cubicBezTo>
                    <a:cubicBezTo>
                      <a:pt x="87" y="92"/>
                      <a:pt x="87" y="92"/>
                      <a:pt x="87" y="92"/>
                    </a:cubicBezTo>
                    <a:cubicBezTo>
                      <a:pt x="89" y="93"/>
                      <a:pt x="90" y="94"/>
                      <a:pt x="91" y="95"/>
                    </a:cubicBezTo>
                    <a:cubicBezTo>
                      <a:pt x="92" y="96"/>
                      <a:pt x="93" y="97"/>
                      <a:pt x="93" y="99"/>
                    </a:cubicBezTo>
                    <a:cubicBezTo>
                      <a:pt x="93" y="101"/>
                      <a:pt x="93" y="103"/>
                      <a:pt x="92" y="104"/>
                    </a:cubicBezTo>
                    <a:close/>
                  </a:path>
                </a:pathLst>
              </a:custGeom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7" name="îṩlîḋé" descr="39403591-0430-430f-9b45-9f1eca0a7469">
                <a:extLst>
                  <a:ext uri="{FF2B5EF4-FFF2-40B4-BE49-F238E27FC236}">
                    <a16:creationId xmlns:a16="http://schemas.microsoft.com/office/drawing/2014/main" id="{CD16AA64-B66D-49AD-A08E-D93EC0DD802A}"/>
                  </a:ext>
                </a:extLst>
              </p:cNvPr>
              <p:cNvSpPr/>
              <p:nvPr/>
            </p:nvSpPr>
            <p:spPr bwMode="auto">
              <a:xfrm>
                <a:off x="5286567" y="4605002"/>
                <a:ext cx="600124" cy="610164"/>
              </a:xfrm>
              <a:custGeom>
                <a:avLst/>
                <a:gdLst>
                  <a:gd name="T0" fmla="*/ 66 w 328"/>
                  <a:gd name="T1" fmla="*/ 167 h 334"/>
                  <a:gd name="T2" fmla="*/ 202 w 328"/>
                  <a:gd name="T3" fmla="*/ 36 h 334"/>
                  <a:gd name="T4" fmla="*/ 244 w 328"/>
                  <a:gd name="T5" fmla="*/ 55 h 334"/>
                  <a:gd name="T6" fmla="*/ 268 w 328"/>
                  <a:gd name="T7" fmla="*/ 78 h 334"/>
                  <a:gd name="T8" fmla="*/ 292 w 328"/>
                  <a:gd name="T9" fmla="*/ 116 h 334"/>
                  <a:gd name="T10" fmla="*/ 297 w 328"/>
                  <a:gd name="T11" fmla="*/ 144 h 334"/>
                  <a:gd name="T12" fmla="*/ 300 w 328"/>
                  <a:gd name="T13" fmla="*/ 186 h 334"/>
                  <a:gd name="T14" fmla="*/ 294 w 328"/>
                  <a:gd name="T15" fmla="*/ 211 h 334"/>
                  <a:gd name="T16" fmla="*/ 273 w 328"/>
                  <a:gd name="T17" fmla="*/ 251 h 334"/>
                  <a:gd name="T18" fmla="*/ 257 w 328"/>
                  <a:gd name="T19" fmla="*/ 267 h 334"/>
                  <a:gd name="T20" fmla="*/ 219 w 328"/>
                  <a:gd name="T21" fmla="*/ 292 h 334"/>
                  <a:gd name="T22" fmla="*/ 198 w 328"/>
                  <a:gd name="T23" fmla="*/ 298 h 334"/>
                  <a:gd name="T24" fmla="*/ 152 w 328"/>
                  <a:gd name="T25" fmla="*/ 302 h 334"/>
                  <a:gd name="T26" fmla="*/ 131 w 328"/>
                  <a:gd name="T27" fmla="*/ 297 h 334"/>
                  <a:gd name="T28" fmla="*/ 89 w 328"/>
                  <a:gd name="T29" fmla="*/ 279 h 334"/>
                  <a:gd name="T30" fmla="*/ 33 w 328"/>
                  <a:gd name="T31" fmla="*/ 268 h 334"/>
                  <a:gd name="T32" fmla="*/ 40 w 328"/>
                  <a:gd name="T33" fmla="*/ 217 h 334"/>
                  <a:gd name="T34" fmla="*/ 0 w 328"/>
                  <a:gd name="T35" fmla="*/ 150 h 334"/>
                  <a:gd name="T36" fmla="*/ 38 w 328"/>
                  <a:gd name="T37" fmla="*/ 123 h 334"/>
                  <a:gd name="T38" fmla="*/ 60 w 328"/>
                  <a:gd name="T39" fmla="*/ 82 h 334"/>
                  <a:gd name="T40" fmla="*/ 63 w 328"/>
                  <a:gd name="T41" fmla="*/ 35 h 334"/>
                  <a:gd name="T42" fmla="*/ 114 w 328"/>
                  <a:gd name="T43" fmla="*/ 42 h 334"/>
                  <a:gd name="T44" fmla="*/ 173 w 328"/>
                  <a:gd name="T45" fmla="*/ 0 h 334"/>
                  <a:gd name="T46" fmla="*/ 202 w 328"/>
                  <a:gd name="T47" fmla="*/ 37 h 334"/>
                  <a:gd name="T48" fmla="*/ 54 w 328"/>
                  <a:gd name="T49" fmla="*/ 167 h 334"/>
                  <a:gd name="T50" fmla="*/ 166 w 328"/>
                  <a:gd name="T51" fmla="*/ 55 h 334"/>
                  <a:gd name="T52" fmla="*/ 173 w 328"/>
                  <a:gd name="T53" fmla="*/ 162 h 334"/>
                  <a:gd name="T54" fmla="*/ 173 w 328"/>
                  <a:gd name="T55" fmla="*/ 145 h 334"/>
                  <a:gd name="T56" fmla="*/ 174 w 328"/>
                  <a:gd name="T57" fmla="*/ 137 h 334"/>
                  <a:gd name="T58" fmla="*/ 167 w 328"/>
                  <a:gd name="T59" fmla="*/ 130 h 334"/>
                  <a:gd name="T60" fmla="*/ 156 w 328"/>
                  <a:gd name="T61" fmla="*/ 139 h 334"/>
                  <a:gd name="T62" fmla="*/ 146 w 328"/>
                  <a:gd name="T63" fmla="*/ 152 h 334"/>
                  <a:gd name="T64" fmla="*/ 157 w 328"/>
                  <a:gd name="T65" fmla="*/ 169 h 334"/>
                  <a:gd name="T66" fmla="*/ 158 w 328"/>
                  <a:gd name="T67" fmla="*/ 189 h 334"/>
                  <a:gd name="T68" fmla="*/ 147 w 328"/>
                  <a:gd name="T69" fmla="*/ 184 h 334"/>
                  <a:gd name="T70" fmla="*/ 152 w 328"/>
                  <a:gd name="T71" fmla="*/ 196 h 334"/>
                  <a:gd name="T72" fmla="*/ 162 w 328"/>
                  <a:gd name="T73" fmla="*/ 197 h 334"/>
                  <a:gd name="T74" fmla="*/ 167 w 328"/>
                  <a:gd name="T75" fmla="*/ 203 h 334"/>
                  <a:gd name="T76" fmla="*/ 179 w 328"/>
                  <a:gd name="T77" fmla="*/ 190 h 334"/>
                  <a:gd name="T78" fmla="*/ 182 w 328"/>
                  <a:gd name="T79" fmla="*/ 171 h 334"/>
                  <a:gd name="T80" fmla="*/ 162 w 328"/>
                  <a:gd name="T81" fmla="*/ 144 h 334"/>
                  <a:gd name="T82" fmla="*/ 157 w 328"/>
                  <a:gd name="T83" fmla="*/ 151 h 334"/>
                  <a:gd name="T84" fmla="*/ 170 w 328"/>
                  <a:gd name="T85" fmla="*/ 188 h 334"/>
                  <a:gd name="T86" fmla="*/ 167 w 328"/>
                  <a:gd name="T87" fmla="*/ 173 h 334"/>
                  <a:gd name="T88" fmla="*/ 173 w 328"/>
                  <a:gd name="T89" fmla="*/ 186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8" h="334">
                    <a:moveTo>
                      <a:pt x="262" y="167"/>
                    </a:moveTo>
                    <a:cubicBezTo>
                      <a:pt x="262" y="221"/>
                      <a:pt x="218" y="265"/>
                      <a:pt x="164" y="265"/>
                    </a:cubicBezTo>
                    <a:cubicBezTo>
                      <a:pt x="110" y="265"/>
                      <a:pt x="66" y="221"/>
                      <a:pt x="66" y="167"/>
                    </a:cubicBezTo>
                    <a:cubicBezTo>
                      <a:pt x="66" y="113"/>
                      <a:pt x="110" y="69"/>
                      <a:pt x="164" y="69"/>
                    </a:cubicBezTo>
                    <a:cubicBezTo>
                      <a:pt x="218" y="69"/>
                      <a:pt x="262" y="113"/>
                      <a:pt x="262" y="167"/>
                    </a:cubicBezTo>
                    <a:close/>
                    <a:moveTo>
                      <a:pt x="202" y="36"/>
                    </a:moveTo>
                    <a:cubicBezTo>
                      <a:pt x="222" y="9"/>
                      <a:pt x="222" y="9"/>
                      <a:pt x="222" y="9"/>
                    </a:cubicBezTo>
                    <a:cubicBezTo>
                      <a:pt x="252" y="23"/>
                      <a:pt x="252" y="23"/>
                      <a:pt x="252" y="23"/>
                    </a:cubicBezTo>
                    <a:cubicBezTo>
                      <a:pt x="244" y="55"/>
                      <a:pt x="244" y="55"/>
                      <a:pt x="244" y="55"/>
                    </a:cubicBezTo>
                    <a:cubicBezTo>
                      <a:pt x="243" y="56"/>
                      <a:pt x="243" y="56"/>
                      <a:pt x="243" y="56"/>
                    </a:cubicBezTo>
                    <a:cubicBezTo>
                      <a:pt x="252" y="62"/>
                      <a:pt x="260" y="70"/>
                      <a:pt x="267" y="78"/>
                    </a:cubicBezTo>
                    <a:cubicBezTo>
                      <a:pt x="268" y="78"/>
                      <a:pt x="268" y="78"/>
                      <a:pt x="268" y="78"/>
                    </a:cubicBezTo>
                    <a:cubicBezTo>
                      <a:pt x="299" y="66"/>
                      <a:pt x="299" y="66"/>
                      <a:pt x="299" y="66"/>
                    </a:cubicBezTo>
                    <a:cubicBezTo>
                      <a:pt x="317" y="94"/>
                      <a:pt x="317" y="94"/>
                      <a:pt x="317" y="94"/>
                    </a:cubicBezTo>
                    <a:cubicBezTo>
                      <a:pt x="292" y="116"/>
                      <a:pt x="292" y="116"/>
                      <a:pt x="292" y="116"/>
                    </a:cubicBezTo>
                    <a:cubicBezTo>
                      <a:pt x="291" y="117"/>
                      <a:pt x="291" y="117"/>
                      <a:pt x="291" y="117"/>
                    </a:cubicBezTo>
                    <a:cubicBezTo>
                      <a:pt x="294" y="125"/>
                      <a:pt x="296" y="135"/>
                      <a:pt x="298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328" y="150"/>
                      <a:pt x="328" y="150"/>
                      <a:pt x="328" y="150"/>
                    </a:cubicBezTo>
                    <a:cubicBezTo>
                      <a:pt x="328" y="184"/>
                      <a:pt x="328" y="184"/>
                      <a:pt x="328" y="184"/>
                    </a:cubicBezTo>
                    <a:cubicBezTo>
                      <a:pt x="300" y="186"/>
                      <a:pt x="300" y="186"/>
                      <a:pt x="300" y="186"/>
                    </a:cubicBezTo>
                    <a:cubicBezTo>
                      <a:pt x="299" y="186"/>
                      <a:pt x="299" y="186"/>
                      <a:pt x="299" y="186"/>
                    </a:cubicBezTo>
                    <a:cubicBezTo>
                      <a:pt x="298" y="196"/>
                      <a:pt x="296" y="202"/>
                      <a:pt x="294" y="209"/>
                    </a:cubicBezTo>
                    <a:cubicBezTo>
                      <a:pt x="294" y="211"/>
                      <a:pt x="294" y="211"/>
                      <a:pt x="294" y="211"/>
                    </a:cubicBezTo>
                    <a:cubicBezTo>
                      <a:pt x="320" y="232"/>
                      <a:pt x="320" y="232"/>
                      <a:pt x="320" y="232"/>
                    </a:cubicBezTo>
                    <a:cubicBezTo>
                      <a:pt x="304" y="262"/>
                      <a:pt x="304" y="262"/>
                      <a:pt x="304" y="262"/>
                    </a:cubicBezTo>
                    <a:cubicBezTo>
                      <a:pt x="273" y="251"/>
                      <a:pt x="273" y="251"/>
                      <a:pt x="273" y="251"/>
                    </a:cubicBezTo>
                    <a:cubicBezTo>
                      <a:pt x="272" y="251"/>
                      <a:pt x="272" y="251"/>
                      <a:pt x="272" y="251"/>
                    </a:cubicBezTo>
                    <a:cubicBezTo>
                      <a:pt x="267" y="256"/>
                      <a:pt x="262" y="262"/>
                      <a:pt x="257" y="266"/>
                    </a:cubicBezTo>
                    <a:cubicBezTo>
                      <a:pt x="257" y="267"/>
                      <a:pt x="257" y="267"/>
                      <a:pt x="257" y="267"/>
                    </a:cubicBezTo>
                    <a:cubicBezTo>
                      <a:pt x="269" y="298"/>
                      <a:pt x="269" y="298"/>
                      <a:pt x="269" y="298"/>
                    </a:cubicBezTo>
                    <a:cubicBezTo>
                      <a:pt x="241" y="316"/>
                      <a:pt x="241" y="316"/>
                      <a:pt x="241" y="316"/>
                    </a:cubicBezTo>
                    <a:cubicBezTo>
                      <a:pt x="219" y="292"/>
                      <a:pt x="219" y="292"/>
                      <a:pt x="219" y="292"/>
                    </a:cubicBezTo>
                    <a:cubicBezTo>
                      <a:pt x="218" y="291"/>
                      <a:pt x="218" y="291"/>
                      <a:pt x="218" y="291"/>
                    </a:cubicBezTo>
                    <a:cubicBezTo>
                      <a:pt x="212" y="294"/>
                      <a:pt x="205" y="296"/>
                      <a:pt x="198" y="298"/>
                    </a:cubicBezTo>
                    <a:cubicBezTo>
                      <a:pt x="198" y="298"/>
                      <a:pt x="198" y="298"/>
                      <a:pt x="198" y="298"/>
                    </a:cubicBezTo>
                    <a:cubicBezTo>
                      <a:pt x="193" y="332"/>
                      <a:pt x="193" y="332"/>
                      <a:pt x="193" y="332"/>
                    </a:cubicBezTo>
                    <a:cubicBezTo>
                      <a:pt x="160" y="334"/>
                      <a:pt x="160" y="334"/>
                      <a:pt x="160" y="334"/>
                    </a:cubicBezTo>
                    <a:cubicBezTo>
                      <a:pt x="152" y="302"/>
                      <a:pt x="152" y="302"/>
                      <a:pt x="152" y="302"/>
                    </a:cubicBezTo>
                    <a:cubicBezTo>
                      <a:pt x="152" y="301"/>
                      <a:pt x="152" y="301"/>
                      <a:pt x="152" y="301"/>
                    </a:cubicBezTo>
                    <a:cubicBezTo>
                      <a:pt x="145" y="300"/>
                      <a:pt x="138" y="299"/>
                      <a:pt x="131" y="297"/>
                    </a:cubicBezTo>
                    <a:cubicBezTo>
                      <a:pt x="131" y="297"/>
                      <a:pt x="131" y="297"/>
                      <a:pt x="131" y="297"/>
                    </a:cubicBezTo>
                    <a:cubicBezTo>
                      <a:pt x="111" y="324"/>
                      <a:pt x="111" y="324"/>
                      <a:pt x="111" y="324"/>
                    </a:cubicBezTo>
                    <a:cubicBezTo>
                      <a:pt x="80" y="310"/>
                      <a:pt x="80" y="310"/>
                      <a:pt x="80" y="310"/>
                    </a:cubicBezTo>
                    <a:cubicBezTo>
                      <a:pt x="89" y="279"/>
                      <a:pt x="89" y="279"/>
                      <a:pt x="89" y="279"/>
                    </a:cubicBezTo>
                    <a:cubicBezTo>
                      <a:pt x="89" y="278"/>
                      <a:pt x="89" y="278"/>
                      <a:pt x="89" y="278"/>
                    </a:cubicBezTo>
                    <a:cubicBezTo>
                      <a:pt x="80" y="272"/>
                      <a:pt x="72" y="264"/>
                      <a:pt x="65" y="256"/>
                    </a:cubicBezTo>
                    <a:cubicBezTo>
                      <a:pt x="33" y="268"/>
                      <a:pt x="33" y="268"/>
                      <a:pt x="33" y="268"/>
                    </a:cubicBezTo>
                    <a:cubicBezTo>
                      <a:pt x="15" y="239"/>
                      <a:pt x="15" y="239"/>
                      <a:pt x="15" y="239"/>
                    </a:cubicBezTo>
                    <a:cubicBezTo>
                      <a:pt x="40" y="217"/>
                      <a:pt x="40" y="217"/>
                      <a:pt x="40" y="217"/>
                    </a:cubicBezTo>
                    <a:cubicBezTo>
                      <a:pt x="40" y="217"/>
                      <a:pt x="40" y="217"/>
                      <a:pt x="40" y="217"/>
                    </a:cubicBezTo>
                    <a:cubicBezTo>
                      <a:pt x="37" y="208"/>
                      <a:pt x="34" y="199"/>
                      <a:pt x="33" y="190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50"/>
                      <a:pt x="0" y="150"/>
                      <a:pt x="0" y="150"/>
                    </a:cubicBezTo>
                    <a:cubicBezTo>
                      <a:pt x="32" y="144"/>
                      <a:pt x="32" y="144"/>
                      <a:pt x="32" y="144"/>
                    </a:cubicBezTo>
                    <a:cubicBezTo>
                      <a:pt x="33" y="144"/>
                      <a:pt x="33" y="144"/>
                      <a:pt x="33" y="144"/>
                    </a:cubicBezTo>
                    <a:cubicBezTo>
                      <a:pt x="34" y="135"/>
                      <a:pt x="36" y="130"/>
                      <a:pt x="38" y="123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60" y="82"/>
                      <a:pt x="60" y="82"/>
                      <a:pt x="60" y="82"/>
                    </a:cubicBezTo>
                    <a:cubicBezTo>
                      <a:pt x="60" y="83"/>
                      <a:pt x="60" y="83"/>
                      <a:pt x="60" y="83"/>
                    </a:cubicBezTo>
                    <a:cubicBezTo>
                      <a:pt x="65" y="77"/>
                      <a:pt x="70" y="72"/>
                      <a:pt x="75" y="67"/>
                    </a:cubicBezTo>
                    <a:cubicBezTo>
                      <a:pt x="63" y="35"/>
                      <a:pt x="63" y="35"/>
                      <a:pt x="63" y="35"/>
                    </a:cubicBezTo>
                    <a:cubicBezTo>
                      <a:pt x="91" y="17"/>
                      <a:pt x="91" y="17"/>
                      <a:pt x="91" y="17"/>
                    </a:cubicBezTo>
                    <a:cubicBezTo>
                      <a:pt x="113" y="42"/>
                      <a:pt x="113" y="42"/>
                      <a:pt x="113" y="42"/>
                    </a:cubicBezTo>
                    <a:cubicBezTo>
                      <a:pt x="114" y="42"/>
                      <a:pt x="114" y="42"/>
                      <a:pt x="114" y="42"/>
                    </a:cubicBezTo>
                    <a:cubicBezTo>
                      <a:pt x="120" y="39"/>
                      <a:pt x="127" y="37"/>
                      <a:pt x="135" y="35"/>
                    </a:cubicBezTo>
                    <a:cubicBezTo>
                      <a:pt x="139" y="2"/>
                      <a:pt x="139" y="2"/>
                      <a:pt x="139" y="2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80" y="32"/>
                      <a:pt x="180" y="32"/>
                      <a:pt x="180" y="32"/>
                    </a:cubicBezTo>
                    <a:cubicBezTo>
                      <a:pt x="180" y="32"/>
                      <a:pt x="180" y="32"/>
                      <a:pt x="180" y="32"/>
                    </a:cubicBezTo>
                    <a:cubicBezTo>
                      <a:pt x="188" y="33"/>
                      <a:pt x="195" y="35"/>
                      <a:pt x="202" y="37"/>
                    </a:cubicBezTo>
                    <a:lnTo>
                      <a:pt x="202" y="36"/>
                    </a:lnTo>
                    <a:close/>
                    <a:moveTo>
                      <a:pt x="166" y="55"/>
                    </a:moveTo>
                    <a:cubicBezTo>
                      <a:pt x="104" y="55"/>
                      <a:pt x="54" y="105"/>
                      <a:pt x="54" y="167"/>
                    </a:cubicBezTo>
                    <a:cubicBezTo>
                      <a:pt x="54" y="229"/>
                      <a:pt x="104" y="279"/>
                      <a:pt x="166" y="279"/>
                    </a:cubicBezTo>
                    <a:cubicBezTo>
                      <a:pt x="228" y="279"/>
                      <a:pt x="278" y="229"/>
                      <a:pt x="278" y="167"/>
                    </a:cubicBezTo>
                    <a:cubicBezTo>
                      <a:pt x="278" y="105"/>
                      <a:pt x="228" y="55"/>
                      <a:pt x="166" y="55"/>
                    </a:cubicBezTo>
                    <a:close/>
                    <a:moveTo>
                      <a:pt x="182" y="171"/>
                    </a:moveTo>
                    <a:cubicBezTo>
                      <a:pt x="181" y="169"/>
                      <a:pt x="180" y="167"/>
                      <a:pt x="178" y="166"/>
                    </a:cubicBezTo>
                    <a:cubicBezTo>
                      <a:pt x="177" y="164"/>
                      <a:pt x="175" y="163"/>
                      <a:pt x="173" y="162"/>
                    </a:cubicBezTo>
                    <a:cubicBezTo>
                      <a:pt x="171" y="162"/>
                      <a:pt x="169" y="161"/>
                      <a:pt x="167" y="160"/>
                    </a:cubicBezTo>
                    <a:cubicBezTo>
                      <a:pt x="167" y="144"/>
                      <a:pt x="167" y="144"/>
                      <a:pt x="167" y="144"/>
                    </a:cubicBezTo>
                    <a:cubicBezTo>
                      <a:pt x="169" y="144"/>
                      <a:pt x="171" y="144"/>
                      <a:pt x="173" y="145"/>
                    </a:cubicBezTo>
                    <a:cubicBezTo>
                      <a:pt x="175" y="145"/>
                      <a:pt x="177" y="146"/>
                      <a:pt x="179" y="146"/>
                    </a:cubicBezTo>
                    <a:cubicBezTo>
                      <a:pt x="181" y="138"/>
                      <a:pt x="181" y="138"/>
                      <a:pt x="181" y="138"/>
                    </a:cubicBezTo>
                    <a:cubicBezTo>
                      <a:pt x="179" y="137"/>
                      <a:pt x="177" y="137"/>
                      <a:pt x="174" y="137"/>
                    </a:cubicBezTo>
                    <a:cubicBezTo>
                      <a:pt x="172" y="136"/>
                      <a:pt x="170" y="136"/>
                      <a:pt x="167" y="136"/>
                    </a:cubicBezTo>
                    <a:cubicBezTo>
                      <a:pt x="167" y="136"/>
                      <a:pt x="167" y="136"/>
                      <a:pt x="167" y="136"/>
                    </a:cubicBezTo>
                    <a:cubicBezTo>
                      <a:pt x="167" y="130"/>
                      <a:pt x="167" y="130"/>
                      <a:pt x="167" y="130"/>
                    </a:cubicBezTo>
                    <a:cubicBezTo>
                      <a:pt x="162" y="130"/>
                      <a:pt x="162" y="130"/>
                      <a:pt x="162" y="130"/>
                    </a:cubicBezTo>
                    <a:cubicBezTo>
                      <a:pt x="162" y="137"/>
                      <a:pt x="162" y="137"/>
                      <a:pt x="162" y="137"/>
                    </a:cubicBezTo>
                    <a:cubicBezTo>
                      <a:pt x="160" y="137"/>
                      <a:pt x="158" y="138"/>
                      <a:pt x="156" y="139"/>
                    </a:cubicBezTo>
                    <a:cubicBezTo>
                      <a:pt x="154" y="140"/>
                      <a:pt x="152" y="142"/>
                      <a:pt x="151" y="143"/>
                    </a:cubicBezTo>
                    <a:cubicBezTo>
                      <a:pt x="149" y="145"/>
                      <a:pt x="148" y="146"/>
                      <a:pt x="148" y="148"/>
                    </a:cubicBezTo>
                    <a:cubicBezTo>
                      <a:pt x="147" y="149"/>
                      <a:pt x="146" y="151"/>
                      <a:pt x="146" y="152"/>
                    </a:cubicBezTo>
                    <a:cubicBezTo>
                      <a:pt x="146" y="156"/>
                      <a:pt x="147" y="158"/>
                      <a:pt x="148" y="160"/>
                    </a:cubicBezTo>
                    <a:cubicBezTo>
                      <a:pt x="149" y="162"/>
                      <a:pt x="150" y="164"/>
                      <a:pt x="152" y="165"/>
                    </a:cubicBezTo>
                    <a:cubicBezTo>
                      <a:pt x="153" y="167"/>
                      <a:pt x="155" y="168"/>
                      <a:pt x="157" y="169"/>
                    </a:cubicBezTo>
                    <a:cubicBezTo>
                      <a:pt x="159" y="170"/>
                      <a:pt x="161" y="170"/>
                      <a:pt x="162" y="171"/>
                    </a:cubicBezTo>
                    <a:cubicBezTo>
                      <a:pt x="162" y="190"/>
                      <a:pt x="162" y="190"/>
                      <a:pt x="162" y="190"/>
                    </a:cubicBezTo>
                    <a:cubicBezTo>
                      <a:pt x="161" y="190"/>
                      <a:pt x="160" y="189"/>
                      <a:pt x="158" y="189"/>
                    </a:cubicBezTo>
                    <a:cubicBezTo>
                      <a:pt x="157" y="188"/>
                      <a:pt x="155" y="188"/>
                      <a:pt x="154" y="187"/>
                    </a:cubicBezTo>
                    <a:cubicBezTo>
                      <a:pt x="153" y="187"/>
                      <a:pt x="151" y="186"/>
                      <a:pt x="150" y="186"/>
                    </a:cubicBezTo>
                    <a:cubicBezTo>
                      <a:pt x="149" y="185"/>
                      <a:pt x="148" y="185"/>
                      <a:pt x="147" y="184"/>
                    </a:cubicBezTo>
                    <a:cubicBezTo>
                      <a:pt x="144" y="193"/>
                      <a:pt x="144" y="193"/>
                      <a:pt x="144" y="193"/>
                    </a:cubicBezTo>
                    <a:cubicBezTo>
                      <a:pt x="146" y="194"/>
                      <a:pt x="147" y="194"/>
                      <a:pt x="148" y="195"/>
                    </a:cubicBezTo>
                    <a:cubicBezTo>
                      <a:pt x="149" y="195"/>
                      <a:pt x="151" y="196"/>
                      <a:pt x="152" y="196"/>
                    </a:cubicBezTo>
                    <a:cubicBezTo>
                      <a:pt x="153" y="196"/>
                      <a:pt x="155" y="197"/>
                      <a:pt x="156" y="197"/>
                    </a:cubicBezTo>
                    <a:cubicBezTo>
                      <a:pt x="158" y="197"/>
                      <a:pt x="160" y="197"/>
                      <a:pt x="161" y="197"/>
                    </a:cubicBezTo>
                    <a:cubicBezTo>
                      <a:pt x="162" y="197"/>
                      <a:pt x="162" y="197"/>
                      <a:pt x="162" y="197"/>
                    </a:cubicBezTo>
                    <a:cubicBezTo>
                      <a:pt x="162" y="197"/>
                      <a:pt x="162" y="197"/>
                      <a:pt x="162" y="197"/>
                    </a:cubicBezTo>
                    <a:cubicBezTo>
                      <a:pt x="162" y="203"/>
                      <a:pt x="162" y="203"/>
                      <a:pt x="162" y="203"/>
                    </a:cubicBezTo>
                    <a:cubicBezTo>
                      <a:pt x="167" y="203"/>
                      <a:pt x="167" y="203"/>
                      <a:pt x="167" y="203"/>
                    </a:cubicBezTo>
                    <a:cubicBezTo>
                      <a:pt x="167" y="197"/>
                      <a:pt x="167" y="197"/>
                      <a:pt x="167" y="197"/>
                    </a:cubicBezTo>
                    <a:cubicBezTo>
                      <a:pt x="170" y="196"/>
                      <a:pt x="172" y="195"/>
                      <a:pt x="174" y="194"/>
                    </a:cubicBezTo>
                    <a:cubicBezTo>
                      <a:pt x="176" y="193"/>
                      <a:pt x="178" y="191"/>
                      <a:pt x="179" y="190"/>
                    </a:cubicBezTo>
                    <a:cubicBezTo>
                      <a:pt x="181" y="188"/>
                      <a:pt x="182" y="186"/>
                      <a:pt x="183" y="184"/>
                    </a:cubicBezTo>
                    <a:cubicBezTo>
                      <a:pt x="183" y="183"/>
                      <a:pt x="184" y="181"/>
                      <a:pt x="184" y="179"/>
                    </a:cubicBezTo>
                    <a:cubicBezTo>
                      <a:pt x="184" y="176"/>
                      <a:pt x="183" y="173"/>
                      <a:pt x="182" y="171"/>
                    </a:cubicBezTo>
                    <a:close/>
                    <a:moveTo>
                      <a:pt x="157" y="147"/>
                    </a:moveTo>
                    <a:cubicBezTo>
                      <a:pt x="157" y="146"/>
                      <a:pt x="158" y="145"/>
                      <a:pt x="159" y="145"/>
                    </a:cubicBezTo>
                    <a:cubicBezTo>
                      <a:pt x="160" y="144"/>
                      <a:pt x="161" y="144"/>
                      <a:pt x="162" y="144"/>
                    </a:cubicBezTo>
                    <a:cubicBezTo>
                      <a:pt x="162" y="158"/>
                      <a:pt x="162" y="158"/>
                      <a:pt x="162" y="158"/>
                    </a:cubicBezTo>
                    <a:cubicBezTo>
                      <a:pt x="161" y="157"/>
                      <a:pt x="159" y="156"/>
                      <a:pt x="158" y="155"/>
                    </a:cubicBezTo>
                    <a:cubicBezTo>
                      <a:pt x="157" y="154"/>
                      <a:pt x="157" y="152"/>
                      <a:pt x="157" y="151"/>
                    </a:cubicBezTo>
                    <a:cubicBezTo>
                      <a:pt x="157" y="149"/>
                      <a:pt x="157" y="148"/>
                      <a:pt x="157" y="147"/>
                    </a:cubicBezTo>
                    <a:close/>
                    <a:moveTo>
                      <a:pt x="173" y="186"/>
                    </a:moveTo>
                    <a:cubicBezTo>
                      <a:pt x="172" y="187"/>
                      <a:pt x="171" y="188"/>
                      <a:pt x="170" y="188"/>
                    </a:cubicBezTo>
                    <a:cubicBezTo>
                      <a:pt x="170" y="189"/>
                      <a:pt x="170" y="189"/>
                      <a:pt x="169" y="189"/>
                    </a:cubicBezTo>
                    <a:cubicBezTo>
                      <a:pt x="169" y="189"/>
                      <a:pt x="168" y="189"/>
                      <a:pt x="167" y="189"/>
                    </a:cubicBezTo>
                    <a:cubicBezTo>
                      <a:pt x="167" y="173"/>
                      <a:pt x="167" y="173"/>
                      <a:pt x="167" y="173"/>
                    </a:cubicBezTo>
                    <a:cubicBezTo>
                      <a:pt x="169" y="174"/>
                      <a:pt x="171" y="175"/>
                      <a:pt x="172" y="176"/>
                    </a:cubicBezTo>
                    <a:cubicBezTo>
                      <a:pt x="173" y="177"/>
                      <a:pt x="173" y="179"/>
                      <a:pt x="173" y="181"/>
                    </a:cubicBezTo>
                    <a:cubicBezTo>
                      <a:pt x="173" y="183"/>
                      <a:pt x="173" y="185"/>
                      <a:pt x="173" y="1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8" name="iṡḻíḋe" descr="29a68e29-4b36-4b4e-9940-72d5bd5409b2">
                <a:extLst>
                  <a:ext uri="{FF2B5EF4-FFF2-40B4-BE49-F238E27FC236}">
                    <a16:creationId xmlns:a16="http://schemas.microsoft.com/office/drawing/2014/main" id="{138978FD-6A31-43D5-8A7E-81A783A54005}"/>
                  </a:ext>
                </a:extLst>
              </p:cNvPr>
              <p:cNvSpPr/>
              <p:nvPr/>
            </p:nvSpPr>
            <p:spPr bwMode="auto">
              <a:xfrm>
                <a:off x="5912178" y="4944842"/>
                <a:ext cx="305082" cy="312033"/>
              </a:xfrm>
              <a:custGeom>
                <a:avLst/>
                <a:gdLst>
                  <a:gd name="T0" fmla="*/ 33 w 167"/>
                  <a:gd name="T1" fmla="*/ 85 h 171"/>
                  <a:gd name="T2" fmla="*/ 103 w 167"/>
                  <a:gd name="T3" fmla="*/ 19 h 171"/>
                  <a:gd name="T4" fmla="*/ 124 w 167"/>
                  <a:gd name="T5" fmla="*/ 28 h 171"/>
                  <a:gd name="T6" fmla="*/ 136 w 167"/>
                  <a:gd name="T7" fmla="*/ 40 h 171"/>
                  <a:gd name="T8" fmla="*/ 149 w 167"/>
                  <a:gd name="T9" fmla="*/ 59 h 171"/>
                  <a:gd name="T10" fmla="*/ 151 w 167"/>
                  <a:gd name="T11" fmla="*/ 74 h 171"/>
                  <a:gd name="T12" fmla="*/ 153 w 167"/>
                  <a:gd name="T13" fmla="*/ 95 h 171"/>
                  <a:gd name="T14" fmla="*/ 150 w 167"/>
                  <a:gd name="T15" fmla="*/ 108 h 171"/>
                  <a:gd name="T16" fmla="*/ 139 w 167"/>
                  <a:gd name="T17" fmla="*/ 128 h 171"/>
                  <a:gd name="T18" fmla="*/ 131 w 167"/>
                  <a:gd name="T19" fmla="*/ 136 h 171"/>
                  <a:gd name="T20" fmla="*/ 111 w 167"/>
                  <a:gd name="T21" fmla="*/ 149 h 171"/>
                  <a:gd name="T22" fmla="*/ 101 w 167"/>
                  <a:gd name="T23" fmla="*/ 152 h 171"/>
                  <a:gd name="T24" fmla="*/ 77 w 167"/>
                  <a:gd name="T25" fmla="*/ 154 h 171"/>
                  <a:gd name="T26" fmla="*/ 66 w 167"/>
                  <a:gd name="T27" fmla="*/ 152 h 171"/>
                  <a:gd name="T28" fmla="*/ 45 w 167"/>
                  <a:gd name="T29" fmla="*/ 142 h 171"/>
                  <a:gd name="T30" fmla="*/ 17 w 167"/>
                  <a:gd name="T31" fmla="*/ 137 h 171"/>
                  <a:gd name="T32" fmla="*/ 20 w 167"/>
                  <a:gd name="T33" fmla="*/ 111 h 171"/>
                  <a:gd name="T34" fmla="*/ 0 w 167"/>
                  <a:gd name="T35" fmla="*/ 76 h 171"/>
                  <a:gd name="T36" fmla="*/ 19 w 167"/>
                  <a:gd name="T37" fmla="*/ 63 h 171"/>
                  <a:gd name="T38" fmla="*/ 30 w 167"/>
                  <a:gd name="T39" fmla="*/ 42 h 171"/>
                  <a:gd name="T40" fmla="*/ 32 w 167"/>
                  <a:gd name="T41" fmla="*/ 18 h 171"/>
                  <a:gd name="T42" fmla="*/ 58 w 167"/>
                  <a:gd name="T43" fmla="*/ 22 h 171"/>
                  <a:gd name="T44" fmla="*/ 88 w 167"/>
                  <a:gd name="T45" fmla="*/ 0 h 171"/>
                  <a:gd name="T46" fmla="*/ 103 w 167"/>
                  <a:gd name="T47" fmla="*/ 19 h 171"/>
                  <a:gd name="T48" fmla="*/ 84 w 167"/>
                  <a:gd name="T49" fmla="*/ 142 h 171"/>
                  <a:gd name="T50" fmla="*/ 102 w 167"/>
                  <a:gd name="T51" fmla="*/ 90 h 171"/>
                  <a:gd name="T52" fmla="*/ 87 w 167"/>
                  <a:gd name="T53" fmla="*/ 78 h 171"/>
                  <a:gd name="T54" fmla="*/ 99 w 167"/>
                  <a:gd name="T55" fmla="*/ 65 h 171"/>
                  <a:gd name="T56" fmla="*/ 87 w 167"/>
                  <a:gd name="T57" fmla="*/ 55 h 171"/>
                  <a:gd name="T58" fmla="*/ 82 w 167"/>
                  <a:gd name="T59" fmla="*/ 49 h 171"/>
                  <a:gd name="T60" fmla="*/ 70 w 167"/>
                  <a:gd name="T61" fmla="*/ 61 h 171"/>
                  <a:gd name="T62" fmla="*/ 67 w 167"/>
                  <a:gd name="T63" fmla="*/ 79 h 171"/>
                  <a:gd name="T64" fmla="*/ 82 w 167"/>
                  <a:gd name="T65" fmla="*/ 90 h 171"/>
                  <a:gd name="T66" fmla="*/ 73 w 167"/>
                  <a:gd name="T67" fmla="*/ 106 h 171"/>
                  <a:gd name="T68" fmla="*/ 64 w 167"/>
                  <a:gd name="T69" fmla="*/ 111 h 171"/>
                  <a:gd name="T70" fmla="*/ 76 w 167"/>
                  <a:gd name="T71" fmla="*/ 115 h 171"/>
                  <a:gd name="T72" fmla="*/ 82 w 167"/>
                  <a:gd name="T73" fmla="*/ 116 h 171"/>
                  <a:gd name="T74" fmla="*/ 87 w 167"/>
                  <a:gd name="T75" fmla="*/ 115 h 171"/>
                  <a:gd name="T76" fmla="*/ 102 w 167"/>
                  <a:gd name="T77" fmla="*/ 103 h 171"/>
                  <a:gd name="T78" fmla="*/ 77 w 167"/>
                  <a:gd name="T79" fmla="*/ 65 h 171"/>
                  <a:gd name="T80" fmla="*/ 82 w 167"/>
                  <a:gd name="T81" fmla="*/ 76 h 171"/>
                  <a:gd name="T82" fmla="*/ 77 w 167"/>
                  <a:gd name="T83" fmla="*/ 65 h 171"/>
                  <a:gd name="T84" fmla="*/ 88 w 167"/>
                  <a:gd name="T85" fmla="*/ 107 h 171"/>
                  <a:gd name="T86" fmla="*/ 91 w 167"/>
                  <a:gd name="T87" fmla="*/ 9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67" h="171">
                    <a:moveTo>
                      <a:pt x="133" y="85"/>
                    </a:moveTo>
                    <a:cubicBezTo>
                      <a:pt x="133" y="113"/>
                      <a:pt x="111" y="135"/>
                      <a:pt x="83" y="135"/>
                    </a:cubicBezTo>
                    <a:cubicBezTo>
                      <a:pt x="56" y="135"/>
                      <a:pt x="33" y="113"/>
                      <a:pt x="33" y="85"/>
                    </a:cubicBezTo>
                    <a:cubicBezTo>
                      <a:pt x="33" y="58"/>
                      <a:pt x="56" y="35"/>
                      <a:pt x="83" y="35"/>
                    </a:cubicBezTo>
                    <a:cubicBezTo>
                      <a:pt x="111" y="35"/>
                      <a:pt x="133" y="58"/>
                      <a:pt x="133" y="85"/>
                    </a:cubicBezTo>
                    <a:close/>
                    <a:moveTo>
                      <a:pt x="103" y="19"/>
                    </a:moveTo>
                    <a:cubicBezTo>
                      <a:pt x="113" y="5"/>
                      <a:pt x="113" y="5"/>
                      <a:pt x="113" y="5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24" y="28"/>
                      <a:pt x="124" y="28"/>
                      <a:pt x="124" y="28"/>
                    </a:cubicBezTo>
                    <a:cubicBezTo>
                      <a:pt x="124" y="29"/>
                      <a:pt x="124" y="29"/>
                      <a:pt x="124" y="29"/>
                    </a:cubicBezTo>
                    <a:cubicBezTo>
                      <a:pt x="128" y="32"/>
                      <a:pt x="133" y="36"/>
                      <a:pt x="136" y="40"/>
                    </a:cubicBezTo>
                    <a:cubicBezTo>
                      <a:pt x="136" y="40"/>
                      <a:pt x="136" y="40"/>
                      <a:pt x="136" y="40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61" y="48"/>
                      <a:pt x="161" y="48"/>
                      <a:pt x="161" y="48"/>
                    </a:cubicBezTo>
                    <a:cubicBezTo>
                      <a:pt x="149" y="59"/>
                      <a:pt x="149" y="59"/>
                      <a:pt x="149" y="59"/>
                    </a:cubicBezTo>
                    <a:cubicBezTo>
                      <a:pt x="148" y="60"/>
                      <a:pt x="148" y="60"/>
                      <a:pt x="148" y="60"/>
                    </a:cubicBezTo>
                    <a:cubicBezTo>
                      <a:pt x="150" y="64"/>
                      <a:pt x="151" y="69"/>
                      <a:pt x="152" y="74"/>
                    </a:cubicBezTo>
                    <a:cubicBezTo>
                      <a:pt x="151" y="74"/>
                      <a:pt x="151" y="74"/>
                      <a:pt x="151" y="74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94"/>
                      <a:pt x="167" y="94"/>
                      <a:pt x="167" y="94"/>
                    </a:cubicBezTo>
                    <a:cubicBezTo>
                      <a:pt x="153" y="95"/>
                      <a:pt x="153" y="95"/>
                      <a:pt x="153" y="95"/>
                    </a:cubicBezTo>
                    <a:cubicBezTo>
                      <a:pt x="152" y="95"/>
                      <a:pt x="152" y="95"/>
                      <a:pt x="152" y="95"/>
                    </a:cubicBezTo>
                    <a:cubicBezTo>
                      <a:pt x="152" y="100"/>
                      <a:pt x="151" y="103"/>
                      <a:pt x="150" y="107"/>
                    </a:cubicBezTo>
                    <a:cubicBezTo>
                      <a:pt x="150" y="108"/>
                      <a:pt x="150" y="108"/>
                      <a:pt x="150" y="108"/>
                    </a:cubicBezTo>
                    <a:cubicBezTo>
                      <a:pt x="163" y="119"/>
                      <a:pt x="163" y="119"/>
                      <a:pt x="163" y="119"/>
                    </a:cubicBezTo>
                    <a:cubicBezTo>
                      <a:pt x="155" y="134"/>
                      <a:pt x="155" y="134"/>
                      <a:pt x="155" y="134"/>
                    </a:cubicBezTo>
                    <a:cubicBezTo>
                      <a:pt x="139" y="128"/>
                      <a:pt x="139" y="128"/>
                      <a:pt x="139" y="128"/>
                    </a:cubicBezTo>
                    <a:cubicBezTo>
                      <a:pt x="138" y="128"/>
                      <a:pt x="138" y="128"/>
                      <a:pt x="138" y="128"/>
                    </a:cubicBezTo>
                    <a:cubicBezTo>
                      <a:pt x="136" y="131"/>
                      <a:pt x="134" y="134"/>
                      <a:pt x="131" y="136"/>
                    </a:cubicBezTo>
                    <a:cubicBezTo>
                      <a:pt x="131" y="136"/>
                      <a:pt x="131" y="136"/>
                      <a:pt x="131" y="136"/>
                    </a:cubicBezTo>
                    <a:cubicBezTo>
                      <a:pt x="137" y="152"/>
                      <a:pt x="137" y="152"/>
                      <a:pt x="137" y="152"/>
                    </a:cubicBezTo>
                    <a:cubicBezTo>
                      <a:pt x="123" y="162"/>
                      <a:pt x="123" y="162"/>
                      <a:pt x="123" y="162"/>
                    </a:cubicBezTo>
                    <a:cubicBezTo>
                      <a:pt x="111" y="149"/>
                      <a:pt x="111" y="149"/>
                      <a:pt x="111" y="149"/>
                    </a:cubicBezTo>
                    <a:cubicBezTo>
                      <a:pt x="111" y="149"/>
                      <a:pt x="111" y="149"/>
                      <a:pt x="111" y="149"/>
                    </a:cubicBezTo>
                    <a:cubicBezTo>
                      <a:pt x="108" y="150"/>
                      <a:pt x="104" y="151"/>
                      <a:pt x="101" y="152"/>
                    </a:cubicBezTo>
                    <a:cubicBezTo>
                      <a:pt x="101" y="152"/>
                      <a:pt x="101" y="152"/>
                      <a:pt x="101" y="152"/>
                    </a:cubicBezTo>
                    <a:cubicBezTo>
                      <a:pt x="98" y="169"/>
                      <a:pt x="98" y="169"/>
                      <a:pt x="98" y="169"/>
                    </a:cubicBezTo>
                    <a:cubicBezTo>
                      <a:pt x="81" y="171"/>
                      <a:pt x="81" y="171"/>
                      <a:pt x="81" y="171"/>
                    </a:cubicBezTo>
                    <a:cubicBezTo>
                      <a:pt x="77" y="154"/>
                      <a:pt x="77" y="154"/>
                      <a:pt x="77" y="154"/>
                    </a:cubicBezTo>
                    <a:cubicBezTo>
                      <a:pt x="77" y="154"/>
                      <a:pt x="77" y="154"/>
                      <a:pt x="77" y="154"/>
                    </a:cubicBezTo>
                    <a:cubicBezTo>
                      <a:pt x="74" y="153"/>
                      <a:pt x="70" y="153"/>
                      <a:pt x="66" y="152"/>
                    </a:cubicBezTo>
                    <a:cubicBezTo>
                      <a:pt x="66" y="152"/>
                      <a:pt x="66" y="152"/>
                      <a:pt x="66" y="152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41" y="158"/>
                      <a:pt x="41" y="158"/>
                      <a:pt x="41" y="158"/>
                    </a:cubicBezTo>
                    <a:cubicBezTo>
                      <a:pt x="45" y="142"/>
                      <a:pt x="45" y="142"/>
                      <a:pt x="45" y="142"/>
                    </a:cubicBezTo>
                    <a:cubicBezTo>
                      <a:pt x="45" y="142"/>
                      <a:pt x="45" y="142"/>
                      <a:pt x="45" y="142"/>
                    </a:cubicBezTo>
                    <a:cubicBezTo>
                      <a:pt x="41" y="139"/>
                      <a:pt x="36" y="135"/>
                      <a:pt x="33" y="131"/>
                    </a:cubicBezTo>
                    <a:cubicBezTo>
                      <a:pt x="17" y="137"/>
                      <a:pt x="17" y="137"/>
                      <a:pt x="17" y="137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19" y="106"/>
                      <a:pt x="17" y="102"/>
                      <a:pt x="16" y="97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69"/>
                      <a:pt x="18" y="66"/>
                      <a:pt x="19" y="63"/>
                    </a:cubicBezTo>
                    <a:cubicBezTo>
                      <a:pt x="6" y="52"/>
                      <a:pt x="6" y="52"/>
                      <a:pt x="6" y="52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33" y="39"/>
                      <a:pt x="35" y="37"/>
                      <a:pt x="38" y="34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61" y="20"/>
                      <a:pt x="65" y="19"/>
                      <a:pt x="68" y="18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5" y="17"/>
                      <a:pt x="99" y="18"/>
                      <a:pt x="103" y="19"/>
                    </a:cubicBezTo>
                    <a:close/>
                    <a:moveTo>
                      <a:pt x="84" y="28"/>
                    </a:moveTo>
                    <a:cubicBezTo>
                      <a:pt x="53" y="28"/>
                      <a:pt x="27" y="54"/>
                      <a:pt x="27" y="85"/>
                    </a:cubicBezTo>
                    <a:cubicBezTo>
                      <a:pt x="27" y="117"/>
                      <a:pt x="53" y="142"/>
                      <a:pt x="84" y="142"/>
                    </a:cubicBezTo>
                    <a:cubicBezTo>
                      <a:pt x="116" y="142"/>
                      <a:pt x="142" y="117"/>
                      <a:pt x="142" y="85"/>
                    </a:cubicBezTo>
                    <a:cubicBezTo>
                      <a:pt x="142" y="54"/>
                      <a:pt x="116" y="28"/>
                      <a:pt x="84" y="28"/>
                    </a:cubicBezTo>
                    <a:close/>
                    <a:moveTo>
                      <a:pt x="102" y="90"/>
                    </a:moveTo>
                    <a:cubicBezTo>
                      <a:pt x="101" y="87"/>
                      <a:pt x="99" y="86"/>
                      <a:pt x="98" y="84"/>
                    </a:cubicBezTo>
                    <a:cubicBezTo>
                      <a:pt x="96" y="83"/>
                      <a:pt x="94" y="82"/>
                      <a:pt x="92" y="81"/>
                    </a:cubicBezTo>
                    <a:cubicBezTo>
                      <a:pt x="90" y="80"/>
                      <a:pt x="89" y="79"/>
                      <a:pt x="87" y="78"/>
                    </a:cubicBezTo>
                    <a:cubicBezTo>
                      <a:pt x="87" y="62"/>
                      <a:pt x="87" y="62"/>
                      <a:pt x="87" y="62"/>
                    </a:cubicBezTo>
                    <a:cubicBezTo>
                      <a:pt x="89" y="62"/>
                      <a:pt x="91" y="63"/>
                      <a:pt x="93" y="63"/>
                    </a:cubicBezTo>
                    <a:cubicBezTo>
                      <a:pt x="95" y="64"/>
                      <a:pt x="97" y="64"/>
                      <a:pt x="99" y="65"/>
                    </a:cubicBezTo>
                    <a:cubicBezTo>
                      <a:pt x="100" y="56"/>
                      <a:pt x="100" y="56"/>
                      <a:pt x="100" y="56"/>
                    </a:cubicBezTo>
                    <a:cubicBezTo>
                      <a:pt x="98" y="56"/>
                      <a:pt x="96" y="55"/>
                      <a:pt x="94" y="55"/>
                    </a:cubicBezTo>
                    <a:cubicBezTo>
                      <a:pt x="92" y="55"/>
                      <a:pt x="89" y="55"/>
                      <a:pt x="87" y="55"/>
                    </a:cubicBezTo>
                    <a:cubicBezTo>
                      <a:pt x="87" y="55"/>
                      <a:pt x="87" y="55"/>
                      <a:pt x="87" y="55"/>
                    </a:cubicBezTo>
                    <a:cubicBezTo>
                      <a:pt x="87" y="49"/>
                      <a:pt x="87" y="49"/>
                      <a:pt x="87" y="49"/>
                    </a:cubicBezTo>
                    <a:cubicBezTo>
                      <a:pt x="82" y="49"/>
                      <a:pt x="82" y="49"/>
                      <a:pt x="82" y="49"/>
                    </a:cubicBezTo>
                    <a:cubicBezTo>
                      <a:pt x="82" y="55"/>
                      <a:pt x="82" y="55"/>
                      <a:pt x="82" y="55"/>
                    </a:cubicBezTo>
                    <a:cubicBezTo>
                      <a:pt x="79" y="56"/>
                      <a:pt x="77" y="56"/>
                      <a:pt x="75" y="58"/>
                    </a:cubicBezTo>
                    <a:cubicBezTo>
                      <a:pt x="73" y="59"/>
                      <a:pt x="71" y="60"/>
                      <a:pt x="70" y="61"/>
                    </a:cubicBezTo>
                    <a:cubicBezTo>
                      <a:pt x="69" y="63"/>
                      <a:pt x="68" y="64"/>
                      <a:pt x="67" y="66"/>
                    </a:cubicBezTo>
                    <a:cubicBezTo>
                      <a:pt x="66" y="68"/>
                      <a:pt x="66" y="69"/>
                      <a:pt x="66" y="71"/>
                    </a:cubicBezTo>
                    <a:cubicBezTo>
                      <a:pt x="66" y="74"/>
                      <a:pt x="66" y="76"/>
                      <a:pt x="67" y="79"/>
                    </a:cubicBezTo>
                    <a:cubicBezTo>
                      <a:pt x="68" y="81"/>
                      <a:pt x="69" y="82"/>
                      <a:pt x="71" y="84"/>
                    </a:cubicBezTo>
                    <a:cubicBezTo>
                      <a:pt x="73" y="85"/>
                      <a:pt x="74" y="86"/>
                      <a:pt x="76" y="87"/>
                    </a:cubicBezTo>
                    <a:cubicBezTo>
                      <a:pt x="78" y="88"/>
                      <a:pt x="80" y="89"/>
                      <a:pt x="82" y="90"/>
                    </a:cubicBezTo>
                    <a:cubicBezTo>
                      <a:pt x="82" y="108"/>
                      <a:pt x="82" y="108"/>
                      <a:pt x="82" y="108"/>
                    </a:cubicBezTo>
                    <a:cubicBezTo>
                      <a:pt x="81" y="108"/>
                      <a:pt x="79" y="108"/>
                      <a:pt x="78" y="107"/>
                    </a:cubicBezTo>
                    <a:cubicBezTo>
                      <a:pt x="76" y="107"/>
                      <a:pt x="75" y="106"/>
                      <a:pt x="73" y="106"/>
                    </a:cubicBezTo>
                    <a:cubicBezTo>
                      <a:pt x="72" y="105"/>
                      <a:pt x="71" y="105"/>
                      <a:pt x="70" y="104"/>
                    </a:cubicBezTo>
                    <a:cubicBezTo>
                      <a:pt x="68" y="104"/>
                      <a:pt x="67" y="103"/>
                      <a:pt x="67" y="102"/>
                    </a:cubicBezTo>
                    <a:cubicBezTo>
                      <a:pt x="64" y="111"/>
                      <a:pt x="64" y="111"/>
                      <a:pt x="64" y="111"/>
                    </a:cubicBezTo>
                    <a:cubicBezTo>
                      <a:pt x="65" y="112"/>
                      <a:pt x="66" y="113"/>
                      <a:pt x="68" y="113"/>
                    </a:cubicBezTo>
                    <a:cubicBezTo>
                      <a:pt x="69" y="114"/>
                      <a:pt x="70" y="114"/>
                      <a:pt x="71" y="114"/>
                    </a:cubicBezTo>
                    <a:cubicBezTo>
                      <a:pt x="73" y="115"/>
                      <a:pt x="74" y="115"/>
                      <a:pt x="76" y="115"/>
                    </a:cubicBezTo>
                    <a:cubicBezTo>
                      <a:pt x="77" y="116"/>
                      <a:pt x="79" y="116"/>
                      <a:pt x="81" y="116"/>
                    </a:cubicBezTo>
                    <a:cubicBezTo>
                      <a:pt x="81" y="116"/>
                      <a:pt x="81" y="116"/>
                      <a:pt x="81" y="116"/>
                    </a:cubicBezTo>
                    <a:cubicBezTo>
                      <a:pt x="81" y="116"/>
                      <a:pt x="82" y="116"/>
                      <a:pt x="82" y="116"/>
                    </a:cubicBezTo>
                    <a:cubicBezTo>
                      <a:pt x="82" y="122"/>
                      <a:pt x="82" y="122"/>
                      <a:pt x="82" y="122"/>
                    </a:cubicBezTo>
                    <a:cubicBezTo>
                      <a:pt x="87" y="122"/>
                      <a:pt x="87" y="122"/>
                      <a:pt x="87" y="122"/>
                    </a:cubicBezTo>
                    <a:cubicBezTo>
                      <a:pt x="87" y="115"/>
                      <a:pt x="87" y="115"/>
                      <a:pt x="87" y="115"/>
                    </a:cubicBezTo>
                    <a:cubicBezTo>
                      <a:pt x="89" y="114"/>
                      <a:pt x="92" y="114"/>
                      <a:pt x="94" y="112"/>
                    </a:cubicBezTo>
                    <a:cubicBezTo>
                      <a:pt x="96" y="111"/>
                      <a:pt x="97" y="110"/>
                      <a:pt x="99" y="108"/>
                    </a:cubicBezTo>
                    <a:cubicBezTo>
                      <a:pt x="100" y="106"/>
                      <a:pt x="101" y="105"/>
                      <a:pt x="102" y="103"/>
                    </a:cubicBezTo>
                    <a:cubicBezTo>
                      <a:pt x="103" y="101"/>
                      <a:pt x="103" y="99"/>
                      <a:pt x="103" y="97"/>
                    </a:cubicBezTo>
                    <a:cubicBezTo>
                      <a:pt x="103" y="94"/>
                      <a:pt x="103" y="92"/>
                      <a:pt x="102" y="90"/>
                    </a:cubicBezTo>
                    <a:close/>
                    <a:moveTo>
                      <a:pt x="77" y="65"/>
                    </a:moveTo>
                    <a:cubicBezTo>
                      <a:pt x="77" y="64"/>
                      <a:pt x="77" y="64"/>
                      <a:pt x="78" y="63"/>
                    </a:cubicBezTo>
                    <a:cubicBezTo>
                      <a:pt x="79" y="63"/>
                      <a:pt x="80" y="62"/>
                      <a:pt x="82" y="62"/>
                    </a:cubicBezTo>
                    <a:cubicBezTo>
                      <a:pt x="82" y="76"/>
                      <a:pt x="82" y="76"/>
                      <a:pt x="82" y="76"/>
                    </a:cubicBezTo>
                    <a:cubicBezTo>
                      <a:pt x="80" y="75"/>
                      <a:pt x="79" y="74"/>
                      <a:pt x="78" y="73"/>
                    </a:cubicBezTo>
                    <a:cubicBezTo>
                      <a:pt x="77" y="72"/>
                      <a:pt x="76" y="71"/>
                      <a:pt x="76" y="69"/>
                    </a:cubicBezTo>
                    <a:cubicBezTo>
                      <a:pt x="76" y="68"/>
                      <a:pt x="76" y="66"/>
                      <a:pt x="77" y="65"/>
                    </a:cubicBezTo>
                    <a:close/>
                    <a:moveTo>
                      <a:pt x="92" y="104"/>
                    </a:moveTo>
                    <a:cubicBezTo>
                      <a:pt x="91" y="106"/>
                      <a:pt x="91" y="106"/>
                      <a:pt x="90" y="107"/>
                    </a:cubicBezTo>
                    <a:cubicBezTo>
                      <a:pt x="89" y="107"/>
                      <a:pt x="89" y="107"/>
                      <a:pt x="88" y="107"/>
                    </a:cubicBezTo>
                    <a:cubicBezTo>
                      <a:pt x="88" y="107"/>
                      <a:pt x="87" y="108"/>
                      <a:pt x="87" y="108"/>
                    </a:cubicBezTo>
                    <a:cubicBezTo>
                      <a:pt x="87" y="92"/>
                      <a:pt x="87" y="92"/>
                      <a:pt x="87" y="92"/>
                    </a:cubicBezTo>
                    <a:cubicBezTo>
                      <a:pt x="89" y="92"/>
                      <a:pt x="90" y="93"/>
                      <a:pt x="91" y="95"/>
                    </a:cubicBezTo>
                    <a:cubicBezTo>
                      <a:pt x="92" y="96"/>
                      <a:pt x="93" y="97"/>
                      <a:pt x="93" y="99"/>
                    </a:cubicBezTo>
                    <a:cubicBezTo>
                      <a:pt x="93" y="101"/>
                      <a:pt x="93" y="103"/>
                      <a:pt x="92" y="104"/>
                    </a:cubicBez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39" name="ïś1iḋê" descr="db944c24-a7df-42f5-87fb-5b8b5fe0a7e9">
                <a:extLst>
                  <a:ext uri="{FF2B5EF4-FFF2-40B4-BE49-F238E27FC236}">
                    <a16:creationId xmlns:a16="http://schemas.microsoft.com/office/drawing/2014/main" id="{C415DDE7-792A-48BB-BB38-3EB2B6047A0C}"/>
                  </a:ext>
                </a:extLst>
              </p:cNvPr>
              <p:cNvSpPr/>
              <p:nvPr/>
            </p:nvSpPr>
            <p:spPr bwMode="auto">
              <a:xfrm>
                <a:off x="4772948" y="2776053"/>
                <a:ext cx="306627" cy="311261"/>
              </a:xfrm>
              <a:custGeom>
                <a:avLst/>
                <a:gdLst>
                  <a:gd name="T0" fmla="*/ 93 w 168"/>
                  <a:gd name="T1" fmla="*/ 16 h 170"/>
                  <a:gd name="T2" fmla="*/ 69 w 168"/>
                  <a:gd name="T3" fmla="*/ 18 h 170"/>
                  <a:gd name="T4" fmla="*/ 47 w 168"/>
                  <a:gd name="T5" fmla="*/ 9 h 170"/>
                  <a:gd name="T6" fmla="*/ 31 w 168"/>
                  <a:gd name="T7" fmla="*/ 42 h 170"/>
                  <a:gd name="T8" fmla="*/ 7 w 168"/>
                  <a:gd name="T9" fmla="*/ 52 h 170"/>
                  <a:gd name="T10" fmla="*/ 17 w 168"/>
                  <a:gd name="T11" fmla="*/ 74 h 170"/>
                  <a:gd name="T12" fmla="*/ 17 w 168"/>
                  <a:gd name="T13" fmla="*/ 97 h 170"/>
                  <a:gd name="T14" fmla="*/ 8 w 168"/>
                  <a:gd name="T15" fmla="*/ 122 h 170"/>
                  <a:gd name="T16" fmla="*/ 46 w 168"/>
                  <a:gd name="T17" fmla="*/ 142 h 170"/>
                  <a:gd name="T18" fmla="*/ 57 w 168"/>
                  <a:gd name="T19" fmla="*/ 166 h 170"/>
                  <a:gd name="T20" fmla="*/ 78 w 168"/>
                  <a:gd name="T21" fmla="*/ 154 h 170"/>
                  <a:gd name="T22" fmla="*/ 99 w 168"/>
                  <a:gd name="T23" fmla="*/ 169 h 170"/>
                  <a:gd name="T24" fmla="*/ 112 w 168"/>
                  <a:gd name="T25" fmla="*/ 149 h 170"/>
                  <a:gd name="T26" fmla="*/ 138 w 168"/>
                  <a:gd name="T27" fmla="*/ 152 h 170"/>
                  <a:gd name="T28" fmla="*/ 139 w 168"/>
                  <a:gd name="T29" fmla="*/ 128 h 170"/>
                  <a:gd name="T30" fmla="*/ 164 w 168"/>
                  <a:gd name="T31" fmla="*/ 119 h 170"/>
                  <a:gd name="T32" fmla="*/ 153 w 168"/>
                  <a:gd name="T33" fmla="*/ 95 h 170"/>
                  <a:gd name="T34" fmla="*/ 168 w 168"/>
                  <a:gd name="T35" fmla="*/ 77 h 170"/>
                  <a:gd name="T36" fmla="*/ 149 w 168"/>
                  <a:gd name="T37" fmla="*/ 60 h 170"/>
                  <a:gd name="T38" fmla="*/ 153 w 168"/>
                  <a:gd name="T39" fmla="*/ 34 h 170"/>
                  <a:gd name="T40" fmla="*/ 125 w 168"/>
                  <a:gd name="T41" fmla="*/ 29 h 170"/>
                  <a:gd name="T42" fmla="*/ 114 w 168"/>
                  <a:gd name="T43" fmla="*/ 5 h 170"/>
                  <a:gd name="T44" fmla="*/ 85 w 168"/>
                  <a:gd name="T45" fmla="*/ 142 h 170"/>
                  <a:gd name="T46" fmla="*/ 142 w 168"/>
                  <a:gd name="T47" fmla="*/ 85 h 170"/>
                  <a:gd name="T48" fmla="*/ 81 w 168"/>
                  <a:gd name="T49" fmla="*/ 76 h 170"/>
                  <a:gd name="T50" fmla="*/ 77 w 168"/>
                  <a:gd name="T51" fmla="*/ 65 h 170"/>
                  <a:gd name="T52" fmla="*/ 34 w 168"/>
                  <a:gd name="T53" fmla="*/ 85 h 170"/>
                  <a:gd name="T54" fmla="*/ 84 w 168"/>
                  <a:gd name="T55" fmla="*/ 35 h 170"/>
                  <a:gd name="T56" fmla="*/ 95 w 168"/>
                  <a:gd name="T57" fmla="*/ 112 h 170"/>
                  <a:gd name="T58" fmla="*/ 81 w 168"/>
                  <a:gd name="T59" fmla="*/ 120 h 170"/>
                  <a:gd name="T60" fmla="*/ 81 w 168"/>
                  <a:gd name="T61" fmla="*/ 116 h 170"/>
                  <a:gd name="T62" fmla="*/ 68 w 168"/>
                  <a:gd name="T63" fmla="*/ 113 h 170"/>
                  <a:gd name="T64" fmla="*/ 70 w 168"/>
                  <a:gd name="T65" fmla="*/ 104 h 170"/>
                  <a:gd name="T66" fmla="*/ 81 w 168"/>
                  <a:gd name="T67" fmla="*/ 108 h 170"/>
                  <a:gd name="T68" fmla="*/ 71 w 168"/>
                  <a:gd name="T69" fmla="*/ 84 h 170"/>
                  <a:gd name="T70" fmla="*/ 68 w 168"/>
                  <a:gd name="T71" fmla="*/ 66 h 170"/>
                  <a:gd name="T72" fmla="*/ 81 w 168"/>
                  <a:gd name="T73" fmla="*/ 55 h 170"/>
                  <a:gd name="T74" fmla="*/ 89 w 168"/>
                  <a:gd name="T75" fmla="*/ 56 h 170"/>
                  <a:gd name="T76" fmla="*/ 101 w 168"/>
                  <a:gd name="T77" fmla="*/ 56 h 170"/>
                  <a:gd name="T78" fmla="*/ 89 w 168"/>
                  <a:gd name="T79" fmla="*/ 62 h 170"/>
                  <a:gd name="T80" fmla="*/ 99 w 168"/>
                  <a:gd name="T81" fmla="*/ 84 h 170"/>
                  <a:gd name="T82" fmla="*/ 103 w 168"/>
                  <a:gd name="T83" fmla="*/ 103 h 170"/>
                  <a:gd name="T84" fmla="*/ 93 w 168"/>
                  <a:gd name="T85" fmla="*/ 104 h 170"/>
                  <a:gd name="T86" fmla="*/ 89 w 168"/>
                  <a:gd name="T87" fmla="*/ 108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68" h="170">
                    <a:moveTo>
                      <a:pt x="103" y="19"/>
                    </a:moveTo>
                    <a:cubicBezTo>
                      <a:pt x="100" y="18"/>
                      <a:pt x="96" y="17"/>
                      <a:pt x="93" y="17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69" y="18"/>
                      <a:pt x="69" y="18"/>
                      <a:pt x="69" y="18"/>
                    </a:cubicBezTo>
                    <a:cubicBezTo>
                      <a:pt x="66" y="19"/>
                      <a:pt x="62" y="20"/>
                      <a:pt x="59" y="21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6" y="37"/>
                      <a:pt x="34" y="39"/>
                      <a:pt x="31" y="42"/>
                    </a:cubicBezTo>
                    <a:cubicBezTo>
                      <a:pt x="31" y="42"/>
                      <a:pt x="31" y="42"/>
                      <a:pt x="31" y="42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20" y="63"/>
                      <a:pt x="20" y="63"/>
                      <a:pt x="20" y="63"/>
                    </a:cubicBezTo>
                    <a:cubicBezTo>
                      <a:pt x="19" y="66"/>
                      <a:pt x="18" y="69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8" y="102"/>
                      <a:pt x="19" y="106"/>
                      <a:pt x="21" y="111"/>
                    </a:cubicBezTo>
                    <a:cubicBezTo>
                      <a:pt x="21" y="111"/>
                      <a:pt x="21" y="111"/>
                      <a:pt x="21" y="111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17" y="137"/>
                      <a:pt x="17" y="137"/>
                      <a:pt x="17" y="137"/>
                    </a:cubicBezTo>
                    <a:cubicBezTo>
                      <a:pt x="34" y="131"/>
                      <a:pt x="34" y="131"/>
                      <a:pt x="34" y="131"/>
                    </a:cubicBezTo>
                    <a:cubicBezTo>
                      <a:pt x="37" y="135"/>
                      <a:pt x="41" y="139"/>
                      <a:pt x="46" y="142"/>
                    </a:cubicBezTo>
                    <a:cubicBezTo>
                      <a:pt x="46" y="142"/>
                      <a:pt x="46" y="142"/>
                      <a:pt x="46" y="142"/>
                    </a:cubicBezTo>
                    <a:cubicBezTo>
                      <a:pt x="41" y="158"/>
                      <a:pt x="41" y="158"/>
                      <a:pt x="41" y="158"/>
                    </a:cubicBezTo>
                    <a:cubicBezTo>
                      <a:pt x="57" y="166"/>
                      <a:pt x="57" y="166"/>
                      <a:pt x="57" y="166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71" y="153"/>
                      <a:pt x="74" y="153"/>
                      <a:pt x="78" y="154"/>
                    </a:cubicBezTo>
                    <a:cubicBezTo>
                      <a:pt x="78" y="154"/>
                      <a:pt x="78" y="154"/>
                      <a:pt x="78" y="154"/>
                    </a:cubicBezTo>
                    <a:cubicBezTo>
                      <a:pt x="82" y="170"/>
                      <a:pt x="82" y="170"/>
                      <a:pt x="82" y="170"/>
                    </a:cubicBezTo>
                    <a:cubicBezTo>
                      <a:pt x="99" y="169"/>
                      <a:pt x="99" y="169"/>
                      <a:pt x="99" y="169"/>
                    </a:cubicBezTo>
                    <a:cubicBezTo>
                      <a:pt x="101" y="152"/>
                      <a:pt x="101" y="152"/>
                      <a:pt x="101" y="152"/>
                    </a:cubicBezTo>
                    <a:cubicBezTo>
                      <a:pt x="101" y="152"/>
                      <a:pt x="101" y="152"/>
                      <a:pt x="101" y="152"/>
                    </a:cubicBezTo>
                    <a:cubicBezTo>
                      <a:pt x="105" y="151"/>
                      <a:pt x="109" y="150"/>
                      <a:pt x="112" y="149"/>
                    </a:cubicBezTo>
                    <a:cubicBezTo>
                      <a:pt x="112" y="149"/>
                      <a:pt x="112" y="149"/>
                      <a:pt x="112" y="149"/>
                    </a:cubicBezTo>
                    <a:cubicBezTo>
                      <a:pt x="124" y="161"/>
                      <a:pt x="124" y="161"/>
                      <a:pt x="124" y="161"/>
                    </a:cubicBezTo>
                    <a:cubicBezTo>
                      <a:pt x="138" y="152"/>
                      <a:pt x="138" y="152"/>
                      <a:pt x="138" y="152"/>
                    </a:cubicBez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4" y="134"/>
                      <a:pt x="137" y="131"/>
                      <a:pt x="139" y="128"/>
                    </a:cubicBezTo>
                    <a:cubicBezTo>
                      <a:pt x="140" y="128"/>
                      <a:pt x="140" y="128"/>
                      <a:pt x="140" y="128"/>
                    </a:cubicBezTo>
                    <a:cubicBezTo>
                      <a:pt x="156" y="134"/>
                      <a:pt x="156" y="134"/>
                      <a:pt x="156" y="134"/>
                    </a:cubicBezTo>
                    <a:cubicBezTo>
                      <a:pt x="164" y="119"/>
                      <a:pt x="164" y="119"/>
                      <a:pt x="164" y="119"/>
                    </a:cubicBezTo>
                    <a:cubicBezTo>
                      <a:pt x="151" y="108"/>
                      <a:pt x="151" y="108"/>
                      <a:pt x="151" y="108"/>
                    </a:cubicBezTo>
                    <a:cubicBezTo>
                      <a:pt x="150" y="107"/>
                      <a:pt x="150" y="107"/>
                      <a:pt x="150" y="107"/>
                    </a:cubicBezTo>
                    <a:cubicBezTo>
                      <a:pt x="152" y="103"/>
                      <a:pt x="152" y="100"/>
                      <a:pt x="153" y="95"/>
                    </a:cubicBezTo>
                    <a:cubicBezTo>
                      <a:pt x="154" y="95"/>
                      <a:pt x="154" y="95"/>
                      <a:pt x="154" y="95"/>
                    </a:cubicBezTo>
                    <a:cubicBezTo>
                      <a:pt x="168" y="94"/>
                      <a:pt x="168" y="94"/>
                      <a:pt x="168" y="94"/>
                    </a:cubicBezTo>
                    <a:cubicBezTo>
                      <a:pt x="168" y="77"/>
                      <a:pt x="168" y="77"/>
                      <a:pt x="168" y="77"/>
                    </a:cubicBezTo>
                    <a:cubicBezTo>
                      <a:pt x="152" y="73"/>
                      <a:pt x="152" y="73"/>
                      <a:pt x="152" y="73"/>
                    </a:cubicBezTo>
                    <a:cubicBezTo>
                      <a:pt x="153" y="73"/>
                      <a:pt x="153" y="73"/>
                      <a:pt x="153" y="73"/>
                    </a:cubicBezTo>
                    <a:cubicBezTo>
                      <a:pt x="152" y="69"/>
                      <a:pt x="151" y="64"/>
                      <a:pt x="149" y="60"/>
                    </a:cubicBezTo>
                    <a:cubicBezTo>
                      <a:pt x="150" y="59"/>
                      <a:pt x="150" y="59"/>
                      <a:pt x="150" y="59"/>
                    </a:cubicBezTo>
                    <a:cubicBezTo>
                      <a:pt x="162" y="48"/>
                      <a:pt x="162" y="48"/>
                      <a:pt x="162" y="48"/>
                    </a:cubicBezTo>
                    <a:cubicBezTo>
                      <a:pt x="153" y="34"/>
                      <a:pt x="153" y="34"/>
                      <a:pt x="153" y="34"/>
                    </a:cubicBezTo>
                    <a:cubicBezTo>
                      <a:pt x="137" y="40"/>
                      <a:pt x="137" y="40"/>
                      <a:pt x="137" y="40"/>
                    </a:cubicBezTo>
                    <a:cubicBezTo>
                      <a:pt x="137" y="40"/>
                      <a:pt x="137" y="40"/>
                      <a:pt x="137" y="40"/>
                    </a:cubicBezTo>
                    <a:cubicBezTo>
                      <a:pt x="133" y="36"/>
                      <a:pt x="129" y="32"/>
                      <a:pt x="125" y="29"/>
                    </a:cubicBezTo>
                    <a:cubicBezTo>
                      <a:pt x="125" y="28"/>
                      <a:pt x="125" y="28"/>
                      <a:pt x="125" y="2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14" y="5"/>
                      <a:pt x="114" y="5"/>
                      <a:pt x="114" y="5"/>
                    </a:cubicBezTo>
                    <a:cubicBezTo>
                      <a:pt x="103" y="19"/>
                      <a:pt x="103" y="19"/>
                      <a:pt x="103" y="19"/>
                    </a:cubicBezTo>
                    <a:close/>
                    <a:moveTo>
                      <a:pt x="142" y="85"/>
                    </a:moveTo>
                    <a:cubicBezTo>
                      <a:pt x="142" y="117"/>
                      <a:pt x="117" y="142"/>
                      <a:pt x="85" y="142"/>
                    </a:cubicBezTo>
                    <a:cubicBezTo>
                      <a:pt x="54" y="142"/>
                      <a:pt x="28" y="117"/>
                      <a:pt x="28" y="85"/>
                    </a:cubicBezTo>
                    <a:cubicBezTo>
                      <a:pt x="28" y="54"/>
                      <a:pt x="54" y="28"/>
                      <a:pt x="85" y="28"/>
                    </a:cubicBezTo>
                    <a:cubicBezTo>
                      <a:pt x="117" y="28"/>
                      <a:pt x="142" y="54"/>
                      <a:pt x="142" y="85"/>
                    </a:cubicBezTo>
                    <a:close/>
                    <a:moveTo>
                      <a:pt x="78" y="63"/>
                    </a:moveTo>
                    <a:cubicBezTo>
                      <a:pt x="79" y="63"/>
                      <a:pt x="81" y="62"/>
                      <a:pt x="81" y="62"/>
                    </a:cubicBezTo>
                    <a:cubicBezTo>
                      <a:pt x="81" y="76"/>
                      <a:pt x="81" y="76"/>
                      <a:pt x="81" y="76"/>
                    </a:cubicBezTo>
                    <a:cubicBezTo>
                      <a:pt x="81" y="75"/>
                      <a:pt x="79" y="74"/>
                      <a:pt x="78" y="73"/>
                    </a:cubicBezTo>
                    <a:cubicBezTo>
                      <a:pt x="77" y="72"/>
                      <a:pt x="77" y="71"/>
                      <a:pt x="77" y="69"/>
                    </a:cubicBezTo>
                    <a:cubicBezTo>
                      <a:pt x="77" y="68"/>
                      <a:pt x="77" y="66"/>
                      <a:pt x="77" y="65"/>
                    </a:cubicBezTo>
                    <a:cubicBezTo>
                      <a:pt x="78" y="64"/>
                      <a:pt x="77" y="64"/>
                      <a:pt x="78" y="63"/>
                    </a:cubicBezTo>
                    <a:close/>
                    <a:moveTo>
                      <a:pt x="84" y="35"/>
                    </a:moveTo>
                    <a:cubicBezTo>
                      <a:pt x="57" y="35"/>
                      <a:pt x="34" y="58"/>
                      <a:pt x="34" y="85"/>
                    </a:cubicBezTo>
                    <a:cubicBezTo>
                      <a:pt x="34" y="113"/>
                      <a:pt x="57" y="135"/>
                      <a:pt x="84" y="135"/>
                    </a:cubicBezTo>
                    <a:cubicBezTo>
                      <a:pt x="112" y="135"/>
                      <a:pt x="134" y="113"/>
                      <a:pt x="134" y="85"/>
                    </a:cubicBezTo>
                    <a:cubicBezTo>
                      <a:pt x="134" y="58"/>
                      <a:pt x="112" y="35"/>
                      <a:pt x="84" y="35"/>
                    </a:cubicBezTo>
                    <a:close/>
                    <a:moveTo>
                      <a:pt x="103" y="103"/>
                    </a:moveTo>
                    <a:cubicBezTo>
                      <a:pt x="102" y="105"/>
                      <a:pt x="101" y="106"/>
                      <a:pt x="100" y="108"/>
                    </a:cubicBezTo>
                    <a:cubicBezTo>
                      <a:pt x="98" y="110"/>
                      <a:pt x="97" y="111"/>
                      <a:pt x="95" y="112"/>
                    </a:cubicBezTo>
                    <a:cubicBezTo>
                      <a:pt x="93" y="113"/>
                      <a:pt x="89" y="114"/>
                      <a:pt x="89" y="115"/>
                    </a:cubicBezTo>
                    <a:cubicBezTo>
                      <a:pt x="89" y="120"/>
                      <a:pt x="89" y="120"/>
                      <a:pt x="89" y="120"/>
                    </a:cubicBezTo>
                    <a:cubicBezTo>
                      <a:pt x="81" y="120"/>
                      <a:pt x="81" y="120"/>
                      <a:pt x="81" y="120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1" y="115"/>
                      <a:pt x="81" y="115"/>
                      <a:pt x="81" y="116"/>
                    </a:cubicBezTo>
                    <a:cubicBezTo>
                      <a:pt x="81" y="116"/>
                      <a:pt x="81" y="116"/>
                      <a:pt x="81" y="116"/>
                    </a:cubicBezTo>
                    <a:cubicBezTo>
                      <a:pt x="79" y="116"/>
                      <a:pt x="78" y="115"/>
                      <a:pt x="76" y="115"/>
                    </a:cubicBezTo>
                    <a:cubicBezTo>
                      <a:pt x="75" y="115"/>
                      <a:pt x="74" y="115"/>
                      <a:pt x="72" y="114"/>
                    </a:cubicBezTo>
                    <a:cubicBezTo>
                      <a:pt x="71" y="114"/>
                      <a:pt x="70" y="114"/>
                      <a:pt x="68" y="113"/>
                    </a:cubicBezTo>
                    <a:cubicBezTo>
                      <a:pt x="67" y="112"/>
                      <a:pt x="66" y="112"/>
                      <a:pt x="65" y="111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8" y="103"/>
                      <a:pt x="69" y="103"/>
                      <a:pt x="70" y="104"/>
                    </a:cubicBezTo>
                    <a:cubicBezTo>
                      <a:pt x="72" y="105"/>
                      <a:pt x="73" y="105"/>
                      <a:pt x="74" y="106"/>
                    </a:cubicBezTo>
                    <a:cubicBezTo>
                      <a:pt x="76" y="106"/>
                      <a:pt x="76" y="107"/>
                      <a:pt x="78" y="107"/>
                    </a:cubicBezTo>
                    <a:cubicBezTo>
                      <a:pt x="79" y="108"/>
                      <a:pt x="81" y="108"/>
                      <a:pt x="81" y="108"/>
                    </a:cubicBezTo>
                    <a:cubicBezTo>
                      <a:pt x="81" y="89"/>
                      <a:pt x="81" y="89"/>
                      <a:pt x="81" y="89"/>
                    </a:cubicBezTo>
                    <a:cubicBezTo>
                      <a:pt x="81" y="89"/>
                      <a:pt x="78" y="88"/>
                      <a:pt x="76" y="87"/>
                    </a:cubicBezTo>
                    <a:cubicBezTo>
                      <a:pt x="74" y="86"/>
                      <a:pt x="73" y="85"/>
                      <a:pt x="71" y="84"/>
                    </a:cubicBezTo>
                    <a:cubicBezTo>
                      <a:pt x="70" y="82"/>
                      <a:pt x="69" y="81"/>
                      <a:pt x="68" y="78"/>
                    </a:cubicBezTo>
                    <a:cubicBezTo>
                      <a:pt x="67" y="76"/>
                      <a:pt x="67" y="74"/>
                      <a:pt x="67" y="71"/>
                    </a:cubicBezTo>
                    <a:cubicBezTo>
                      <a:pt x="67" y="69"/>
                      <a:pt x="67" y="68"/>
                      <a:pt x="68" y="66"/>
                    </a:cubicBezTo>
                    <a:cubicBezTo>
                      <a:pt x="68" y="64"/>
                      <a:pt x="69" y="63"/>
                      <a:pt x="71" y="61"/>
                    </a:cubicBezTo>
                    <a:cubicBezTo>
                      <a:pt x="72" y="60"/>
                      <a:pt x="73" y="59"/>
                      <a:pt x="75" y="57"/>
                    </a:cubicBezTo>
                    <a:cubicBezTo>
                      <a:pt x="77" y="56"/>
                      <a:pt x="81" y="55"/>
                      <a:pt x="81" y="55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9" y="48"/>
                      <a:pt x="89" y="48"/>
                      <a:pt x="89" y="48"/>
                    </a:cubicBezTo>
                    <a:cubicBezTo>
                      <a:pt x="89" y="56"/>
                      <a:pt x="89" y="56"/>
                      <a:pt x="89" y="56"/>
                    </a:cubicBezTo>
                    <a:cubicBezTo>
                      <a:pt x="88" y="56"/>
                      <a:pt x="88" y="56"/>
                      <a:pt x="88" y="56"/>
                    </a:cubicBezTo>
                    <a:cubicBezTo>
                      <a:pt x="90" y="56"/>
                      <a:pt x="93" y="55"/>
                      <a:pt x="95" y="56"/>
                    </a:cubicBezTo>
                    <a:cubicBezTo>
                      <a:pt x="97" y="56"/>
                      <a:pt x="99" y="56"/>
                      <a:pt x="101" y="56"/>
                    </a:cubicBezTo>
                    <a:cubicBezTo>
                      <a:pt x="100" y="65"/>
                      <a:pt x="100" y="65"/>
                      <a:pt x="100" y="65"/>
                    </a:cubicBezTo>
                    <a:cubicBezTo>
                      <a:pt x="98" y="64"/>
                      <a:pt x="96" y="64"/>
                      <a:pt x="94" y="63"/>
                    </a:cubicBezTo>
                    <a:cubicBezTo>
                      <a:pt x="92" y="63"/>
                      <a:pt x="89" y="62"/>
                      <a:pt x="89" y="62"/>
                    </a:cubicBezTo>
                    <a:cubicBezTo>
                      <a:pt x="89" y="78"/>
                      <a:pt x="89" y="78"/>
                      <a:pt x="89" y="78"/>
                    </a:cubicBezTo>
                    <a:cubicBezTo>
                      <a:pt x="89" y="79"/>
                      <a:pt x="92" y="80"/>
                      <a:pt x="94" y="81"/>
                    </a:cubicBezTo>
                    <a:cubicBezTo>
                      <a:pt x="96" y="82"/>
                      <a:pt x="97" y="83"/>
                      <a:pt x="99" y="84"/>
                    </a:cubicBezTo>
                    <a:cubicBezTo>
                      <a:pt x="100" y="86"/>
                      <a:pt x="102" y="87"/>
                      <a:pt x="103" y="89"/>
                    </a:cubicBezTo>
                    <a:cubicBezTo>
                      <a:pt x="104" y="92"/>
                      <a:pt x="104" y="94"/>
                      <a:pt x="104" y="97"/>
                    </a:cubicBezTo>
                    <a:cubicBezTo>
                      <a:pt x="104" y="99"/>
                      <a:pt x="103" y="101"/>
                      <a:pt x="103" y="103"/>
                    </a:cubicBezTo>
                    <a:close/>
                    <a:moveTo>
                      <a:pt x="93" y="94"/>
                    </a:moveTo>
                    <a:cubicBezTo>
                      <a:pt x="94" y="96"/>
                      <a:pt x="94" y="97"/>
                      <a:pt x="94" y="99"/>
                    </a:cubicBezTo>
                    <a:cubicBezTo>
                      <a:pt x="94" y="101"/>
                      <a:pt x="94" y="103"/>
                      <a:pt x="93" y="104"/>
                    </a:cubicBezTo>
                    <a:cubicBezTo>
                      <a:pt x="92" y="105"/>
                      <a:pt x="92" y="106"/>
                      <a:pt x="91" y="107"/>
                    </a:cubicBezTo>
                    <a:cubicBezTo>
                      <a:pt x="91" y="107"/>
                      <a:pt x="90" y="107"/>
                      <a:pt x="90" y="107"/>
                    </a:cubicBezTo>
                    <a:cubicBezTo>
                      <a:pt x="89" y="107"/>
                      <a:pt x="89" y="108"/>
                      <a:pt x="89" y="108"/>
                    </a:cubicBezTo>
                    <a:cubicBezTo>
                      <a:pt x="89" y="92"/>
                      <a:pt x="89" y="92"/>
                      <a:pt x="89" y="92"/>
                    </a:cubicBezTo>
                    <a:cubicBezTo>
                      <a:pt x="89" y="92"/>
                      <a:pt x="92" y="93"/>
                      <a:pt x="93" y="94"/>
                    </a:cubicBez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40" name="îṥľîḋé" descr="9a8372d2-49b0-4940-b961-0b6fac01781d">
                <a:extLst>
                  <a:ext uri="{FF2B5EF4-FFF2-40B4-BE49-F238E27FC236}">
                    <a16:creationId xmlns:a16="http://schemas.microsoft.com/office/drawing/2014/main" id="{9E5B1D10-3379-44A4-8287-8DE20574641B}"/>
                  </a:ext>
                </a:extLst>
              </p:cNvPr>
              <p:cNvSpPr/>
              <p:nvPr/>
            </p:nvSpPr>
            <p:spPr bwMode="auto">
              <a:xfrm>
                <a:off x="6055065" y="4265164"/>
                <a:ext cx="826425" cy="821791"/>
              </a:xfrm>
              <a:custGeom>
                <a:avLst/>
                <a:gdLst>
                  <a:gd name="T0" fmla="*/ 332 w 452"/>
                  <a:gd name="T1" fmla="*/ 146 h 450"/>
                  <a:gd name="T2" fmla="*/ 220 w 452"/>
                  <a:gd name="T3" fmla="*/ 43 h 450"/>
                  <a:gd name="T4" fmla="*/ 322 w 452"/>
                  <a:gd name="T5" fmla="*/ 69 h 450"/>
                  <a:gd name="T6" fmla="*/ 416 w 452"/>
                  <a:gd name="T7" fmla="*/ 113 h 450"/>
                  <a:gd name="T8" fmla="*/ 446 w 452"/>
                  <a:gd name="T9" fmla="*/ 172 h 450"/>
                  <a:gd name="T10" fmla="*/ 405 w 452"/>
                  <a:gd name="T11" fmla="*/ 260 h 450"/>
                  <a:gd name="T12" fmla="*/ 366 w 452"/>
                  <a:gd name="T13" fmla="*/ 342 h 450"/>
                  <a:gd name="T14" fmla="*/ 319 w 452"/>
                  <a:gd name="T15" fmla="*/ 383 h 450"/>
                  <a:gd name="T16" fmla="*/ 232 w 452"/>
                  <a:gd name="T17" fmla="*/ 409 h 450"/>
                  <a:gd name="T18" fmla="*/ 130 w 452"/>
                  <a:gd name="T19" fmla="*/ 382 h 450"/>
                  <a:gd name="T20" fmla="*/ 62 w 452"/>
                  <a:gd name="T21" fmla="*/ 309 h 450"/>
                  <a:gd name="T22" fmla="*/ 42 w 452"/>
                  <a:gd name="T23" fmla="*/ 220 h 450"/>
                  <a:gd name="T24" fmla="*/ 68 w 452"/>
                  <a:gd name="T25" fmla="*/ 132 h 450"/>
                  <a:gd name="T26" fmla="*/ 132 w 452"/>
                  <a:gd name="T27" fmla="*/ 67 h 450"/>
                  <a:gd name="T28" fmla="*/ 316 w 452"/>
                  <a:gd name="T29" fmla="*/ 347 h 450"/>
                  <a:gd name="T30" fmla="*/ 338 w 452"/>
                  <a:gd name="T31" fmla="*/ 229 h 450"/>
                  <a:gd name="T32" fmla="*/ 328 w 452"/>
                  <a:gd name="T33" fmla="*/ 195 h 450"/>
                  <a:gd name="T34" fmla="*/ 303 w 452"/>
                  <a:gd name="T35" fmla="*/ 172 h 450"/>
                  <a:gd name="T36" fmla="*/ 270 w 452"/>
                  <a:gd name="T37" fmla="*/ 163 h 450"/>
                  <a:gd name="T38" fmla="*/ 237 w 452"/>
                  <a:gd name="T39" fmla="*/ 173 h 450"/>
                  <a:gd name="T40" fmla="*/ 213 w 452"/>
                  <a:gd name="T41" fmla="*/ 197 h 450"/>
                  <a:gd name="T42" fmla="*/ 204 w 452"/>
                  <a:gd name="T43" fmla="*/ 230 h 450"/>
                  <a:gd name="T44" fmla="*/ 214 w 452"/>
                  <a:gd name="T45" fmla="*/ 264 h 450"/>
                  <a:gd name="T46" fmla="*/ 237 w 452"/>
                  <a:gd name="T47" fmla="*/ 288 h 450"/>
                  <a:gd name="T48" fmla="*/ 271 w 452"/>
                  <a:gd name="T49" fmla="*/ 296 h 450"/>
                  <a:gd name="T50" fmla="*/ 305 w 452"/>
                  <a:gd name="T51" fmla="*/ 287 h 450"/>
                  <a:gd name="T52" fmla="*/ 329 w 452"/>
                  <a:gd name="T53" fmla="*/ 263 h 450"/>
                  <a:gd name="T54" fmla="*/ 210 w 452"/>
                  <a:gd name="T55" fmla="*/ 268 h 450"/>
                  <a:gd name="T56" fmla="*/ 199 w 452"/>
                  <a:gd name="T57" fmla="*/ 251 h 450"/>
                  <a:gd name="T58" fmla="*/ 186 w 452"/>
                  <a:gd name="T59" fmla="*/ 239 h 450"/>
                  <a:gd name="T60" fmla="*/ 168 w 452"/>
                  <a:gd name="T61" fmla="*/ 237 h 450"/>
                  <a:gd name="T62" fmla="*/ 150 w 452"/>
                  <a:gd name="T63" fmla="*/ 247 h 450"/>
                  <a:gd name="T64" fmla="*/ 139 w 452"/>
                  <a:gd name="T65" fmla="*/ 264 h 450"/>
                  <a:gd name="T66" fmla="*/ 137 w 452"/>
                  <a:gd name="T67" fmla="*/ 279 h 450"/>
                  <a:gd name="T68" fmla="*/ 144 w 452"/>
                  <a:gd name="T69" fmla="*/ 297 h 450"/>
                  <a:gd name="T70" fmla="*/ 160 w 452"/>
                  <a:gd name="T71" fmla="*/ 308 h 450"/>
                  <a:gd name="T72" fmla="*/ 179 w 452"/>
                  <a:gd name="T73" fmla="*/ 310 h 450"/>
                  <a:gd name="T74" fmla="*/ 196 w 452"/>
                  <a:gd name="T75" fmla="*/ 299 h 450"/>
                  <a:gd name="T76" fmla="*/ 208 w 452"/>
                  <a:gd name="T77" fmla="*/ 287 h 450"/>
                  <a:gd name="T78" fmla="*/ 187 w 452"/>
                  <a:gd name="T79" fmla="*/ 205 h 450"/>
                  <a:gd name="T80" fmla="*/ 181 w 452"/>
                  <a:gd name="T81" fmla="*/ 189 h 450"/>
                  <a:gd name="T82" fmla="*/ 172 w 452"/>
                  <a:gd name="T83" fmla="*/ 177 h 450"/>
                  <a:gd name="T84" fmla="*/ 157 w 452"/>
                  <a:gd name="T85" fmla="*/ 172 h 450"/>
                  <a:gd name="T86" fmla="*/ 142 w 452"/>
                  <a:gd name="T87" fmla="*/ 178 h 450"/>
                  <a:gd name="T88" fmla="*/ 130 w 452"/>
                  <a:gd name="T89" fmla="*/ 187 h 450"/>
                  <a:gd name="T90" fmla="*/ 125 w 452"/>
                  <a:gd name="T91" fmla="*/ 202 h 450"/>
                  <a:gd name="T92" fmla="*/ 131 w 452"/>
                  <a:gd name="T93" fmla="*/ 217 h 450"/>
                  <a:gd name="T94" fmla="*/ 140 w 452"/>
                  <a:gd name="T95" fmla="*/ 229 h 450"/>
                  <a:gd name="T96" fmla="*/ 154 w 452"/>
                  <a:gd name="T97" fmla="*/ 234 h 450"/>
                  <a:gd name="T98" fmla="*/ 170 w 452"/>
                  <a:gd name="T99" fmla="*/ 228 h 450"/>
                  <a:gd name="T100" fmla="*/ 182 w 452"/>
                  <a:gd name="T101" fmla="*/ 219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52" h="450">
                    <a:moveTo>
                      <a:pt x="332" y="146"/>
                    </a:moveTo>
                    <a:cubicBezTo>
                      <a:pt x="376" y="205"/>
                      <a:pt x="363" y="288"/>
                      <a:pt x="305" y="332"/>
                    </a:cubicBezTo>
                    <a:cubicBezTo>
                      <a:pt x="246" y="376"/>
                      <a:pt x="163" y="363"/>
                      <a:pt x="119" y="305"/>
                    </a:cubicBezTo>
                    <a:cubicBezTo>
                      <a:pt x="76" y="246"/>
                      <a:pt x="88" y="163"/>
                      <a:pt x="146" y="119"/>
                    </a:cubicBezTo>
                    <a:cubicBezTo>
                      <a:pt x="205" y="76"/>
                      <a:pt x="288" y="88"/>
                      <a:pt x="332" y="146"/>
                    </a:cubicBezTo>
                    <a:close/>
                    <a:moveTo>
                      <a:pt x="159" y="55"/>
                    </a:moveTo>
                    <a:cubicBezTo>
                      <a:pt x="159" y="9"/>
                      <a:pt x="159" y="9"/>
                      <a:pt x="159" y="9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220" y="41"/>
                      <a:pt x="220" y="41"/>
                      <a:pt x="220" y="41"/>
                    </a:cubicBezTo>
                    <a:cubicBezTo>
                      <a:pt x="220" y="43"/>
                      <a:pt x="220" y="43"/>
                      <a:pt x="220" y="43"/>
                    </a:cubicBezTo>
                    <a:cubicBezTo>
                      <a:pt x="235" y="42"/>
                      <a:pt x="249" y="44"/>
                      <a:pt x="264" y="47"/>
                    </a:cubicBezTo>
                    <a:cubicBezTo>
                      <a:pt x="264" y="46"/>
                      <a:pt x="264" y="46"/>
                      <a:pt x="264" y="46"/>
                    </a:cubicBezTo>
                    <a:cubicBezTo>
                      <a:pt x="289" y="8"/>
                      <a:pt x="289" y="8"/>
                      <a:pt x="289" y="8"/>
                    </a:cubicBezTo>
                    <a:cubicBezTo>
                      <a:pt x="331" y="25"/>
                      <a:pt x="331" y="25"/>
                      <a:pt x="331" y="25"/>
                    </a:cubicBezTo>
                    <a:cubicBezTo>
                      <a:pt x="322" y="69"/>
                      <a:pt x="322" y="69"/>
                      <a:pt x="322" y="69"/>
                    </a:cubicBezTo>
                    <a:cubicBezTo>
                      <a:pt x="321" y="70"/>
                      <a:pt x="321" y="70"/>
                      <a:pt x="321" y="70"/>
                    </a:cubicBezTo>
                    <a:cubicBezTo>
                      <a:pt x="332" y="77"/>
                      <a:pt x="341" y="85"/>
                      <a:pt x="350" y="94"/>
                    </a:cubicBezTo>
                    <a:cubicBezTo>
                      <a:pt x="350" y="94"/>
                      <a:pt x="350" y="94"/>
                      <a:pt x="350" y="94"/>
                    </a:cubicBezTo>
                    <a:cubicBezTo>
                      <a:pt x="389" y="76"/>
                      <a:pt x="389" y="76"/>
                      <a:pt x="389" y="76"/>
                    </a:cubicBezTo>
                    <a:cubicBezTo>
                      <a:pt x="416" y="113"/>
                      <a:pt x="416" y="113"/>
                      <a:pt x="416" y="113"/>
                    </a:cubicBezTo>
                    <a:cubicBezTo>
                      <a:pt x="386" y="137"/>
                      <a:pt x="386" y="137"/>
                      <a:pt x="386" y="137"/>
                    </a:cubicBezTo>
                    <a:cubicBezTo>
                      <a:pt x="385" y="138"/>
                      <a:pt x="385" y="138"/>
                      <a:pt x="385" y="138"/>
                    </a:cubicBezTo>
                    <a:cubicBezTo>
                      <a:pt x="392" y="151"/>
                      <a:pt x="395" y="158"/>
                      <a:pt x="398" y="167"/>
                    </a:cubicBezTo>
                    <a:cubicBezTo>
                      <a:pt x="400" y="170"/>
                      <a:pt x="400" y="170"/>
                      <a:pt x="400" y="170"/>
                    </a:cubicBezTo>
                    <a:cubicBezTo>
                      <a:pt x="446" y="172"/>
                      <a:pt x="446" y="172"/>
                      <a:pt x="446" y="172"/>
                    </a:cubicBezTo>
                    <a:cubicBezTo>
                      <a:pt x="452" y="217"/>
                      <a:pt x="452" y="217"/>
                      <a:pt x="452" y="217"/>
                    </a:cubicBezTo>
                    <a:cubicBezTo>
                      <a:pt x="410" y="231"/>
                      <a:pt x="410" y="231"/>
                      <a:pt x="410" y="231"/>
                    </a:cubicBezTo>
                    <a:cubicBezTo>
                      <a:pt x="408" y="231"/>
                      <a:pt x="408" y="231"/>
                      <a:pt x="408" y="231"/>
                    </a:cubicBezTo>
                    <a:cubicBezTo>
                      <a:pt x="408" y="241"/>
                      <a:pt x="407" y="251"/>
                      <a:pt x="405" y="260"/>
                    </a:cubicBezTo>
                    <a:cubicBezTo>
                      <a:pt x="405" y="260"/>
                      <a:pt x="405" y="260"/>
                      <a:pt x="405" y="260"/>
                    </a:cubicBezTo>
                    <a:cubicBezTo>
                      <a:pt x="444" y="285"/>
                      <a:pt x="444" y="285"/>
                      <a:pt x="444" y="285"/>
                    </a:cubicBezTo>
                    <a:cubicBezTo>
                      <a:pt x="428" y="327"/>
                      <a:pt x="428" y="327"/>
                      <a:pt x="428" y="327"/>
                    </a:cubicBezTo>
                    <a:cubicBezTo>
                      <a:pt x="384" y="319"/>
                      <a:pt x="384" y="319"/>
                      <a:pt x="384" y="319"/>
                    </a:cubicBezTo>
                    <a:cubicBezTo>
                      <a:pt x="383" y="318"/>
                      <a:pt x="383" y="318"/>
                      <a:pt x="383" y="318"/>
                    </a:cubicBezTo>
                    <a:cubicBezTo>
                      <a:pt x="378" y="327"/>
                      <a:pt x="373" y="335"/>
                      <a:pt x="366" y="342"/>
                    </a:cubicBezTo>
                    <a:cubicBezTo>
                      <a:pt x="366" y="342"/>
                      <a:pt x="366" y="342"/>
                      <a:pt x="366" y="342"/>
                    </a:cubicBezTo>
                    <a:cubicBezTo>
                      <a:pt x="389" y="382"/>
                      <a:pt x="389" y="382"/>
                      <a:pt x="389" y="382"/>
                    </a:cubicBezTo>
                    <a:cubicBezTo>
                      <a:pt x="354" y="412"/>
                      <a:pt x="354" y="412"/>
                      <a:pt x="354" y="412"/>
                    </a:cubicBezTo>
                    <a:cubicBezTo>
                      <a:pt x="320" y="383"/>
                      <a:pt x="320" y="383"/>
                      <a:pt x="320" y="383"/>
                    </a:cubicBezTo>
                    <a:cubicBezTo>
                      <a:pt x="319" y="383"/>
                      <a:pt x="319" y="383"/>
                      <a:pt x="319" y="383"/>
                    </a:cubicBezTo>
                    <a:cubicBezTo>
                      <a:pt x="311" y="388"/>
                      <a:pt x="302" y="392"/>
                      <a:pt x="293" y="395"/>
                    </a:cubicBezTo>
                    <a:cubicBezTo>
                      <a:pt x="293" y="395"/>
                      <a:pt x="293" y="395"/>
                      <a:pt x="293" y="395"/>
                    </a:cubicBezTo>
                    <a:cubicBezTo>
                      <a:pt x="293" y="441"/>
                      <a:pt x="293" y="441"/>
                      <a:pt x="293" y="441"/>
                    </a:cubicBezTo>
                    <a:cubicBezTo>
                      <a:pt x="249" y="450"/>
                      <a:pt x="249" y="450"/>
                      <a:pt x="249" y="450"/>
                    </a:cubicBezTo>
                    <a:cubicBezTo>
                      <a:pt x="232" y="409"/>
                      <a:pt x="232" y="409"/>
                      <a:pt x="232" y="409"/>
                    </a:cubicBezTo>
                    <a:cubicBezTo>
                      <a:pt x="232" y="408"/>
                      <a:pt x="232" y="408"/>
                      <a:pt x="232" y="408"/>
                    </a:cubicBezTo>
                    <a:cubicBezTo>
                      <a:pt x="217" y="409"/>
                      <a:pt x="202" y="407"/>
                      <a:pt x="188" y="404"/>
                    </a:cubicBezTo>
                    <a:cubicBezTo>
                      <a:pt x="163" y="443"/>
                      <a:pt x="163" y="443"/>
                      <a:pt x="163" y="443"/>
                    </a:cubicBezTo>
                    <a:cubicBezTo>
                      <a:pt x="121" y="426"/>
                      <a:pt x="121" y="426"/>
                      <a:pt x="121" y="426"/>
                    </a:cubicBezTo>
                    <a:cubicBezTo>
                      <a:pt x="130" y="382"/>
                      <a:pt x="130" y="382"/>
                      <a:pt x="130" y="382"/>
                    </a:cubicBezTo>
                    <a:cubicBezTo>
                      <a:pt x="130" y="381"/>
                      <a:pt x="130" y="381"/>
                      <a:pt x="130" y="381"/>
                    </a:cubicBezTo>
                    <a:cubicBezTo>
                      <a:pt x="120" y="375"/>
                      <a:pt x="110" y="367"/>
                      <a:pt x="100" y="358"/>
                    </a:cubicBezTo>
                    <a:cubicBezTo>
                      <a:pt x="60" y="377"/>
                      <a:pt x="60" y="377"/>
                      <a:pt x="60" y="377"/>
                    </a:cubicBezTo>
                    <a:cubicBezTo>
                      <a:pt x="32" y="340"/>
                      <a:pt x="32" y="340"/>
                      <a:pt x="32" y="340"/>
                    </a:cubicBezTo>
                    <a:cubicBezTo>
                      <a:pt x="62" y="309"/>
                      <a:pt x="62" y="309"/>
                      <a:pt x="62" y="309"/>
                    </a:cubicBezTo>
                    <a:cubicBezTo>
                      <a:pt x="63" y="309"/>
                      <a:pt x="63" y="309"/>
                      <a:pt x="63" y="309"/>
                    </a:cubicBezTo>
                    <a:cubicBezTo>
                      <a:pt x="56" y="296"/>
                      <a:pt x="55" y="290"/>
                      <a:pt x="52" y="281"/>
                    </a:cubicBezTo>
                    <a:cubicBezTo>
                      <a:pt x="6" y="278"/>
                      <a:pt x="6" y="278"/>
                      <a:pt x="6" y="278"/>
                    </a:cubicBezTo>
                    <a:cubicBezTo>
                      <a:pt x="0" y="233"/>
                      <a:pt x="0" y="233"/>
                      <a:pt x="0" y="233"/>
                    </a:cubicBezTo>
                    <a:cubicBezTo>
                      <a:pt x="42" y="220"/>
                      <a:pt x="42" y="220"/>
                      <a:pt x="42" y="220"/>
                    </a:cubicBezTo>
                    <a:cubicBezTo>
                      <a:pt x="43" y="219"/>
                      <a:pt x="43" y="219"/>
                      <a:pt x="43" y="219"/>
                    </a:cubicBezTo>
                    <a:cubicBezTo>
                      <a:pt x="43" y="210"/>
                      <a:pt x="44" y="200"/>
                      <a:pt x="46" y="190"/>
                    </a:cubicBezTo>
                    <a:cubicBezTo>
                      <a:pt x="8" y="166"/>
                      <a:pt x="8" y="166"/>
                      <a:pt x="8" y="166"/>
                    </a:cubicBezTo>
                    <a:cubicBezTo>
                      <a:pt x="24" y="123"/>
                      <a:pt x="24" y="123"/>
                      <a:pt x="24" y="123"/>
                    </a:cubicBezTo>
                    <a:cubicBezTo>
                      <a:pt x="68" y="132"/>
                      <a:pt x="68" y="132"/>
                      <a:pt x="68" y="132"/>
                    </a:cubicBezTo>
                    <a:cubicBezTo>
                      <a:pt x="68" y="132"/>
                      <a:pt x="68" y="132"/>
                      <a:pt x="68" y="132"/>
                    </a:cubicBezTo>
                    <a:cubicBezTo>
                      <a:pt x="73" y="124"/>
                      <a:pt x="79" y="116"/>
                      <a:pt x="85" y="108"/>
                    </a:cubicBezTo>
                    <a:cubicBezTo>
                      <a:pt x="63" y="68"/>
                      <a:pt x="63" y="68"/>
                      <a:pt x="63" y="68"/>
                    </a:cubicBezTo>
                    <a:cubicBezTo>
                      <a:pt x="98" y="39"/>
                      <a:pt x="98" y="39"/>
                      <a:pt x="98" y="39"/>
                    </a:cubicBezTo>
                    <a:cubicBezTo>
                      <a:pt x="132" y="67"/>
                      <a:pt x="132" y="67"/>
                      <a:pt x="132" y="67"/>
                    </a:cubicBezTo>
                    <a:cubicBezTo>
                      <a:pt x="133" y="68"/>
                      <a:pt x="133" y="68"/>
                      <a:pt x="133" y="68"/>
                    </a:cubicBezTo>
                    <a:cubicBezTo>
                      <a:pt x="141" y="63"/>
                      <a:pt x="150" y="59"/>
                      <a:pt x="159" y="55"/>
                    </a:cubicBezTo>
                    <a:close/>
                    <a:moveTo>
                      <a:pt x="135" y="104"/>
                    </a:moveTo>
                    <a:cubicBezTo>
                      <a:pt x="68" y="154"/>
                      <a:pt x="54" y="249"/>
                      <a:pt x="104" y="316"/>
                    </a:cubicBezTo>
                    <a:cubicBezTo>
                      <a:pt x="154" y="383"/>
                      <a:pt x="249" y="397"/>
                      <a:pt x="316" y="347"/>
                    </a:cubicBezTo>
                    <a:cubicBezTo>
                      <a:pt x="383" y="297"/>
                      <a:pt x="397" y="202"/>
                      <a:pt x="347" y="135"/>
                    </a:cubicBezTo>
                    <a:cubicBezTo>
                      <a:pt x="297" y="68"/>
                      <a:pt x="202" y="54"/>
                      <a:pt x="135" y="104"/>
                    </a:cubicBezTo>
                    <a:close/>
                    <a:moveTo>
                      <a:pt x="326" y="239"/>
                    </a:moveTo>
                    <a:cubicBezTo>
                      <a:pt x="326" y="238"/>
                      <a:pt x="326" y="236"/>
                      <a:pt x="326" y="235"/>
                    </a:cubicBezTo>
                    <a:cubicBezTo>
                      <a:pt x="338" y="229"/>
                      <a:pt x="338" y="229"/>
                      <a:pt x="338" y="229"/>
                    </a:cubicBezTo>
                    <a:cubicBezTo>
                      <a:pt x="338" y="220"/>
                      <a:pt x="335" y="212"/>
                      <a:pt x="335" y="212"/>
                    </a:cubicBezTo>
                    <a:cubicBezTo>
                      <a:pt x="323" y="210"/>
                      <a:pt x="323" y="210"/>
                      <a:pt x="323" y="210"/>
                    </a:cubicBezTo>
                    <a:cubicBezTo>
                      <a:pt x="323" y="210"/>
                      <a:pt x="323" y="210"/>
                      <a:pt x="323" y="210"/>
                    </a:cubicBezTo>
                    <a:cubicBezTo>
                      <a:pt x="322" y="209"/>
                      <a:pt x="322" y="207"/>
                      <a:pt x="321" y="206"/>
                    </a:cubicBezTo>
                    <a:cubicBezTo>
                      <a:pt x="328" y="195"/>
                      <a:pt x="328" y="195"/>
                      <a:pt x="328" y="195"/>
                    </a:cubicBezTo>
                    <a:cubicBezTo>
                      <a:pt x="324" y="187"/>
                      <a:pt x="316" y="182"/>
                      <a:pt x="316" y="182"/>
                    </a:cubicBezTo>
                    <a:cubicBezTo>
                      <a:pt x="303" y="186"/>
                      <a:pt x="303" y="186"/>
                      <a:pt x="303" y="186"/>
                    </a:cubicBezTo>
                    <a:cubicBezTo>
                      <a:pt x="303" y="187"/>
                      <a:pt x="303" y="187"/>
                      <a:pt x="303" y="187"/>
                    </a:cubicBezTo>
                    <a:cubicBezTo>
                      <a:pt x="303" y="186"/>
                      <a:pt x="303" y="185"/>
                      <a:pt x="302" y="185"/>
                    </a:cubicBezTo>
                    <a:cubicBezTo>
                      <a:pt x="303" y="172"/>
                      <a:pt x="303" y="172"/>
                      <a:pt x="303" y="172"/>
                    </a:cubicBezTo>
                    <a:cubicBezTo>
                      <a:pt x="295" y="167"/>
                      <a:pt x="288" y="165"/>
                      <a:pt x="288" y="165"/>
                    </a:cubicBezTo>
                    <a:cubicBezTo>
                      <a:pt x="280" y="175"/>
                      <a:pt x="280" y="175"/>
                      <a:pt x="280" y="175"/>
                    </a:cubicBezTo>
                    <a:cubicBezTo>
                      <a:pt x="280" y="175"/>
                      <a:pt x="280" y="175"/>
                      <a:pt x="280" y="175"/>
                    </a:cubicBezTo>
                    <a:cubicBezTo>
                      <a:pt x="279" y="175"/>
                      <a:pt x="277" y="175"/>
                      <a:pt x="276" y="174"/>
                    </a:cubicBezTo>
                    <a:cubicBezTo>
                      <a:pt x="270" y="163"/>
                      <a:pt x="270" y="163"/>
                      <a:pt x="270" y="163"/>
                    </a:cubicBezTo>
                    <a:cubicBezTo>
                      <a:pt x="261" y="163"/>
                      <a:pt x="254" y="165"/>
                      <a:pt x="254" y="165"/>
                    </a:cubicBezTo>
                    <a:cubicBezTo>
                      <a:pt x="251" y="178"/>
                      <a:pt x="251" y="178"/>
                      <a:pt x="251" y="178"/>
                    </a:cubicBezTo>
                    <a:cubicBezTo>
                      <a:pt x="251" y="178"/>
                      <a:pt x="251" y="178"/>
                      <a:pt x="251" y="178"/>
                    </a:cubicBezTo>
                    <a:cubicBezTo>
                      <a:pt x="250" y="178"/>
                      <a:pt x="249" y="179"/>
                      <a:pt x="247" y="179"/>
                    </a:cubicBezTo>
                    <a:cubicBezTo>
                      <a:pt x="237" y="173"/>
                      <a:pt x="237" y="173"/>
                      <a:pt x="237" y="173"/>
                    </a:cubicBezTo>
                    <a:cubicBezTo>
                      <a:pt x="228" y="177"/>
                      <a:pt x="223" y="183"/>
                      <a:pt x="223" y="183"/>
                    </a:cubicBezTo>
                    <a:cubicBezTo>
                      <a:pt x="228" y="195"/>
                      <a:pt x="228" y="195"/>
                      <a:pt x="228" y="195"/>
                    </a:cubicBezTo>
                    <a:cubicBezTo>
                      <a:pt x="228" y="195"/>
                      <a:pt x="228" y="195"/>
                      <a:pt x="228" y="195"/>
                    </a:cubicBezTo>
                    <a:cubicBezTo>
                      <a:pt x="227" y="196"/>
                      <a:pt x="226" y="197"/>
                      <a:pt x="226" y="197"/>
                    </a:cubicBezTo>
                    <a:cubicBezTo>
                      <a:pt x="213" y="197"/>
                      <a:pt x="213" y="197"/>
                      <a:pt x="213" y="197"/>
                    </a:cubicBezTo>
                    <a:cubicBezTo>
                      <a:pt x="208" y="204"/>
                      <a:pt x="206" y="212"/>
                      <a:pt x="206" y="212"/>
                    </a:cubicBezTo>
                    <a:cubicBezTo>
                      <a:pt x="216" y="221"/>
                      <a:pt x="216" y="221"/>
                      <a:pt x="216" y="221"/>
                    </a:cubicBezTo>
                    <a:cubicBezTo>
                      <a:pt x="216" y="220"/>
                      <a:pt x="216" y="220"/>
                      <a:pt x="216" y="220"/>
                    </a:cubicBezTo>
                    <a:cubicBezTo>
                      <a:pt x="216" y="222"/>
                      <a:pt x="216" y="223"/>
                      <a:pt x="216" y="225"/>
                    </a:cubicBezTo>
                    <a:cubicBezTo>
                      <a:pt x="204" y="230"/>
                      <a:pt x="204" y="230"/>
                      <a:pt x="204" y="230"/>
                    </a:cubicBezTo>
                    <a:cubicBezTo>
                      <a:pt x="204" y="240"/>
                      <a:pt x="206" y="247"/>
                      <a:pt x="206" y="247"/>
                    </a:cubicBezTo>
                    <a:cubicBezTo>
                      <a:pt x="219" y="249"/>
                      <a:pt x="219" y="249"/>
                      <a:pt x="219" y="249"/>
                    </a:cubicBezTo>
                    <a:cubicBezTo>
                      <a:pt x="219" y="249"/>
                      <a:pt x="219" y="249"/>
                      <a:pt x="219" y="249"/>
                    </a:cubicBezTo>
                    <a:cubicBezTo>
                      <a:pt x="219" y="251"/>
                      <a:pt x="220" y="252"/>
                      <a:pt x="221" y="253"/>
                    </a:cubicBezTo>
                    <a:cubicBezTo>
                      <a:pt x="214" y="264"/>
                      <a:pt x="214" y="264"/>
                      <a:pt x="214" y="264"/>
                    </a:cubicBezTo>
                    <a:cubicBezTo>
                      <a:pt x="218" y="272"/>
                      <a:pt x="223" y="277"/>
                      <a:pt x="223" y="277"/>
                    </a:cubicBezTo>
                    <a:cubicBezTo>
                      <a:pt x="234" y="273"/>
                      <a:pt x="234" y="273"/>
                      <a:pt x="234" y="273"/>
                    </a:cubicBezTo>
                    <a:cubicBezTo>
                      <a:pt x="234" y="273"/>
                      <a:pt x="234" y="273"/>
                      <a:pt x="234" y="273"/>
                    </a:cubicBezTo>
                    <a:cubicBezTo>
                      <a:pt x="234" y="274"/>
                      <a:pt x="237" y="274"/>
                      <a:pt x="238" y="275"/>
                    </a:cubicBezTo>
                    <a:cubicBezTo>
                      <a:pt x="237" y="288"/>
                      <a:pt x="237" y="288"/>
                      <a:pt x="237" y="288"/>
                    </a:cubicBezTo>
                    <a:cubicBezTo>
                      <a:pt x="245" y="293"/>
                      <a:pt x="253" y="294"/>
                      <a:pt x="253" y="294"/>
                    </a:cubicBezTo>
                    <a:cubicBezTo>
                      <a:pt x="261" y="285"/>
                      <a:pt x="261" y="285"/>
                      <a:pt x="261" y="285"/>
                    </a:cubicBezTo>
                    <a:cubicBezTo>
                      <a:pt x="262" y="285"/>
                      <a:pt x="262" y="285"/>
                      <a:pt x="262" y="285"/>
                    </a:cubicBezTo>
                    <a:cubicBezTo>
                      <a:pt x="263" y="285"/>
                      <a:pt x="264" y="285"/>
                      <a:pt x="266" y="285"/>
                    </a:cubicBezTo>
                    <a:cubicBezTo>
                      <a:pt x="271" y="296"/>
                      <a:pt x="271" y="296"/>
                      <a:pt x="271" y="296"/>
                    </a:cubicBezTo>
                    <a:cubicBezTo>
                      <a:pt x="281" y="297"/>
                      <a:pt x="288" y="294"/>
                      <a:pt x="288" y="294"/>
                    </a:cubicBezTo>
                    <a:cubicBezTo>
                      <a:pt x="290" y="282"/>
                      <a:pt x="290" y="282"/>
                      <a:pt x="290" y="282"/>
                    </a:cubicBezTo>
                    <a:cubicBezTo>
                      <a:pt x="290" y="282"/>
                      <a:pt x="290" y="282"/>
                      <a:pt x="290" y="282"/>
                    </a:cubicBezTo>
                    <a:cubicBezTo>
                      <a:pt x="292" y="281"/>
                      <a:pt x="293" y="281"/>
                      <a:pt x="294" y="280"/>
                    </a:cubicBezTo>
                    <a:cubicBezTo>
                      <a:pt x="305" y="287"/>
                      <a:pt x="305" y="287"/>
                      <a:pt x="305" y="287"/>
                    </a:cubicBezTo>
                    <a:cubicBezTo>
                      <a:pt x="313" y="283"/>
                      <a:pt x="318" y="276"/>
                      <a:pt x="318" y="276"/>
                    </a:cubicBezTo>
                    <a:cubicBezTo>
                      <a:pt x="314" y="264"/>
                      <a:pt x="314" y="264"/>
                      <a:pt x="314" y="264"/>
                    </a:cubicBezTo>
                    <a:cubicBezTo>
                      <a:pt x="314" y="264"/>
                      <a:pt x="314" y="264"/>
                      <a:pt x="314" y="264"/>
                    </a:cubicBezTo>
                    <a:cubicBezTo>
                      <a:pt x="315" y="264"/>
                      <a:pt x="315" y="263"/>
                      <a:pt x="316" y="262"/>
                    </a:cubicBezTo>
                    <a:cubicBezTo>
                      <a:pt x="329" y="263"/>
                      <a:pt x="329" y="263"/>
                      <a:pt x="329" y="263"/>
                    </a:cubicBezTo>
                    <a:cubicBezTo>
                      <a:pt x="334" y="255"/>
                      <a:pt x="335" y="247"/>
                      <a:pt x="335" y="247"/>
                    </a:cubicBezTo>
                    <a:cubicBezTo>
                      <a:pt x="326" y="239"/>
                      <a:pt x="326" y="239"/>
                      <a:pt x="326" y="239"/>
                    </a:cubicBezTo>
                    <a:close/>
                    <a:moveTo>
                      <a:pt x="217" y="283"/>
                    </a:moveTo>
                    <a:cubicBezTo>
                      <a:pt x="218" y="277"/>
                      <a:pt x="218" y="272"/>
                      <a:pt x="218" y="272"/>
                    </a:cubicBezTo>
                    <a:cubicBezTo>
                      <a:pt x="210" y="268"/>
                      <a:pt x="210" y="268"/>
                      <a:pt x="210" y="268"/>
                    </a:cubicBezTo>
                    <a:cubicBezTo>
                      <a:pt x="210" y="268"/>
                      <a:pt x="210" y="268"/>
                      <a:pt x="210" y="268"/>
                    </a:cubicBezTo>
                    <a:cubicBezTo>
                      <a:pt x="210" y="268"/>
                      <a:pt x="210" y="267"/>
                      <a:pt x="209" y="266"/>
                    </a:cubicBezTo>
                    <a:cubicBezTo>
                      <a:pt x="216" y="260"/>
                      <a:pt x="216" y="260"/>
                      <a:pt x="216" y="260"/>
                    </a:cubicBezTo>
                    <a:cubicBezTo>
                      <a:pt x="214" y="254"/>
                      <a:pt x="209" y="250"/>
                      <a:pt x="209" y="250"/>
                    </a:cubicBezTo>
                    <a:cubicBezTo>
                      <a:pt x="199" y="251"/>
                      <a:pt x="199" y="251"/>
                      <a:pt x="199" y="251"/>
                    </a:cubicBezTo>
                    <a:cubicBezTo>
                      <a:pt x="199" y="251"/>
                      <a:pt x="199" y="251"/>
                      <a:pt x="199" y="251"/>
                    </a:cubicBezTo>
                    <a:cubicBezTo>
                      <a:pt x="199" y="250"/>
                      <a:pt x="200" y="249"/>
                      <a:pt x="199" y="249"/>
                    </a:cubicBezTo>
                    <a:cubicBezTo>
                      <a:pt x="202" y="240"/>
                      <a:pt x="202" y="240"/>
                      <a:pt x="202" y="240"/>
                    </a:cubicBezTo>
                    <a:cubicBezTo>
                      <a:pt x="197" y="236"/>
                      <a:pt x="193" y="234"/>
                      <a:pt x="193" y="234"/>
                    </a:cubicBezTo>
                    <a:cubicBezTo>
                      <a:pt x="186" y="239"/>
                      <a:pt x="186" y="239"/>
                      <a:pt x="186" y="239"/>
                    </a:cubicBezTo>
                    <a:cubicBezTo>
                      <a:pt x="187" y="239"/>
                      <a:pt x="187" y="239"/>
                      <a:pt x="187" y="239"/>
                    </a:cubicBezTo>
                    <a:cubicBezTo>
                      <a:pt x="186" y="239"/>
                      <a:pt x="185" y="239"/>
                      <a:pt x="185" y="239"/>
                    </a:cubicBezTo>
                    <a:cubicBezTo>
                      <a:pt x="182" y="230"/>
                      <a:pt x="182" y="230"/>
                      <a:pt x="182" y="230"/>
                    </a:cubicBezTo>
                    <a:cubicBezTo>
                      <a:pt x="177" y="229"/>
                      <a:pt x="171" y="229"/>
                      <a:pt x="171" y="229"/>
                    </a:cubicBezTo>
                    <a:cubicBezTo>
                      <a:pt x="168" y="237"/>
                      <a:pt x="168" y="237"/>
                      <a:pt x="168" y="237"/>
                    </a:cubicBezTo>
                    <a:cubicBezTo>
                      <a:pt x="168" y="237"/>
                      <a:pt x="168" y="237"/>
                      <a:pt x="168" y="237"/>
                    </a:cubicBezTo>
                    <a:cubicBezTo>
                      <a:pt x="167" y="237"/>
                      <a:pt x="166" y="237"/>
                      <a:pt x="165" y="238"/>
                    </a:cubicBezTo>
                    <a:cubicBezTo>
                      <a:pt x="159" y="232"/>
                      <a:pt x="159" y="232"/>
                      <a:pt x="159" y="232"/>
                    </a:cubicBezTo>
                    <a:cubicBezTo>
                      <a:pt x="154" y="233"/>
                      <a:pt x="149" y="237"/>
                      <a:pt x="149" y="237"/>
                    </a:cubicBezTo>
                    <a:cubicBezTo>
                      <a:pt x="150" y="247"/>
                      <a:pt x="150" y="247"/>
                      <a:pt x="150" y="247"/>
                    </a:cubicBezTo>
                    <a:cubicBezTo>
                      <a:pt x="150" y="247"/>
                      <a:pt x="150" y="247"/>
                      <a:pt x="150" y="247"/>
                    </a:cubicBezTo>
                    <a:cubicBezTo>
                      <a:pt x="150" y="247"/>
                      <a:pt x="149" y="247"/>
                      <a:pt x="148" y="248"/>
                    </a:cubicBezTo>
                    <a:cubicBezTo>
                      <a:pt x="140" y="245"/>
                      <a:pt x="140" y="245"/>
                      <a:pt x="140" y="245"/>
                    </a:cubicBezTo>
                    <a:cubicBezTo>
                      <a:pt x="136" y="249"/>
                      <a:pt x="134" y="256"/>
                      <a:pt x="134" y="256"/>
                    </a:cubicBezTo>
                    <a:cubicBezTo>
                      <a:pt x="139" y="264"/>
                      <a:pt x="139" y="264"/>
                      <a:pt x="139" y="264"/>
                    </a:cubicBezTo>
                    <a:cubicBezTo>
                      <a:pt x="139" y="264"/>
                      <a:pt x="139" y="264"/>
                      <a:pt x="139" y="264"/>
                    </a:cubicBezTo>
                    <a:cubicBezTo>
                      <a:pt x="139" y="264"/>
                      <a:pt x="138" y="264"/>
                      <a:pt x="138" y="264"/>
                    </a:cubicBezTo>
                    <a:cubicBezTo>
                      <a:pt x="130" y="266"/>
                      <a:pt x="130" y="266"/>
                      <a:pt x="130" y="266"/>
                    </a:cubicBezTo>
                    <a:cubicBezTo>
                      <a:pt x="128" y="271"/>
                      <a:pt x="129" y="276"/>
                      <a:pt x="129" y="276"/>
                    </a:cubicBezTo>
                    <a:cubicBezTo>
                      <a:pt x="137" y="279"/>
                      <a:pt x="137" y="279"/>
                      <a:pt x="137" y="279"/>
                    </a:cubicBezTo>
                    <a:cubicBezTo>
                      <a:pt x="137" y="279"/>
                      <a:pt x="137" y="279"/>
                      <a:pt x="137" y="279"/>
                    </a:cubicBezTo>
                    <a:cubicBezTo>
                      <a:pt x="137" y="280"/>
                      <a:pt x="137" y="281"/>
                      <a:pt x="137" y="282"/>
                    </a:cubicBezTo>
                    <a:cubicBezTo>
                      <a:pt x="131" y="288"/>
                      <a:pt x="131" y="288"/>
                      <a:pt x="131" y="288"/>
                    </a:cubicBezTo>
                    <a:cubicBezTo>
                      <a:pt x="133" y="294"/>
                      <a:pt x="136" y="298"/>
                      <a:pt x="136" y="298"/>
                    </a:cubicBezTo>
                    <a:cubicBezTo>
                      <a:pt x="144" y="297"/>
                      <a:pt x="144" y="297"/>
                      <a:pt x="144" y="297"/>
                    </a:cubicBezTo>
                    <a:cubicBezTo>
                      <a:pt x="144" y="297"/>
                      <a:pt x="144" y="297"/>
                      <a:pt x="144" y="297"/>
                    </a:cubicBezTo>
                    <a:cubicBezTo>
                      <a:pt x="145" y="298"/>
                      <a:pt x="146" y="298"/>
                      <a:pt x="146" y="299"/>
                    </a:cubicBezTo>
                    <a:cubicBezTo>
                      <a:pt x="144" y="307"/>
                      <a:pt x="144" y="307"/>
                      <a:pt x="144" y="307"/>
                    </a:cubicBezTo>
                    <a:cubicBezTo>
                      <a:pt x="149" y="311"/>
                      <a:pt x="153" y="313"/>
                      <a:pt x="153" y="313"/>
                    </a:cubicBezTo>
                    <a:cubicBezTo>
                      <a:pt x="160" y="308"/>
                      <a:pt x="160" y="308"/>
                      <a:pt x="160" y="308"/>
                    </a:cubicBezTo>
                    <a:cubicBezTo>
                      <a:pt x="160" y="308"/>
                      <a:pt x="160" y="308"/>
                      <a:pt x="160" y="308"/>
                    </a:cubicBezTo>
                    <a:cubicBezTo>
                      <a:pt x="161" y="309"/>
                      <a:pt x="161" y="309"/>
                      <a:pt x="162" y="309"/>
                    </a:cubicBezTo>
                    <a:cubicBezTo>
                      <a:pt x="164" y="317"/>
                      <a:pt x="164" y="317"/>
                      <a:pt x="164" y="317"/>
                    </a:cubicBezTo>
                    <a:cubicBezTo>
                      <a:pt x="170" y="319"/>
                      <a:pt x="175" y="318"/>
                      <a:pt x="175" y="318"/>
                    </a:cubicBezTo>
                    <a:cubicBezTo>
                      <a:pt x="179" y="310"/>
                      <a:pt x="179" y="310"/>
                      <a:pt x="179" y="310"/>
                    </a:cubicBezTo>
                    <a:cubicBezTo>
                      <a:pt x="179" y="310"/>
                      <a:pt x="179" y="310"/>
                      <a:pt x="179" y="310"/>
                    </a:cubicBezTo>
                    <a:cubicBezTo>
                      <a:pt x="180" y="310"/>
                      <a:pt x="180" y="310"/>
                      <a:pt x="181" y="310"/>
                    </a:cubicBezTo>
                    <a:cubicBezTo>
                      <a:pt x="187" y="316"/>
                      <a:pt x="187" y="316"/>
                      <a:pt x="187" y="316"/>
                    </a:cubicBezTo>
                    <a:cubicBezTo>
                      <a:pt x="193" y="314"/>
                      <a:pt x="197" y="309"/>
                      <a:pt x="197" y="309"/>
                    </a:cubicBezTo>
                    <a:cubicBezTo>
                      <a:pt x="196" y="299"/>
                      <a:pt x="196" y="299"/>
                      <a:pt x="196" y="299"/>
                    </a:cubicBezTo>
                    <a:cubicBezTo>
                      <a:pt x="196" y="299"/>
                      <a:pt x="196" y="299"/>
                      <a:pt x="196" y="299"/>
                    </a:cubicBezTo>
                    <a:cubicBezTo>
                      <a:pt x="197" y="299"/>
                      <a:pt x="198" y="299"/>
                      <a:pt x="199" y="299"/>
                    </a:cubicBezTo>
                    <a:cubicBezTo>
                      <a:pt x="207" y="302"/>
                      <a:pt x="207" y="302"/>
                      <a:pt x="207" y="302"/>
                    </a:cubicBezTo>
                    <a:cubicBezTo>
                      <a:pt x="211" y="298"/>
                      <a:pt x="213" y="293"/>
                      <a:pt x="213" y="293"/>
                    </a:cubicBezTo>
                    <a:cubicBezTo>
                      <a:pt x="208" y="287"/>
                      <a:pt x="208" y="287"/>
                      <a:pt x="208" y="287"/>
                    </a:cubicBezTo>
                    <a:cubicBezTo>
                      <a:pt x="208" y="287"/>
                      <a:pt x="208" y="287"/>
                      <a:pt x="208" y="287"/>
                    </a:cubicBezTo>
                    <a:cubicBezTo>
                      <a:pt x="208" y="286"/>
                      <a:pt x="208" y="286"/>
                      <a:pt x="209" y="285"/>
                    </a:cubicBezTo>
                    <a:lnTo>
                      <a:pt x="217" y="283"/>
                    </a:lnTo>
                    <a:close/>
                    <a:moveTo>
                      <a:pt x="185" y="212"/>
                    </a:moveTo>
                    <a:cubicBezTo>
                      <a:pt x="187" y="208"/>
                      <a:pt x="187" y="205"/>
                      <a:pt x="187" y="205"/>
                    </a:cubicBezTo>
                    <a:cubicBezTo>
                      <a:pt x="182" y="202"/>
                      <a:pt x="182" y="202"/>
                      <a:pt x="182" y="202"/>
                    </a:cubicBezTo>
                    <a:cubicBezTo>
                      <a:pt x="181" y="202"/>
                      <a:pt x="181" y="202"/>
                      <a:pt x="181" y="202"/>
                    </a:cubicBezTo>
                    <a:cubicBezTo>
                      <a:pt x="181" y="201"/>
                      <a:pt x="181" y="201"/>
                      <a:pt x="181" y="200"/>
                    </a:cubicBezTo>
                    <a:cubicBezTo>
                      <a:pt x="186" y="196"/>
                      <a:pt x="186" y="196"/>
                      <a:pt x="186" y="196"/>
                    </a:cubicBezTo>
                    <a:cubicBezTo>
                      <a:pt x="185" y="192"/>
                      <a:pt x="181" y="189"/>
                      <a:pt x="181" y="189"/>
                    </a:cubicBezTo>
                    <a:cubicBezTo>
                      <a:pt x="173" y="189"/>
                      <a:pt x="173" y="189"/>
                      <a:pt x="173" y="189"/>
                    </a:cubicBezTo>
                    <a:cubicBezTo>
                      <a:pt x="173" y="189"/>
                      <a:pt x="173" y="189"/>
                      <a:pt x="173" y="189"/>
                    </a:cubicBezTo>
                    <a:cubicBezTo>
                      <a:pt x="173" y="189"/>
                      <a:pt x="175" y="188"/>
                      <a:pt x="174" y="188"/>
                    </a:cubicBezTo>
                    <a:cubicBezTo>
                      <a:pt x="177" y="182"/>
                      <a:pt x="177" y="182"/>
                      <a:pt x="177" y="182"/>
                    </a:cubicBezTo>
                    <a:cubicBezTo>
                      <a:pt x="174" y="179"/>
                      <a:pt x="172" y="177"/>
                      <a:pt x="172" y="177"/>
                    </a:cubicBezTo>
                    <a:cubicBezTo>
                      <a:pt x="167" y="180"/>
                      <a:pt x="167" y="180"/>
                      <a:pt x="167" y="180"/>
                    </a:cubicBezTo>
                    <a:cubicBezTo>
                      <a:pt x="167" y="180"/>
                      <a:pt x="167" y="180"/>
                      <a:pt x="167" y="180"/>
                    </a:cubicBezTo>
                    <a:cubicBezTo>
                      <a:pt x="167" y="180"/>
                      <a:pt x="166" y="180"/>
                      <a:pt x="166" y="180"/>
                    </a:cubicBezTo>
                    <a:cubicBezTo>
                      <a:pt x="165" y="174"/>
                      <a:pt x="165" y="174"/>
                      <a:pt x="165" y="174"/>
                    </a:cubicBezTo>
                    <a:cubicBezTo>
                      <a:pt x="161" y="172"/>
                      <a:pt x="157" y="172"/>
                      <a:pt x="157" y="172"/>
                    </a:cubicBezTo>
                    <a:cubicBezTo>
                      <a:pt x="155" y="178"/>
                      <a:pt x="155" y="178"/>
                      <a:pt x="155" y="178"/>
                    </a:cubicBezTo>
                    <a:cubicBezTo>
                      <a:pt x="155" y="178"/>
                      <a:pt x="155" y="178"/>
                      <a:pt x="155" y="178"/>
                    </a:cubicBezTo>
                    <a:cubicBezTo>
                      <a:pt x="154" y="178"/>
                      <a:pt x="154" y="178"/>
                      <a:pt x="153" y="178"/>
                    </a:cubicBezTo>
                    <a:cubicBezTo>
                      <a:pt x="149" y="173"/>
                      <a:pt x="149" y="173"/>
                      <a:pt x="149" y="173"/>
                    </a:cubicBezTo>
                    <a:cubicBezTo>
                      <a:pt x="145" y="174"/>
                      <a:pt x="142" y="178"/>
                      <a:pt x="142" y="178"/>
                    </a:cubicBezTo>
                    <a:cubicBezTo>
                      <a:pt x="142" y="186"/>
                      <a:pt x="142" y="186"/>
                      <a:pt x="142" y="186"/>
                    </a:cubicBezTo>
                    <a:cubicBezTo>
                      <a:pt x="142" y="186"/>
                      <a:pt x="142" y="186"/>
                      <a:pt x="142" y="186"/>
                    </a:cubicBezTo>
                    <a:cubicBezTo>
                      <a:pt x="141" y="186"/>
                      <a:pt x="141" y="185"/>
                      <a:pt x="140" y="185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2" y="185"/>
                      <a:pt x="130" y="187"/>
                      <a:pt x="130" y="187"/>
                    </a:cubicBezTo>
                    <a:cubicBezTo>
                      <a:pt x="133" y="192"/>
                      <a:pt x="133" y="192"/>
                      <a:pt x="133" y="192"/>
                    </a:cubicBezTo>
                    <a:cubicBezTo>
                      <a:pt x="133" y="192"/>
                      <a:pt x="133" y="192"/>
                      <a:pt x="133" y="192"/>
                    </a:cubicBezTo>
                    <a:cubicBezTo>
                      <a:pt x="133" y="192"/>
                      <a:pt x="133" y="193"/>
                      <a:pt x="132" y="193"/>
                    </a:cubicBezTo>
                    <a:cubicBezTo>
                      <a:pt x="127" y="194"/>
                      <a:pt x="127" y="194"/>
                      <a:pt x="127" y="194"/>
                    </a:cubicBezTo>
                    <a:cubicBezTo>
                      <a:pt x="125" y="198"/>
                      <a:pt x="125" y="202"/>
                      <a:pt x="125" y="202"/>
                    </a:cubicBezTo>
                    <a:cubicBezTo>
                      <a:pt x="130" y="204"/>
                      <a:pt x="130" y="204"/>
                      <a:pt x="130" y="204"/>
                    </a:cubicBezTo>
                    <a:cubicBezTo>
                      <a:pt x="130" y="204"/>
                      <a:pt x="130" y="204"/>
                      <a:pt x="130" y="204"/>
                    </a:cubicBezTo>
                    <a:cubicBezTo>
                      <a:pt x="130" y="205"/>
                      <a:pt x="130" y="206"/>
                      <a:pt x="131" y="206"/>
                    </a:cubicBezTo>
                    <a:cubicBezTo>
                      <a:pt x="126" y="210"/>
                      <a:pt x="126" y="210"/>
                      <a:pt x="126" y="210"/>
                    </a:cubicBezTo>
                    <a:cubicBezTo>
                      <a:pt x="127" y="214"/>
                      <a:pt x="131" y="217"/>
                      <a:pt x="131" y="217"/>
                    </a:cubicBezTo>
                    <a:cubicBezTo>
                      <a:pt x="139" y="217"/>
                      <a:pt x="139" y="217"/>
                      <a:pt x="139" y="217"/>
                    </a:cubicBezTo>
                    <a:cubicBezTo>
                      <a:pt x="139" y="217"/>
                      <a:pt x="139" y="217"/>
                      <a:pt x="139" y="217"/>
                    </a:cubicBezTo>
                    <a:cubicBezTo>
                      <a:pt x="139" y="218"/>
                      <a:pt x="137" y="218"/>
                      <a:pt x="138" y="219"/>
                    </a:cubicBezTo>
                    <a:cubicBezTo>
                      <a:pt x="135" y="224"/>
                      <a:pt x="135" y="224"/>
                      <a:pt x="135" y="224"/>
                    </a:cubicBezTo>
                    <a:cubicBezTo>
                      <a:pt x="137" y="227"/>
                      <a:pt x="140" y="229"/>
                      <a:pt x="140" y="229"/>
                    </a:cubicBezTo>
                    <a:cubicBezTo>
                      <a:pt x="145" y="226"/>
                      <a:pt x="145" y="226"/>
                      <a:pt x="145" y="226"/>
                    </a:cubicBezTo>
                    <a:cubicBezTo>
                      <a:pt x="145" y="226"/>
                      <a:pt x="145" y="226"/>
                      <a:pt x="145" y="226"/>
                    </a:cubicBezTo>
                    <a:cubicBezTo>
                      <a:pt x="145" y="226"/>
                      <a:pt x="145" y="226"/>
                      <a:pt x="146" y="227"/>
                    </a:cubicBezTo>
                    <a:cubicBezTo>
                      <a:pt x="147" y="232"/>
                      <a:pt x="147" y="232"/>
                      <a:pt x="147" y="232"/>
                    </a:cubicBezTo>
                    <a:cubicBezTo>
                      <a:pt x="151" y="234"/>
                      <a:pt x="154" y="234"/>
                      <a:pt x="154" y="234"/>
                    </a:cubicBezTo>
                    <a:cubicBezTo>
                      <a:pt x="157" y="229"/>
                      <a:pt x="157" y="229"/>
                      <a:pt x="157" y="229"/>
                    </a:cubicBezTo>
                    <a:cubicBezTo>
                      <a:pt x="157" y="229"/>
                      <a:pt x="157" y="229"/>
                      <a:pt x="157" y="229"/>
                    </a:cubicBezTo>
                    <a:cubicBezTo>
                      <a:pt x="158" y="229"/>
                      <a:pt x="158" y="229"/>
                      <a:pt x="159" y="229"/>
                    </a:cubicBezTo>
                    <a:cubicBezTo>
                      <a:pt x="163" y="233"/>
                      <a:pt x="163" y="233"/>
                      <a:pt x="163" y="233"/>
                    </a:cubicBezTo>
                    <a:cubicBezTo>
                      <a:pt x="167" y="232"/>
                      <a:pt x="170" y="228"/>
                      <a:pt x="170" y="228"/>
                    </a:cubicBezTo>
                    <a:cubicBezTo>
                      <a:pt x="170" y="221"/>
                      <a:pt x="170" y="221"/>
                      <a:pt x="170" y="221"/>
                    </a:cubicBezTo>
                    <a:cubicBezTo>
                      <a:pt x="170" y="221"/>
                      <a:pt x="170" y="221"/>
                      <a:pt x="170" y="221"/>
                    </a:cubicBezTo>
                    <a:cubicBezTo>
                      <a:pt x="170" y="221"/>
                      <a:pt x="171" y="222"/>
                      <a:pt x="171" y="221"/>
                    </a:cubicBezTo>
                    <a:cubicBezTo>
                      <a:pt x="177" y="224"/>
                      <a:pt x="177" y="224"/>
                      <a:pt x="177" y="224"/>
                    </a:cubicBezTo>
                    <a:cubicBezTo>
                      <a:pt x="180" y="222"/>
                      <a:pt x="182" y="219"/>
                      <a:pt x="182" y="219"/>
                    </a:cubicBezTo>
                    <a:cubicBezTo>
                      <a:pt x="179" y="214"/>
                      <a:pt x="179" y="214"/>
                      <a:pt x="179" y="214"/>
                    </a:cubicBezTo>
                    <a:cubicBezTo>
                      <a:pt x="179" y="214"/>
                      <a:pt x="179" y="214"/>
                      <a:pt x="179" y="214"/>
                    </a:cubicBezTo>
                    <a:cubicBezTo>
                      <a:pt x="179" y="214"/>
                      <a:pt x="179" y="214"/>
                      <a:pt x="179" y="213"/>
                    </a:cubicBezTo>
                    <a:lnTo>
                      <a:pt x="185" y="2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41" name="íSḻîḑe" descr="425e517b-a52d-4c13-8626-29535c083b8a">
                <a:extLst>
                  <a:ext uri="{FF2B5EF4-FFF2-40B4-BE49-F238E27FC236}">
                    <a16:creationId xmlns:a16="http://schemas.microsoft.com/office/drawing/2014/main" id="{D30B9CD2-8305-40A0-91E0-C4C8F892C039}"/>
                  </a:ext>
                </a:extLst>
              </p:cNvPr>
              <p:cNvSpPr/>
              <p:nvPr/>
            </p:nvSpPr>
            <p:spPr bwMode="auto">
              <a:xfrm>
                <a:off x="6517708" y="3554592"/>
                <a:ext cx="727562" cy="739920"/>
              </a:xfrm>
              <a:custGeom>
                <a:avLst/>
                <a:gdLst>
                  <a:gd name="T0" fmla="*/ 218 w 398"/>
                  <a:gd name="T1" fmla="*/ 40 h 405"/>
                  <a:gd name="T2" fmla="*/ 209 w 398"/>
                  <a:gd name="T3" fmla="*/ 0 h 405"/>
                  <a:gd name="T4" fmla="*/ 163 w 398"/>
                  <a:gd name="T5" fmla="*/ 44 h 405"/>
                  <a:gd name="T6" fmla="*/ 137 w 398"/>
                  <a:gd name="T7" fmla="*/ 51 h 405"/>
                  <a:gd name="T8" fmla="*/ 76 w 398"/>
                  <a:gd name="T9" fmla="*/ 44 h 405"/>
                  <a:gd name="T10" fmla="*/ 73 w 398"/>
                  <a:gd name="T11" fmla="*/ 101 h 405"/>
                  <a:gd name="T12" fmla="*/ 35 w 398"/>
                  <a:gd name="T13" fmla="*/ 88 h 405"/>
                  <a:gd name="T14" fmla="*/ 46 w 398"/>
                  <a:gd name="T15" fmla="*/ 150 h 405"/>
                  <a:gd name="T16" fmla="*/ 39 w 398"/>
                  <a:gd name="T17" fmla="*/ 175 h 405"/>
                  <a:gd name="T18" fmla="*/ 0 w 398"/>
                  <a:gd name="T19" fmla="*/ 223 h 405"/>
                  <a:gd name="T20" fmla="*/ 49 w 398"/>
                  <a:gd name="T21" fmla="*/ 264 h 405"/>
                  <a:gd name="T22" fmla="*/ 19 w 398"/>
                  <a:gd name="T23" fmla="*/ 290 h 405"/>
                  <a:gd name="T24" fmla="*/ 78 w 398"/>
                  <a:gd name="T25" fmla="*/ 311 h 405"/>
                  <a:gd name="T26" fmla="*/ 108 w 398"/>
                  <a:gd name="T27" fmla="*/ 338 h 405"/>
                  <a:gd name="T28" fmla="*/ 134 w 398"/>
                  <a:gd name="T29" fmla="*/ 394 h 405"/>
                  <a:gd name="T30" fmla="*/ 158 w 398"/>
                  <a:gd name="T31" fmla="*/ 361 h 405"/>
                  <a:gd name="T32" fmla="*/ 184 w 398"/>
                  <a:gd name="T33" fmla="*/ 366 h 405"/>
                  <a:gd name="T34" fmla="*/ 234 w 398"/>
                  <a:gd name="T35" fmla="*/ 402 h 405"/>
                  <a:gd name="T36" fmla="*/ 239 w 398"/>
                  <a:gd name="T37" fmla="*/ 361 h 405"/>
                  <a:gd name="T38" fmla="*/ 265 w 398"/>
                  <a:gd name="T39" fmla="*/ 354 h 405"/>
                  <a:gd name="T40" fmla="*/ 326 w 398"/>
                  <a:gd name="T41" fmla="*/ 362 h 405"/>
                  <a:gd name="T42" fmla="*/ 311 w 398"/>
                  <a:gd name="T43" fmla="*/ 323 h 405"/>
                  <a:gd name="T44" fmla="*/ 330 w 398"/>
                  <a:gd name="T45" fmla="*/ 305 h 405"/>
                  <a:gd name="T46" fmla="*/ 387 w 398"/>
                  <a:gd name="T47" fmla="*/ 282 h 405"/>
                  <a:gd name="T48" fmla="*/ 355 w 398"/>
                  <a:gd name="T49" fmla="*/ 254 h 405"/>
                  <a:gd name="T50" fmla="*/ 363 w 398"/>
                  <a:gd name="T51" fmla="*/ 226 h 405"/>
                  <a:gd name="T52" fmla="*/ 398 w 398"/>
                  <a:gd name="T53" fmla="*/ 183 h 405"/>
                  <a:gd name="T54" fmla="*/ 361 w 398"/>
                  <a:gd name="T55" fmla="*/ 175 h 405"/>
                  <a:gd name="T56" fmla="*/ 354 w 398"/>
                  <a:gd name="T57" fmla="*/ 141 h 405"/>
                  <a:gd name="T58" fmla="*/ 362 w 398"/>
                  <a:gd name="T59" fmla="*/ 80 h 405"/>
                  <a:gd name="T60" fmla="*/ 324 w 398"/>
                  <a:gd name="T61" fmla="*/ 95 h 405"/>
                  <a:gd name="T62" fmla="*/ 295 w 398"/>
                  <a:gd name="T63" fmla="*/ 67 h 405"/>
                  <a:gd name="T64" fmla="*/ 268 w 398"/>
                  <a:gd name="T65" fmla="*/ 12 h 405"/>
                  <a:gd name="T66" fmla="*/ 336 w 398"/>
                  <a:gd name="T67" fmla="*/ 203 h 405"/>
                  <a:gd name="T68" fmla="*/ 65 w 398"/>
                  <a:gd name="T69" fmla="*/ 203 h 405"/>
                  <a:gd name="T70" fmla="*/ 336 w 398"/>
                  <a:gd name="T71" fmla="*/ 203 h 405"/>
                  <a:gd name="T72" fmla="*/ 82 w 398"/>
                  <a:gd name="T73" fmla="*/ 203 h 405"/>
                  <a:gd name="T74" fmla="*/ 319 w 398"/>
                  <a:gd name="T75" fmla="*/ 203 h 405"/>
                  <a:gd name="T76" fmla="*/ 262 w 398"/>
                  <a:gd name="T77" fmla="*/ 177 h 405"/>
                  <a:gd name="T78" fmla="*/ 220 w 398"/>
                  <a:gd name="T79" fmla="*/ 190 h 405"/>
                  <a:gd name="T80" fmla="*/ 211 w 398"/>
                  <a:gd name="T81" fmla="*/ 195 h 405"/>
                  <a:gd name="T82" fmla="*/ 231 w 398"/>
                  <a:gd name="T83" fmla="*/ 207 h 405"/>
                  <a:gd name="T84" fmla="*/ 252 w 398"/>
                  <a:gd name="T85" fmla="*/ 250 h 405"/>
                  <a:gd name="T86" fmla="*/ 232 w 398"/>
                  <a:gd name="T87" fmla="*/ 250 h 405"/>
                  <a:gd name="T88" fmla="*/ 207 w 398"/>
                  <a:gd name="T89" fmla="*/ 213 h 405"/>
                  <a:gd name="T90" fmla="*/ 191 w 398"/>
                  <a:gd name="T91" fmla="*/ 214 h 405"/>
                  <a:gd name="T92" fmla="*/ 164 w 398"/>
                  <a:gd name="T93" fmla="*/ 249 h 405"/>
                  <a:gd name="T94" fmla="*/ 144 w 398"/>
                  <a:gd name="T95" fmla="*/ 247 h 405"/>
                  <a:gd name="T96" fmla="*/ 168 w 398"/>
                  <a:gd name="T97" fmla="*/ 206 h 405"/>
                  <a:gd name="T98" fmla="*/ 190 w 398"/>
                  <a:gd name="T99" fmla="*/ 195 h 405"/>
                  <a:gd name="T100" fmla="*/ 152 w 398"/>
                  <a:gd name="T101" fmla="*/ 147 h 405"/>
                  <a:gd name="T102" fmla="*/ 166 w 398"/>
                  <a:gd name="T103" fmla="*/ 148 h 405"/>
                  <a:gd name="T104" fmla="*/ 209 w 398"/>
                  <a:gd name="T105" fmla="*/ 178 h 405"/>
                  <a:gd name="T106" fmla="*/ 207 w 398"/>
                  <a:gd name="T107" fmla="*/ 147 h 405"/>
                  <a:gd name="T108" fmla="*/ 244 w 398"/>
                  <a:gd name="T109" fmla="*/ 131 h 405"/>
                  <a:gd name="T110" fmla="*/ 225 w 398"/>
                  <a:gd name="T111" fmla="*/ 148 h 405"/>
                  <a:gd name="T112" fmla="*/ 225 w 398"/>
                  <a:gd name="T113" fmla="*/ 174 h 405"/>
                  <a:gd name="T114" fmla="*/ 267 w 398"/>
                  <a:gd name="T115" fmla="*/ 158 h 405"/>
                  <a:gd name="T116" fmla="*/ 262 w 398"/>
                  <a:gd name="T117" fmla="*/ 177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8" h="405">
                    <a:moveTo>
                      <a:pt x="244" y="45"/>
                    </a:moveTo>
                    <a:cubicBezTo>
                      <a:pt x="236" y="43"/>
                      <a:pt x="227" y="41"/>
                      <a:pt x="218" y="40"/>
                    </a:cubicBezTo>
                    <a:cubicBezTo>
                      <a:pt x="218" y="39"/>
                      <a:pt x="218" y="39"/>
                      <a:pt x="218" y="39"/>
                    </a:cubicBezTo>
                    <a:cubicBezTo>
                      <a:pt x="209" y="0"/>
                      <a:pt x="209" y="0"/>
                      <a:pt x="209" y="0"/>
                    </a:cubicBezTo>
                    <a:cubicBezTo>
                      <a:pt x="168" y="3"/>
                      <a:pt x="168" y="3"/>
                      <a:pt x="168" y="3"/>
                    </a:cubicBezTo>
                    <a:cubicBezTo>
                      <a:pt x="163" y="44"/>
                      <a:pt x="163" y="44"/>
                      <a:pt x="163" y="44"/>
                    </a:cubicBezTo>
                    <a:cubicBezTo>
                      <a:pt x="154" y="46"/>
                      <a:pt x="146" y="48"/>
                      <a:pt x="138" y="52"/>
                    </a:cubicBezTo>
                    <a:cubicBezTo>
                      <a:pt x="137" y="51"/>
                      <a:pt x="137" y="51"/>
                      <a:pt x="137" y="51"/>
                    </a:cubicBezTo>
                    <a:cubicBezTo>
                      <a:pt x="111" y="22"/>
                      <a:pt x="111" y="22"/>
                      <a:pt x="111" y="22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91" y="82"/>
                      <a:pt x="91" y="82"/>
                      <a:pt x="91" y="82"/>
                    </a:cubicBezTo>
                    <a:cubicBezTo>
                      <a:pt x="85" y="87"/>
                      <a:pt x="78" y="94"/>
                      <a:pt x="73" y="101"/>
                    </a:cubicBezTo>
                    <a:cubicBezTo>
                      <a:pt x="72" y="100"/>
                      <a:pt x="72" y="100"/>
                      <a:pt x="72" y="100"/>
                    </a:cubicBezTo>
                    <a:cubicBezTo>
                      <a:pt x="35" y="88"/>
                      <a:pt x="35" y="88"/>
                      <a:pt x="35" y="88"/>
                    </a:cubicBezTo>
                    <a:cubicBezTo>
                      <a:pt x="15" y="123"/>
                      <a:pt x="15" y="123"/>
                      <a:pt x="15" y="123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43" y="158"/>
                      <a:pt x="41" y="164"/>
                      <a:pt x="40" y="175"/>
                    </a:cubicBezTo>
                    <a:cubicBezTo>
                      <a:pt x="39" y="175"/>
                      <a:pt x="39" y="175"/>
                      <a:pt x="39" y="175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40" y="230"/>
                      <a:pt x="40" y="230"/>
                      <a:pt x="40" y="230"/>
                    </a:cubicBezTo>
                    <a:cubicBezTo>
                      <a:pt x="42" y="242"/>
                      <a:pt x="45" y="253"/>
                      <a:pt x="49" y="264"/>
                    </a:cubicBezTo>
                    <a:cubicBezTo>
                      <a:pt x="48" y="264"/>
                      <a:pt x="48" y="264"/>
                      <a:pt x="48" y="264"/>
                    </a:cubicBezTo>
                    <a:cubicBezTo>
                      <a:pt x="19" y="290"/>
                      <a:pt x="19" y="290"/>
                      <a:pt x="19" y="290"/>
                    </a:cubicBezTo>
                    <a:cubicBezTo>
                      <a:pt x="40" y="325"/>
                      <a:pt x="40" y="325"/>
                      <a:pt x="40" y="325"/>
                    </a:cubicBezTo>
                    <a:cubicBezTo>
                      <a:pt x="78" y="311"/>
                      <a:pt x="78" y="311"/>
                      <a:pt x="78" y="311"/>
                    </a:cubicBezTo>
                    <a:cubicBezTo>
                      <a:pt x="87" y="321"/>
                      <a:pt x="97" y="330"/>
                      <a:pt x="108" y="337"/>
                    </a:cubicBezTo>
                    <a:cubicBezTo>
                      <a:pt x="108" y="338"/>
                      <a:pt x="108" y="338"/>
                      <a:pt x="108" y="338"/>
                    </a:cubicBezTo>
                    <a:cubicBezTo>
                      <a:pt x="97" y="376"/>
                      <a:pt x="97" y="376"/>
                      <a:pt x="97" y="376"/>
                    </a:cubicBezTo>
                    <a:cubicBezTo>
                      <a:pt x="134" y="394"/>
                      <a:pt x="134" y="394"/>
                      <a:pt x="134" y="394"/>
                    </a:cubicBezTo>
                    <a:cubicBezTo>
                      <a:pt x="158" y="361"/>
                      <a:pt x="158" y="361"/>
                      <a:pt x="158" y="361"/>
                    </a:cubicBezTo>
                    <a:cubicBezTo>
                      <a:pt x="158" y="361"/>
                      <a:pt x="158" y="361"/>
                      <a:pt x="158" y="361"/>
                    </a:cubicBezTo>
                    <a:cubicBezTo>
                      <a:pt x="167" y="363"/>
                      <a:pt x="175" y="365"/>
                      <a:pt x="184" y="365"/>
                    </a:cubicBezTo>
                    <a:cubicBezTo>
                      <a:pt x="184" y="366"/>
                      <a:pt x="184" y="366"/>
                      <a:pt x="184" y="366"/>
                    </a:cubicBezTo>
                    <a:cubicBezTo>
                      <a:pt x="194" y="405"/>
                      <a:pt x="194" y="405"/>
                      <a:pt x="194" y="405"/>
                    </a:cubicBezTo>
                    <a:cubicBezTo>
                      <a:pt x="234" y="402"/>
                      <a:pt x="234" y="402"/>
                      <a:pt x="234" y="402"/>
                    </a:cubicBezTo>
                    <a:cubicBezTo>
                      <a:pt x="239" y="362"/>
                      <a:pt x="239" y="362"/>
                      <a:pt x="239" y="362"/>
                    </a:cubicBezTo>
                    <a:cubicBezTo>
                      <a:pt x="239" y="361"/>
                      <a:pt x="239" y="361"/>
                      <a:pt x="239" y="361"/>
                    </a:cubicBezTo>
                    <a:cubicBezTo>
                      <a:pt x="248" y="359"/>
                      <a:pt x="256" y="357"/>
                      <a:pt x="264" y="353"/>
                    </a:cubicBezTo>
                    <a:cubicBezTo>
                      <a:pt x="265" y="354"/>
                      <a:pt x="265" y="354"/>
                      <a:pt x="265" y="354"/>
                    </a:cubicBezTo>
                    <a:cubicBezTo>
                      <a:pt x="292" y="384"/>
                      <a:pt x="292" y="384"/>
                      <a:pt x="292" y="384"/>
                    </a:cubicBezTo>
                    <a:cubicBezTo>
                      <a:pt x="326" y="362"/>
                      <a:pt x="326" y="362"/>
                      <a:pt x="326" y="362"/>
                    </a:cubicBezTo>
                    <a:cubicBezTo>
                      <a:pt x="311" y="324"/>
                      <a:pt x="311" y="324"/>
                      <a:pt x="311" y="324"/>
                    </a:cubicBezTo>
                    <a:cubicBezTo>
                      <a:pt x="311" y="323"/>
                      <a:pt x="311" y="323"/>
                      <a:pt x="311" y="323"/>
                    </a:cubicBezTo>
                    <a:cubicBezTo>
                      <a:pt x="317" y="317"/>
                      <a:pt x="323" y="311"/>
                      <a:pt x="329" y="304"/>
                    </a:cubicBezTo>
                    <a:cubicBezTo>
                      <a:pt x="330" y="305"/>
                      <a:pt x="330" y="305"/>
                      <a:pt x="330" y="305"/>
                    </a:cubicBezTo>
                    <a:cubicBezTo>
                      <a:pt x="368" y="318"/>
                      <a:pt x="368" y="318"/>
                      <a:pt x="368" y="318"/>
                    </a:cubicBezTo>
                    <a:cubicBezTo>
                      <a:pt x="387" y="282"/>
                      <a:pt x="387" y="282"/>
                      <a:pt x="387" y="282"/>
                    </a:cubicBezTo>
                    <a:cubicBezTo>
                      <a:pt x="356" y="256"/>
                      <a:pt x="356" y="256"/>
                      <a:pt x="356" y="256"/>
                    </a:cubicBezTo>
                    <a:cubicBezTo>
                      <a:pt x="355" y="254"/>
                      <a:pt x="355" y="254"/>
                      <a:pt x="355" y="254"/>
                    </a:cubicBezTo>
                    <a:cubicBezTo>
                      <a:pt x="358" y="245"/>
                      <a:pt x="360" y="238"/>
                      <a:pt x="362" y="226"/>
                    </a:cubicBezTo>
                    <a:cubicBezTo>
                      <a:pt x="363" y="226"/>
                      <a:pt x="363" y="226"/>
                      <a:pt x="363" y="226"/>
                    </a:cubicBezTo>
                    <a:cubicBezTo>
                      <a:pt x="398" y="224"/>
                      <a:pt x="398" y="224"/>
                      <a:pt x="398" y="224"/>
                    </a:cubicBezTo>
                    <a:cubicBezTo>
                      <a:pt x="398" y="183"/>
                      <a:pt x="398" y="183"/>
                      <a:pt x="398" y="183"/>
                    </a:cubicBezTo>
                    <a:cubicBezTo>
                      <a:pt x="360" y="175"/>
                      <a:pt x="360" y="175"/>
                      <a:pt x="360" y="175"/>
                    </a:cubicBezTo>
                    <a:cubicBezTo>
                      <a:pt x="361" y="175"/>
                      <a:pt x="361" y="175"/>
                      <a:pt x="361" y="175"/>
                    </a:cubicBezTo>
                    <a:cubicBezTo>
                      <a:pt x="359" y="164"/>
                      <a:pt x="356" y="153"/>
                      <a:pt x="352" y="142"/>
                    </a:cubicBezTo>
                    <a:cubicBezTo>
                      <a:pt x="354" y="141"/>
                      <a:pt x="354" y="141"/>
                      <a:pt x="354" y="141"/>
                    </a:cubicBezTo>
                    <a:cubicBezTo>
                      <a:pt x="384" y="115"/>
                      <a:pt x="384" y="115"/>
                      <a:pt x="384" y="115"/>
                    </a:cubicBezTo>
                    <a:cubicBezTo>
                      <a:pt x="362" y="80"/>
                      <a:pt x="362" y="80"/>
                      <a:pt x="362" y="80"/>
                    </a:cubicBezTo>
                    <a:cubicBezTo>
                      <a:pt x="324" y="95"/>
                      <a:pt x="324" y="95"/>
                      <a:pt x="324" y="95"/>
                    </a:cubicBezTo>
                    <a:cubicBezTo>
                      <a:pt x="324" y="95"/>
                      <a:pt x="324" y="95"/>
                      <a:pt x="324" y="95"/>
                    </a:cubicBezTo>
                    <a:cubicBezTo>
                      <a:pt x="315" y="85"/>
                      <a:pt x="305" y="76"/>
                      <a:pt x="294" y="69"/>
                    </a:cubicBezTo>
                    <a:cubicBezTo>
                      <a:pt x="295" y="67"/>
                      <a:pt x="295" y="67"/>
                      <a:pt x="295" y="67"/>
                    </a:cubicBezTo>
                    <a:cubicBezTo>
                      <a:pt x="305" y="29"/>
                      <a:pt x="305" y="29"/>
                      <a:pt x="305" y="29"/>
                    </a:cubicBezTo>
                    <a:cubicBezTo>
                      <a:pt x="268" y="12"/>
                      <a:pt x="268" y="12"/>
                      <a:pt x="268" y="12"/>
                    </a:cubicBezTo>
                    <a:cubicBezTo>
                      <a:pt x="244" y="45"/>
                      <a:pt x="244" y="45"/>
                      <a:pt x="244" y="45"/>
                    </a:cubicBezTo>
                    <a:close/>
                    <a:moveTo>
                      <a:pt x="336" y="203"/>
                    </a:moveTo>
                    <a:cubicBezTo>
                      <a:pt x="336" y="278"/>
                      <a:pt x="276" y="338"/>
                      <a:pt x="201" y="338"/>
                    </a:cubicBezTo>
                    <a:cubicBezTo>
                      <a:pt x="126" y="338"/>
                      <a:pt x="65" y="278"/>
                      <a:pt x="65" y="203"/>
                    </a:cubicBezTo>
                    <a:cubicBezTo>
                      <a:pt x="65" y="128"/>
                      <a:pt x="126" y="67"/>
                      <a:pt x="201" y="67"/>
                    </a:cubicBezTo>
                    <a:cubicBezTo>
                      <a:pt x="276" y="67"/>
                      <a:pt x="336" y="128"/>
                      <a:pt x="336" y="203"/>
                    </a:cubicBezTo>
                    <a:close/>
                    <a:moveTo>
                      <a:pt x="201" y="84"/>
                    </a:moveTo>
                    <a:cubicBezTo>
                      <a:pt x="135" y="84"/>
                      <a:pt x="82" y="137"/>
                      <a:pt x="82" y="203"/>
                    </a:cubicBezTo>
                    <a:cubicBezTo>
                      <a:pt x="82" y="268"/>
                      <a:pt x="135" y="321"/>
                      <a:pt x="201" y="321"/>
                    </a:cubicBezTo>
                    <a:cubicBezTo>
                      <a:pt x="266" y="321"/>
                      <a:pt x="319" y="268"/>
                      <a:pt x="319" y="203"/>
                    </a:cubicBezTo>
                    <a:cubicBezTo>
                      <a:pt x="319" y="137"/>
                      <a:pt x="266" y="84"/>
                      <a:pt x="201" y="84"/>
                    </a:cubicBezTo>
                    <a:close/>
                    <a:moveTo>
                      <a:pt x="262" y="177"/>
                    </a:moveTo>
                    <a:cubicBezTo>
                      <a:pt x="247" y="191"/>
                      <a:pt x="247" y="191"/>
                      <a:pt x="247" y="191"/>
                    </a:cubicBezTo>
                    <a:cubicBezTo>
                      <a:pt x="240" y="198"/>
                      <a:pt x="227" y="198"/>
                      <a:pt x="220" y="190"/>
                    </a:cubicBezTo>
                    <a:cubicBezTo>
                      <a:pt x="218" y="188"/>
                      <a:pt x="218" y="188"/>
                      <a:pt x="218" y="188"/>
                    </a:cubicBezTo>
                    <a:cubicBezTo>
                      <a:pt x="211" y="195"/>
                      <a:pt x="211" y="195"/>
                      <a:pt x="211" y="195"/>
                    </a:cubicBezTo>
                    <a:cubicBezTo>
                      <a:pt x="218" y="203"/>
                      <a:pt x="218" y="203"/>
                      <a:pt x="218" y="203"/>
                    </a:cubicBezTo>
                    <a:cubicBezTo>
                      <a:pt x="223" y="202"/>
                      <a:pt x="228" y="203"/>
                      <a:pt x="231" y="207"/>
                    </a:cubicBezTo>
                    <a:cubicBezTo>
                      <a:pt x="253" y="230"/>
                      <a:pt x="253" y="230"/>
                      <a:pt x="253" y="230"/>
                    </a:cubicBezTo>
                    <a:cubicBezTo>
                      <a:pt x="258" y="236"/>
                      <a:pt x="257" y="245"/>
                      <a:pt x="252" y="250"/>
                    </a:cubicBezTo>
                    <a:cubicBezTo>
                      <a:pt x="251" y="251"/>
                      <a:pt x="251" y="251"/>
                      <a:pt x="251" y="251"/>
                    </a:cubicBezTo>
                    <a:cubicBezTo>
                      <a:pt x="246" y="256"/>
                      <a:pt x="237" y="255"/>
                      <a:pt x="232" y="250"/>
                    </a:cubicBezTo>
                    <a:cubicBezTo>
                      <a:pt x="210" y="227"/>
                      <a:pt x="210" y="227"/>
                      <a:pt x="210" y="227"/>
                    </a:cubicBezTo>
                    <a:cubicBezTo>
                      <a:pt x="207" y="223"/>
                      <a:pt x="206" y="218"/>
                      <a:pt x="207" y="213"/>
                    </a:cubicBezTo>
                    <a:cubicBezTo>
                      <a:pt x="200" y="205"/>
                      <a:pt x="200" y="205"/>
                      <a:pt x="200" y="205"/>
                    </a:cubicBezTo>
                    <a:cubicBezTo>
                      <a:pt x="191" y="214"/>
                      <a:pt x="191" y="214"/>
                      <a:pt x="191" y="214"/>
                    </a:cubicBezTo>
                    <a:cubicBezTo>
                      <a:pt x="192" y="219"/>
                      <a:pt x="191" y="224"/>
                      <a:pt x="187" y="227"/>
                    </a:cubicBezTo>
                    <a:cubicBezTo>
                      <a:pt x="164" y="249"/>
                      <a:pt x="164" y="249"/>
                      <a:pt x="164" y="249"/>
                    </a:cubicBezTo>
                    <a:cubicBezTo>
                      <a:pt x="158" y="254"/>
                      <a:pt x="149" y="253"/>
                      <a:pt x="144" y="248"/>
                    </a:cubicBezTo>
                    <a:cubicBezTo>
                      <a:pt x="144" y="247"/>
                      <a:pt x="144" y="247"/>
                      <a:pt x="144" y="247"/>
                    </a:cubicBezTo>
                    <a:cubicBezTo>
                      <a:pt x="138" y="242"/>
                      <a:pt x="139" y="233"/>
                      <a:pt x="144" y="228"/>
                    </a:cubicBezTo>
                    <a:cubicBezTo>
                      <a:pt x="168" y="206"/>
                      <a:pt x="168" y="206"/>
                      <a:pt x="168" y="206"/>
                    </a:cubicBezTo>
                    <a:cubicBezTo>
                      <a:pt x="172" y="202"/>
                      <a:pt x="177" y="202"/>
                      <a:pt x="181" y="203"/>
                    </a:cubicBezTo>
                    <a:cubicBezTo>
                      <a:pt x="190" y="195"/>
                      <a:pt x="190" y="195"/>
                      <a:pt x="190" y="195"/>
                    </a:cubicBezTo>
                    <a:cubicBezTo>
                      <a:pt x="156" y="157"/>
                      <a:pt x="156" y="157"/>
                      <a:pt x="156" y="157"/>
                    </a:cubicBezTo>
                    <a:cubicBezTo>
                      <a:pt x="152" y="147"/>
                      <a:pt x="152" y="147"/>
                      <a:pt x="152" y="147"/>
                    </a:cubicBezTo>
                    <a:cubicBezTo>
                      <a:pt x="155" y="144"/>
                      <a:pt x="155" y="144"/>
                      <a:pt x="155" y="144"/>
                    </a:cubicBezTo>
                    <a:cubicBezTo>
                      <a:pt x="166" y="148"/>
                      <a:pt x="166" y="148"/>
                      <a:pt x="166" y="148"/>
                    </a:cubicBezTo>
                    <a:cubicBezTo>
                      <a:pt x="201" y="185"/>
                      <a:pt x="201" y="185"/>
                      <a:pt x="201" y="185"/>
                    </a:cubicBezTo>
                    <a:cubicBezTo>
                      <a:pt x="209" y="178"/>
                      <a:pt x="209" y="178"/>
                      <a:pt x="209" y="178"/>
                    </a:cubicBezTo>
                    <a:cubicBezTo>
                      <a:pt x="206" y="175"/>
                      <a:pt x="206" y="175"/>
                      <a:pt x="206" y="175"/>
                    </a:cubicBezTo>
                    <a:cubicBezTo>
                      <a:pt x="199" y="168"/>
                      <a:pt x="199" y="155"/>
                      <a:pt x="207" y="147"/>
                    </a:cubicBezTo>
                    <a:cubicBezTo>
                      <a:pt x="222" y="134"/>
                      <a:pt x="222" y="134"/>
                      <a:pt x="222" y="134"/>
                    </a:cubicBezTo>
                    <a:cubicBezTo>
                      <a:pt x="228" y="128"/>
                      <a:pt x="237" y="127"/>
                      <a:pt x="244" y="131"/>
                    </a:cubicBezTo>
                    <a:cubicBezTo>
                      <a:pt x="243" y="131"/>
                      <a:pt x="243" y="131"/>
                      <a:pt x="242" y="132"/>
                    </a:cubicBezTo>
                    <a:cubicBezTo>
                      <a:pt x="225" y="148"/>
                      <a:pt x="225" y="148"/>
                      <a:pt x="225" y="148"/>
                    </a:cubicBezTo>
                    <a:cubicBezTo>
                      <a:pt x="218" y="155"/>
                      <a:pt x="218" y="166"/>
                      <a:pt x="224" y="173"/>
                    </a:cubicBezTo>
                    <a:cubicBezTo>
                      <a:pt x="225" y="174"/>
                      <a:pt x="225" y="174"/>
                      <a:pt x="225" y="174"/>
                    </a:cubicBezTo>
                    <a:cubicBezTo>
                      <a:pt x="231" y="181"/>
                      <a:pt x="242" y="181"/>
                      <a:pt x="249" y="174"/>
                    </a:cubicBezTo>
                    <a:cubicBezTo>
                      <a:pt x="267" y="158"/>
                      <a:pt x="267" y="158"/>
                      <a:pt x="267" y="158"/>
                    </a:cubicBezTo>
                    <a:cubicBezTo>
                      <a:pt x="267" y="158"/>
                      <a:pt x="267" y="157"/>
                      <a:pt x="267" y="157"/>
                    </a:cubicBezTo>
                    <a:cubicBezTo>
                      <a:pt x="270" y="164"/>
                      <a:pt x="268" y="172"/>
                      <a:pt x="262" y="1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2" name="í$lïdè" descr="dbecc7bd-0f32-4bd0-8411-bea663746f43">
                <a:extLst>
                  <a:ext uri="{FF2B5EF4-FFF2-40B4-BE49-F238E27FC236}">
                    <a16:creationId xmlns:a16="http://schemas.microsoft.com/office/drawing/2014/main" id="{91DEE822-6CC7-45F4-9C61-B8085E0CCB86}"/>
                  </a:ext>
                </a:extLst>
              </p:cNvPr>
              <p:cNvSpPr/>
              <p:nvPr/>
            </p:nvSpPr>
            <p:spPr bwMode="auto">
              <a:xfrm>
                <a:off x="4769086" y="2932071"/>
                <a:ext cx="1430409" cy="1428094"/>
              </a:xfrm>
              <a:prstGeom prst="ellipse">
                <a:avLst/>
              </a:prstGeom>
              <a:solidFill>
                <a:srgbClr val="E1E9E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3" name="íšľîde" descr="6444b964-39b6-4408-b295-d3ec868457ed">
                <a:extLst>
                  <a:ext uri="{FF2B5EF4-FFF2-40B4-BE49-F238E27FC236}">
                    <a16:creationId xmlns:a16="http://schemas.microsoft.com/office/drawing/2014/main" id="{DD9A4998-704E-4C0E-A953-279269F994E3}"/>
                  </a:ext>
                </a:extLst>
              </p:cNvPr>
              <p:cNvSpPr/>
              <p:nvPr/>
            </p:nvSpPr>
            <p:spPr bwMode="auto">
              <a:xfrm>
                <a:off x="5065672" y="3282722"/>
                <a:ext cx="1133823" cy="1077443"/>
              </a:xfrm>
              <a:custGeom>
                <a:avLst/>
                <a:gdLst>
                  <a:gd name="T0" fmla="*/ 620 w 620"/>
                  <a:gd name="T1" fmla="*/ 199 h 590"/>
                  <a:gd name="T2" fmla="*/ 618 w 620"/>
                  <a:gd name="T3" fmla="*/ 159 h 590"/>
                  <a:gd name="T4" fmla="*/ 460 w 620"/>
                  <a:gd name="T5" fmla="*/ 0 h 590"/>
                  <a:gd name="T6" fmla="*/ 0 w 620"/>
                  <a:gd name="T7" fmla="*/ 401 h 590"/>
                  <a:gd name="T8" fmla="*/ 187 w 620"/>
                  <a:gd name="T9" fmla="*/ 588 h 590"/>
                  <a:gd name="T10" fmla="*/ 229 w 620"/>
                  <a:gd name="T11" fmla="*/ 590 h 590"/>
                  <a:gd name="T12" fmla="*/ 620 w 620"/>
                  <a:gd name="T13" fmla="*/ 199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0" h="590">
                    <a:moveTo>
                      <a:pt x="620" y="199"/>
                    </a:moveTo>
                    <a:cubicBezTo>
                      <a:pt x="620" y="185"/>
                      <a:pt x="619" y="172"/>
                      <a:pt x="618" y="159"/>
                    </a:cubicBezTo>
                    <a:cubicBezTo>
                      <a:pt x="460" y="0"/>
                      <a:pt x="460" y="0"/>
                      <a:pt x="460" y="0"/>
                    </a:cubicBezTo>
                    <a:cubicBezTo>
                      <a:pt x="0" y="401"/>
                      <a:pt x="0" y="401"/>
                      <a:pt x="0" y="401"/>
                    </a:cubicBezTo>
                    <a:cubicBezTo>
                      <a:pt x="187" y="588"/>
                      <a:pt x="187" y="588"/>
                      <a:pt x="187" y="588"/>
                    </a:cubicBezTo>
                    <a:cubicBezTo>
                      <a:pt x="201" y="590"/>
                      <a:pt x="215" y="590"/>
                      <a:pt x="229" y="590"/>
                    </a:cubicBezTo>
                    <a:cubicBezTo>
                      <a:pt x="445" y="590"/>
                      <a:pt x="620" y="415"/>
                      <a:pt x="620" y="199"/>
                    </a:cubicBezTo>
                    <a:close/>
                  </a:path>
                </a:pathLst>
              </a:custGeom>
              <a:solidFill>
                <a:srgbClr val="000000">
                  <a:alpha val="1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4" name="íšḻiḍê" descr="ce13de33-7e28-48ca-9f55-e7641da4e03c">
                <a:extLst>
                  <a:ext uri="{FF2B5EF4-FFF2-40B4-BE49-F238E27FC236}">
                    <a16:creationId xmlns:a16="http://schemas.microsoft.com/office/drawing/2014/main" id="{5DFBFF1E-0EA3-4B1C-80FD-01945D7618A5}"/>
                  </a:ext>
                </a:extLst>
              </p:cNvPr>
              <p:cNvSpPr/>
              <p:nvPr/>
            </p:nvSpPr>
            <p:spPr bwMode="auto">
              <a:xfrm>
                <a:off x="4926649" y="3088859"/>
                <a:ext cx="1115287" cy="1114516"/>
              </a:xfrm>
              <a:prstGeom prst="ellipse">
                <a:avLst/>
              </a:prstGeom>
              <a:solidFill>
                <a:srgbClr val="E1E9EA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5" name="ïŝ1iḑe" descr="7d31d080-708a-474b-919c-d3edef8006eb">
                <a:extLst>
                  <a:ext uri="{FF2B5EF4-FFF2-40B4-BE49-F238E27FC236}">
                    <a16:creationId xmlns:a16="http://schemas.microsoft.com/office/drawing/2014/main" id="{581AAB1E-93E5-4159-9DFE-3778AF1FFC2B}"/>
                  </a:ext>
                </a:extLst>
              </p:cNvPr>
              <p:cNvSpPr/>
              <p:nvPr/>
            </p:nvSpPr>
            <p:spPr bwMode="auto">
              <a:xfrm>
                <a:off x="5190024" y="3357640"/>
                <a:ext cx="851913" cy="845735"/>
              </a:xfrm>
              <a:custGeom>
                <a:avLst/>
                <a:gdLst>
                  <a:gd name="T0" fmla="*/ 466 w 466"/>
                  <a:gd name="T1" fmla="*/ 159 h 463"/>
                  <a:gd name="T2" fmla="*/ 307 w 466"/>
                  <a:gd name="T3" fmla="*/ 0 h 463"/>
                  <a:gd name="T4" fmla="*/ 0 w 466"/>
                  <a:gd name="T5" fmla="*/ 298 h 463"/>
                  <a:gd name="T6" fmla="*/ 164 w 466"/>
                  <a:gd name="T7" fmla="*/ 463 h 463"/>
                  <a:gd name="T8" fmla="*/ 466 w 466"/>
                  <a:gd name="T9" fmla="*/ 159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6" h="463">
                    <a:moveTo>
                      <a:pt x="466" y="159"/>
                    </a:moveTo>
                    <a:cubicBezTo>
                      <a:pt x="307" y="0"/>
                      <a:pt x="307" y="0"/>
                      <a:pt x="307" y="0"/>
                    </a:cubicBezTo>
                    <a:cubicBezTo>
                      <a:pt x="0" y="298"/>
                      <a:pt x="0" y="298"/>
                      <a:pt x="0" y="298"/>
                    </a:cubicBezTo>
                    <a:cubicBezTo>
                      <a:pt x="164" y="463"/>
                      <a:pt x="164" y="463"/>
                      <a:pt x="164" y="463"/>
                    </a:cubicBezTo>
                    <a:cubicBezTo>
                      <a:pt x="331" y="461"/>
                      <a:pt x="465" y="326"/>
                      <a:pt x="466" y="159"/>
                    </a:cubicBezTo>
                    <a:close/>
                  </a:path>
                </a:pathLst>
              </a:custGeom>
              <a:solidFill>
                <a:srgbClr val="000000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6" name="ïṣḷîďe" descr="86e1bca9-9efc-4efc-b43e-2b6a3a1e1f2d">
                <a:extLst>
                  <a:ext uri="{FF2B5EF4-FFF2-40B4-BE49-F238E27FC236}">
                    <a16:creationId xmlns:a16="http://schemas.microsoft.com/office/drawing/2014/main" id="{82E684EB-E041-48C6-8D11-E3B8563E80A6}"/>
                  </a:ext>
                </a:extLst>
              </p:cNvPr>
              <p:cNvSpPr/>
              <p:nvPr/>
            </p:nvSpPr>
            <p:spPr bwMode="auto">
              <a:xfrm>
                <a:off x="5092706" y="3254917"/>
                <a:ext cx="782400" cy="781628"/>
              </a:xfrm>
              <a:prstGeom prst="ellipse">
                <a:avLst/>
              </a:prstGeom>
              <a:solidFill>
                <a:srgbClr val="E9EFE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7" name="íṥliḍé" descr="33b01fb1-e974-41d2-8d34-55541f2e5bbd">
                <a:extLst>
                  <a:ext uri="{FF2B5EF4-FFF2-40B4-BE49-F238E27FC236}">
                    <a16:creationId xmlns:a16="http://schemas.microsoft.com/office/drawing/2014/main" id="{38806A74-9D06-46BC-B0FF-A5A0BC5B076A}"/>
                  </a:ext>
                </a:extLst>
              </p:cNvPr>
              <p:cNvSpPr/>
              <p:nvPr/>
            </p:nvSpPr>
            <p:spPr bwMode="auto">
              <a:xfrm>
                <a:off x="5349128" y="3547641"/>
                <a:ext cx="508213" cy="472685"/>
              </a:xfrm>
              <a:custGeom>
                <a:avLst/>
                <a:gdLst>
                  <a:gd name="T0" fmla="*/ 278 w 278"/>
                  <a:gd name="T1" fmla="*/ 117 h 259"/>
                  <a:gd name="T2" fmla="*/ 162 w 278"/>
                  <a:gd name="T3" fmla="*/ 0 h 259"/>
                  <a:gd name="T4" fmla="*/ 0 w 278"/>
                  <a:gd name="T5" fmla="*/ 126 h 259"/>
                  <a:gd name="T6" fmla="*/ 133 w 278"/>
                  <a:gd name="T7" fmla="*/ 259 h 259"/>
                  <a:gd name="T8" fmla="*/ 278 w 278"/>
                  <a:gd name="T9" fmla="*/ 117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8" h="259">
                    <a:moveTo>
                      <a:pt x="278" y="117"/>
                    </a:moveTo>
                    <a:cubicBezTo>
                      <a:pt x="162" y="0"/>
                      <a:pt x="162" y="0"/>
                      <a:pt x="162" y="0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133" y="259"/>
                      <a:pt x="133" y="259"/>
                      <a:pt x="133" y="259"/>
                    </a:cubicBezTo>
                    <a:cubicBezTo>
                      <a:pt x="202" y="239"/>
                      <a:pt x="257" y="185"/>
                      <a:pt x="278" y="117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8" name="îṩḻîḋé" descr="4f19be1d-d972-46f1-911b-104db68fc8b3">
                <a:extLst>
                  <a:ext uri="{FF2B5EF4-FFF2-40B4-BE49-F238E27FC236}">
                    <a16:creationId xmlns:a16="http://schemas.microsoft.com/office/drawing/2014/main" id="{108C79C0-895D-450A-863A-234ACB176D81}"/>
                  </a:ext>
                </a:extLst>
              </p:cNvPr>
              <p:cNvSpPr/>
              <p:nvPr/>
            </p:nvSpPr>
            <p:spPr bwMode="auto">
              <a:xfrm>
                <a:off x="5295836" y="3458047"/>
                <a:ext cx="376911" cy="37614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9" name="îSḷîḓè" descr="84eaabda-1ac4-4aad-b1fb-4adbcfb0b9fd">
                <a:extLst>
                  <a:ext uri="{FF2B5EF4-FFF2-40B4-BE49-F238E27FC236}">
                    <a16:creationId xmlns:a16="http://schemas.microsoft.com/office/drawing/2014/main" id="{5A43A412-0F9D-4235-A3AE-64C7FB46855C}"/>
                  </a:ext>
                </a:extLst>
              </p:cNvPr>
              <p:cNvSpPr/>
              <p:nvPr/>
            </p:nvSpPr>
            <p:spPr bwMode="auto">
              <a:xfrm>
                <a:off x="5400105" y="3553047"/>
                <a:ext cx="272644" cy="268009"/>
              </a:xfrm>
              <a:custGeom>
                <a:avLst/>
                <a:gdLst>
                  <a:gd name="T0" fmla="*/ 149 w 149"/>
                  <a:gd name="T1" fmla="*/ 51 h 147"/>
                  <a:gd name="T2" fmla="*/ 143 w 149"/>
                  <a:gd name="T3" fmla="*/ 16 h 147"/>
                  <a:gd name="T4" fmla="*/ 122 w 149"/>
                  <a:gd name="T5" fmla="*/ 0 h 147"/>
                  <a:gd name="T6" fmla="*/ 0 w 149"/>
                  <a:gd name="T7" fmla="*/ 62 h 147"/>
                  <a:gd name="T8" fmla="*/ 85 w 149"/>
                  <a:gd name="T9" fmla="*/ 147 h 147"/>
                  <a:gd name="T10" fmla="*/ 149 w 149"/>
                  <a:gd name="T11" fmla="*/ 51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9" h="147">
                    <a:moveTo>
                      <a:pt x="149" y="51"/>
                    </a:moveTo>
                    <a:cubicBezTo>
                      <a:pt x="149" y="39"/>
                      <a:pt x="147" y="27"/>
                      <a:pt x="143" y="16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85" y="147"/>
                      <a:pt x="85" y="147"/>
                      <a:pt x="85" y="147"/>
                    </a:cubicBezTo>
                    <a:cubicBezTo>
                      <a:pt x="122" y="131"/>
                      <a:pt x="149" y="94"/>
                      <a:pt x="149" y="5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60" name="ïŝḷíḑé" descr="aba2f6e8-30f3-42a4-92e2-d077f1984ed8">
                <a:extLst>
                  <a:ext uri="{FF2B5EF4-FFF2-40B4-BE49-F238E27FC236}">
                    <a16:creationId xmlns:a16="http://schemas.microsoft.com/office/drawing/2014/main" id="{B1D7783D-E4C2-46C6-B6F2-FA81ABBE3015}"/>
                  </a:ext>
                </a:extLst>
              </p:cNvPr>
              <p:cNvSpPr/>
              <p:nvPr/>
            </p:nvSpPr>
            <p:spPr bwMode="auto">
              <a:xfrm>
                <a:off x="6279823" y="2390644"/>
                <a:ext cx="382318" cy="369189"/>
              </a:xfrm>
              <a:custGeom>
                <a:avLst/>
                <a:gdLst>
                  <a:gd name="T0" fmla="*/ 279 w 495"/>
                  <a:gd name="T1" fmla="*/ 0 h 478"/>
                  <a:gd name="T2" fmla="*/ 300 w 495"/>
                  <a:gd name="T3" fmla="*/ 185 h 478"/>
                  <a:gd name="T4" fmla="*/ 495 w 495"/>
                  <a:gd name="T5" fmla="*/ 199 h 478"/>
                  <a:gd name="T6" fmla="*/ 215 w 495"/>
                  <a:gd name="T7" fmla="*/ 478 h 478"/>
                  <a:gd name="T8" fmla="*/ 47 w 495"/>
                  <a:gd name="T9" fmla="*/ 440 h 478"/>
                  <a:gd name="T10" fmla="*/ 0 w 495"/>
                  <a:gd name="T11" fmla="*/ 280 h 478"/>
                  <a:gd name="T12" fmla="*/ 279 w 495"/>
                  <a:gd name="T13" fmla="*/ 0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5" h="478">
                    <a:moveTo>
                      <a:pt x="279" y="0"/>
                    </a:moveTo>
                    <a:lnTo>
                      <a:pt x="300" y="185"/>
                    </a:lnTo>
                    <a:lnTo>
                      <a:pt x="495" y="199"/>
                    </a:lnTo>
                    <a:lnTo>
                      <a:pt x="215" y="478"/>
                    </a:lnTo>
                    <a:lnTo>
                      <a:pt x="47" y="440"/>
                    </a:lnTo>
                    <a:lnTo>
                      <a:pt x="0" y="280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878787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61" name="ïšlíḓé" descr="2b0b6f49-57f7-4fb2-ba55-121d246df440">
                <a:extLst>
                  <a:ext uri="{FF2B5EF4-FFF2-40B4-BE49-F238E27FC236}">
                    <a16:creationId xmlns:a16="http://schemas.microsoft.com/office/drawing/2014/main" id="{D56B479B-F69E-4AF5-84A8-A0270D1A7EB2}"/>
                  </a:ext>
                </a:extLst>
              </p:cNvPr>
              <p:cNvSpPr/>
              <p:nvPr/>
            </p:nvSpPr>
            <p:spPr bwMode="auto">
              <a:xfrm>
                <a:off x="6316124" y="2533532"/>
                <a:ext cx="346017" cy="226302"/>
              </a:xfrm>
              <a:custGeom>
                <a:avLst/>
                <a:gdLst>
                  <a:gd name="T0" fmla="*/ 0 w 448"/>
                  <a:gd name="T1" fmla="*/ 255 h 293"/>
                  <a:gd name="T2" fmla="*/ 168 w 448"/>
                  <a:gd name="T3" fmla="*/ 293 h 293"/>
                  <a:gd name="T4" fmla="*/ 448 w 448"/>
                  <a:gd name="T5" fmla="*/ 14 h 293"/>
                  <a:gd name="T6" fmla="*/ 253 w 448"/>
                  <a:gd name="T7" fmla="*/ 0 h 293"/>
                  <a:gd name="T8" fmla="*/ 0 w 448"/>
                  <a:gd name="T9" fmla="*/ 255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8" h="293">
                    <a:moveTo>
                      <a:pt x="0" y="255"/>
                    </a:moveTo>
                    <a:lnTo>
                      <a:pt x="168" y="293"/>
                    </a:lnTo>
                    <a:lnTo>
                      <a:pt x="448" y="14"/>
                    </a:lnTo>
                    <a:lnTo>
                      <a:pt x="253" y="0"/>
                    </a:lnTo>
                    <a:lnTo>
                      <a:pt x="0" y="255"/>
                    </a:lnTo>
                    <a:close/>
                  </a:path>
                </a:pathLst>
              </a:custGeom>
              <a:solidFill>
                <a:srgbClr val="878787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70000" lnSpcReduction="2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62" name="îṥliḑé" descr="765f4dcd-6159-4a6c-a776-b39a504ca70d">
                <a:extLst>
                  <a:ext uri="{FF2B5EF4-FFF2-40B4-BE49-F238E27FC236}">
                    <a16:creationId xmlns:a16="http://schemas.microsoft.com/office/drawing/2014/main" id="{08A17318-1E3C-4DE5-A1C1-DB1AFE4A0992}"/>
                  </a:ext>
                </a:extLst>
              </p:cNvPr>
              <p:cNvSpPr/>
              <p:nvPr/>
            </p:nvSpPr>
            <p:spPr bwMode="auto">
              <a:xfrm>
                <a:off x="5481975" y="2511904"/>
                <a:ext cx="1055816" cy="1093662"/>
              </a:xfrm>
              <a:custGeom>
                <a:avLst/>
                <a:gdLst>
                  <a:gd name="T0" fmla="*/ 60 w 1367"/>
                  <a:gd name="T1" fmla="*/ 1416 h 1416"/>
                  <a:gd name="T2" fmla="*/ 0 w 1367"/>
                  <a:gd name="T3" fmla="*/ 1364 h 1416"/>
                  <a:gd name="T4" fmla="*/ 1307 w 1367"/>
                  <a:gd name="T5" fmla="*/ 0 h 1416"/>
                  <a:gd name="T6" fmla="*/ 1367 w 1367"/>
                  <a:gd name="T7" fmla="*/ 52 h 1416"/>
                  <a:gd name="T8" fmla="*/ 60 w 1367"/>
                  <a:gd name="T9" fmla="*/ 1416 h 1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7" h="1416">
                    <a:moveTo>
                      <a:pt x="60" y="1416"/>
                    </a:moveTo>
                    <a:lnTo>
                      <a:pt x="0" y="1364"/>
                    </a:lnTo>
                    <a:lnTo>
                      <a:pt x="1307" y="0"/>
                    </a:lnTo>
                    <a:lnTo>
                      <a:pt x="1367" y="52"/>
                    </a:lnTo>
                    <a:lnTo>
                      <a:pt x="60" y="1416"/>
                    </a:lnTo>
                    <a:close/>
                  </a:path>
                </a:pathLst>
              </a:custGeom>
              <a:solidFill>
                <a:srgbClr val="C69C6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63" name="iṣliḑé" descr="685e0245-64b0-43af-beba-8f5fc2f8d23e">
                <a:extLst>
                  <a:ext uri="{FF2B5EF4-FFF2-40B4-BE49-F238E27FC236}">
                    <a16:creationId xmlns:a16="http://schemas.microsoft.com/office/drawing/2014/main" id="{CEB18BF3-C7F5-4A27-ABC7-B80E60BE5185}"/>
                  </a:ext>
                </a:extLst>
              </p:cNvPr>
              <p:cNvSpPr/>
              <p:nvPr/>
            </p:nvSpPr>
            <p:spPr bwMode="auto">
              <a:xfrm>
                <a:off x="6373279" y="2502636"/>
                <a:ext cx="173008" cy="173009"/>
              </a:xfrm>
              <a:custGeom>
                <a:avLst/>
                <a:gdLst>
                  <a:gd name="T0" fmla="*/ 28 w 95"/>
                  <a:gd name="T1" fmla="*/ 92 h 95"/>
                  <a:gd name="T2" fmla="*/ 20 w 95"/>
                  <a:gd name="T3" fmla="*/ 93 h 95"/>
                  <a:gd name="T4" fmla="*/ 2 w 95"/>
                  <a:gd name="T5" fmla="*/ 77 h 95"/>
                  <a:gd name="T6" fmla="*/ 3 w 95"/>
                  <a:gd name="T7" fmla="*/ 69 h 95"/>
                  <a:gd name="T8" fmla="*/ 67 w 95"/>
                  <a:gd name="T9" fmla="*/ 4 h 95"/>
                  <a:gd name="T10" fmla="*/ 75 w 95"/>
                  <a:gd name="T11" fmla="*/ 2 h 95"/>
                  <a:gd name="T12" fmla="*/ 93 w 95"/>
                  <a:gd name="T13" fmla="*/ 19 h 95"/>
                  <a:gd name="T14" fmla="*/ 92 w 95"/>
                  <a:gd name="T15" fmla="*/ 26 h 95"/>
                  <a:gd name="T16" fmla="*/ 28 w 95"/>
                  <a:gd name="T17" fmla="*/ 92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5" h="95">
                    <a:moveTo>
                      <a:pt x="28" y="92"/>
                    </a:moveTo>
                    <a:cubicBezTo>
                      <a:pt x="25" y="94"/>
                      <a:pt x="22" y="95"/>
                      <a:pt x="20" y="93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0" y="75"/>
                      <a:pt x="0" y="72"/>
                      <a:pt x="3" y="69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9" y="1"/>
                      <a:pt x="73" y="0"/>
                      <a:pt x="75" y="2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5" y="20"/>
                      <a:pt x="95" y="24"/>
                      <a:pt x="92" y="26"/>
                    </a:cubicBezTo>
                    <a:lnTo>
                      <a:pt x="28" y="92"/>
                    </a:lnTo>
                    <a:close/>
                  </a:path>
                </a:pathLst>
              </a:custGeom>
              <a:solidFill>
                <a:srgbClr val="C69C6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40000" lnSpcReduction="2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64" name="ïṩlïďe" descr="481d2947-9997-4a7d-b2c8-de4c44aeb6b9">
                <a:extLst>
                  <a:ext uri="{FF2B5EF4-FFF2-40B4-BE49-F238E27FC236}">
                    <a16:creationId xmlns:a16="http://schemas.microsoft.com/office/drawing/2014/main" id="{65914402-5248-4A7E-B6B5-E76D4E8F8E17}"/>
                  </a:ext>
                </a:extLst>
              </p:cNvPr>
              <p:cNvSpPr/>
              <p:nvPr/>
            </p:nvSpPr>
            <p:spPr bwMode="auto">
              <a:xfrm>
                <a:off x="5409375" y="3395487"/>
                <a:ext cx="315895" cy="281139"/>
              </a:xfrm>
              <a:custGeom>
                <a:avLst/>
                <a:gdLst>
                  <a:gd name="T0" fmla="*/ 0 w 409"/>
                  <a:gd name="T1" fmla="*/ 364 h 364"/>
                  <a:gd name="T2" fmla="*/ 191 w 409"/>
                  <a:gd name="T3" fmla="*/ 0 h 364"/>
                  <a:gd name="T4" fmla="*/ 239 w 409"/>
                  <a:gd name="T5" fmla="*/ 126 h 364"/>
                  <a:gd name="T6" fmla="*/ 409 w 409"/>
                  <a:gd name="T7" fmla="*/ 163 h 364"/>
                  <a:gd name="T8" fmla="*/ 0 w 409"/>
                  <a:gd name="T9" fmla="*/ 364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9" h="364">
                    <a:moveTo>
                      <a:pt x="0" y="364"/>
                    </a:moveTo>
                    <a:lnTo>
                      <a:pt x="191" y="0"/>
                    </a:lnTo>
                    <a:lnTo>
                      <a:pt x="239" y="126"/>
                    </a:lnTo>
                    <a:lnTo>
                      <a:pt x="409" y="163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rgbClr val="405453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1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44" name="íṧľîḑé" descr="242a42a0-d6b9-43f6-a5f7-472447e57174">
                <a:extLst>
                  <a:ext uri="{FF2B5EF4-FFF2-40B4-BE49-F238E27FC236}">
                    <a16:creationId xmlns:a16="http://schemas.microsoft.com/office/drawing/2014/main" id="{2349483E-B9B3-4FDE-97E9-41A67601E8DF}"/>
                  </a:ext>
                </a:extLst>
              </p:cNvPr>
              <p:cNvSpPr/>
              <p:nvPr/>
            </p:nvSpPr>
            <p:spPr bwMode="auto">
              <a:xfrm>
                <a:off x="5511325" y="5916865"/>
                <a:ext cx="1081304" cy="582360"/>
              </a:xfrm>
              <a:custGeom>
                <a:avLst/>
                <a:gdLst>
                  <a:gd name="T0" fmla="*/ 0 w 591"/>
                  <a:gd name="T1" fmla="*/ 48 h 319"/>
                  <a:gd name="T2" fmla="*/ 72 w 591"/>
                  <a:gd name="T3" fmla="*/ 150 h 319"/>
                  <a:gd name="T4" fmla="*/ 260 w 591"/>
                  <a:gd name="T5" fmla="*/ 288 h 319"/>
                  <a:gd name="T6" fmla="*/ 345 w 591"/>
                  <a:gd name="T7" fmla="*/ 288 h 319"/>
                  <a:gd name="T8" fmla="*/ 440 w 591"/>
                  <a:gd name="T9" fmla="*/ 213 h 319"/>
                  <a:gd name="T10" fmla="*/ 591 w 591"/>
                  <a:gd name="T11" fmla="*/ 55 h 319"/>
                  <a:gd name="T12" fmla="*/ 0 w 591"/>
                  <a:gd name="T13" fmla="*/ 48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91" h="319">
                    <a:moveTo>
                      <a:pt x="0" y="48"/>
                    </a:moveTo>
                    <a:cubicBezTo>
                      <a:pt x="1" y="52"/>
                      <a:pt x="11" y="107"/>
                      <a:pt x="72" y="150"/>
                    </a:cubicBezTo>
                    <a:cubicBezTo>
                      <a:pt x="133" y="193"/>
                      <a:pt x="216" y="257"/>
                      <a:pt x="260" y="288"/>
                    </a:cubicBezTo>
                    <a:cubicBezTo>
                      <a:pt x="304" y="319"/>
                      <a:pt x="336" y="296"/>
                      <a:pt x="345" y="288"/>
                    </a:cubicBezTo>
                    <a:cubicBezTo>
                      <a:pt x="354" y="280"/>
                      <a:pt x="382" y="252"/>
                      <a:pt x="440" y="213"/>
                    </a:cubicBezTo>
                    <a:cubicBezTo>
                      <a:pt x="499" y="175"/>
                      <a:pt x="591" y="111"/>
                      <a:pt x="591" y="55"/>
                    </a:cubicBezTo>
                    <a:cubicBezTo>
                      <a:pt x="591" y="0"/>
                      <a:pt x="0" y="48"/>
                      <a:pt x="0" y="48"/>
                    </a:cubicBezTo>
                    <a:close/>
                  </a:path>
                </a:pathLst>
              </a:custGeom>
              <a:solidFill>
                <a:srgbClr val="E1E9EA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45" name="íšḷiḋé" descr="30c3261f-f787-49e7-86fc-e6647a89e95b">
                <a:extLst>
                  <a:ext uri="{FF2B5EF4-FFF2-40B4-BE49-F238E27FC236}">
                    <a16:creationId xmlns:a16="http://schemas.microsoft.com/office/drawing/2014/main" id="{D17CA410-B75A-46D7-8626-DA7760C3E174}"/>
                  </a:ext>
                </a:extLst>
              </p:cNvPr>
              <p:cNvSpPr/>
              <p:nvPr/>
            </p:nvSpPr>
            <p:spPr bwMode="auto">
              <a:xfrm>
                <a:off x="5505917" y="5441864"/>
                <a:ext cx="1109882" cy="650326"/>
              </a:xfrm>
              <a:custGeom>
                <a:avLst/>
                <a:gdLst>
                  <a:gd name="T0" fmla="*/ 607 w 607"/>
                  <a:gd name="T1" fmla="*/ 299 h 356"/>
                  <a:gd name="T2" fmla="*/ 534 w 607"/>
                  <a:gd name="T3" fmla="*/ 356 h 356"/>
                  <a:gd name="T4" fmla="*/ 70 w 607"/>
                  <a:gd name="T5" fmla="*/ 356 h 356"/>
                  <a:gd name="T6" fmla="*/ 0 w 607"/>
                  <a:gd name="T7" fmla="*/ 299 h 356"/>
                  <a:gd name="T8" fmla="*/ 0 w 607"/>
                  <a:gd name="T9" fmla="*/ 60 h 356"/>
                  <a:gd name="T10" fmla="*/ 70 w 607"/>
                  <a:gd name="T11" fmla="*/ 0 h 356"/>
                  <a:gd name="T12" fmla="*/ 534 w 607"/>
                  <a:gd name="T13" fmla="*/ 0 h 356"/>
                  <a:gd name="T14" fmla="*/ 607 w 607"/>
                  <a:gd name="T15" fmla="*/ 60 h 356"/>
                  <a:gd name="T16" fmla="*/ 607 w 607"/>
                  <a:gd name="T17" fmla="*/ 299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7" h="356">
                    <a:moveTo>
                      <a:pt x="607" y="299"/>
                    </a:moveTo>
                    <a:cubicBezTo>
                      <a:pt x="607" y="331"/>
                      <a:pt x="572" y="356"/>
                      <a:pt x="534" y="356"/>
                    </a:cubicBezTo>
                    <a:cubicBezTo>
                      <a:pt x="70" y="356"/>
                      <a:pt x="70" y="356"/>
                      <a:pt x="70" y="356"/>
                    </a:cubicBezTo>
                    <a:cubicBezTo>
                      <a:pt x="32" y="356"/>
                      <a:pt x="0" y="331"/>
                      <a:pt x="0" y="299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32" y="0"/>
                      <a:pt x="70" y="0"/>
                    </a:cubicBezTo>
                    <a:cubicBezTo>
                      <a:pt x="534" y="0"/>
                      <a:pt x="534" y="0"/>
                      <a:pt x="534" y="0"/>
                    </a:cubicBezTo>
                    <a:cubicBezTo>
                      <a:pt x="572" y="0"/>
                      <a:pt x="607" y="27"/>
                      <a:pt x="607" y="60"/>
                    </a:cubicBezTo>
                    <a:lnTo>
                      <a:pt x="607" y="299"/>
                    </a:lnTo>
                    <a:close/>
                  </a:path>
                </a:pathLst>
              </a:custGeom>
              <a:solidFill>
                <a:srgbClr val="E1E9EA">
                  <a:lumMod val="2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46" name="iṧlîḍê" descr="55381d4f-8772-4a35-a1d9-155767a0b354">
                <a:extLst>
                  <a:ext uri="{FF2B5EF4-FFF2-40B4-BE49-F238E27FC236}">
                    <a16:creationId xmlns:a16="http://schemas.microsoft.com/office/drawing/2014/main" id="{EF2C5AF3-9D0F-41EA-B398-E1C170462F31}"/>
                  </a:ext>
                </a:extLst>
              </p:cNvPr>
              <p:cNvSpPr/>
              <p:nvPr/>
            </p:nvSpPr>
            <p:spPr bwMode="auto">
              <a:xfrm>
                <a:off x="5765432" y="6282192"/>
                <a:ext cx="589311" cy="196952"/>
              </a:xfrm>
              <a:custGeom>
                <a:avLst/>
                <a:gdLst>
                  <a:gd name="T0" fmla="*/ 2 w 322"/>
                  <a:gd name="T1" fmla="*/ 2 h 108"/>
                  <a:gd name="T2" fmla="*/ 322 w 322"/>
                  <a:gd name="T3" fmla="*/ 0 h 108"/>
                  <a:gd name="T4" fmla="*/ 170 w 322"/>
                  <a:gd name="T5" fmla="*/ 105 h 108"/>
                  <a:gd name="T6" fmla="*/ 2 w 322"/>
                  <a:gd name="T7" fmla="*/ 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2" h="108">
                    <a:moveTo>
                      <a:pt x="2" y="2"/>
                    </a:moveTo>
                    <a:cubicBezTo>
                      <a:pt x="0" y="0"/>
                      <a:pt x="184" y="29"/>
                      <a:pt x="322" y="0"/>
                    </a:cubicBezTo>
                    <a:cubicBezTo>
                      <a:pt x="322" y="0"/>
                      <a:pt x="213" y="102"/>
                      <a:pt x="170" y="105"/>
                    </a:cubicBezTo>
                    <a:cubicBezTo>
                      <a:pt x="127" y="108"/>
                      <a:pt x="37" y="28"/>
                      <a:pt x="2" y="2"/>
                    </a:cubicBezTo>
                    <a:close/>
                  </a:path>
                </a:pathLst>
              </a:custGeom>
              <a:solidFill>
                <a:srgbClr val="E1E9EA">
                  <a:lumMod val="2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47" name="ïś1îḋê" descr="3154c842-8db1-4b9a-8d1b-e06dba974613">
                <a:extLst>
                  <a:ext uri="{FF2B5EF4-FFF2-40B4-BE49-F238E27FC236}">
                    <a16:creationId xmlns:a16="http://schemas.microsoft.com/office/drawing/2014/main" id="{B27B5966-A7D2-45B6-8AB0-AE67DD6C2626}"/>
                  </a:ext>
                </a:extLst>
              </p:cNvPr>
              <p:cNvSpPr/>
              <p:nvPr/>
            </p:nvSpPr>
            <p:spPr bwMode="auto">
              <a:xfrm>
                <a:off x="5421732" y="5264221"/>
                <a:ext cx="1296793" cy="285001"/>
              </a:xfrm>
              <a:custGeom>
                <a:avLst/>
                <a:gdLst>
                  <a:gd name="T0" fmla="*/ 689 w 709"/>
                  <a:gd name="T1" fmla="*/ 0 h 156"/>
                  <a:gd name="T2" fmla="*/ 354 w 709"/>
                  <a:gd name="T3" fmla="*/ 24 h 156"/>
                  <a:gd name="T4" fmla="*/ 19 w 709"/>
                  <a:gd name="T5" fmla="*/ 0 h 156"/>
                  <a:gd name="T6" fmla="*/ 14 w 709"/>
                  <a:gd name="T7" fmla="*/ 25 h 156"/>
                  <a:gd name="T8" fmla="*/ 28 w 709"/>
                  <a:gd name="T9" fmla="*/ 70 h 156"/>
                  <a:gd name="T10" fmla="*/ 34 w 709"/>
                  <a:gd name="T11" fmla="*/ 156 h 156"/>
                  <a:gd name="T12" fmla="*/ 333 w 709"/>
                  <a:gd name="T13" fmla="*/ 156 h 156"/>
                  <a:gd name="T14" fmla="*/ 374 w 709"/>
                  <a:gd name="T15" fmla="*/ 156 h 156"/>
                  <a:gd name="T16" fmla="*/ 675 w 709"/>
                  <a:gd name="T17" fmla="*/ 156 h 156"/>
                  <a:gd name="T18" fmla="*/ 682 w 709"/>
                  <a:gd name="T19" fmla="*/ 70 h 156"/>
                  <a:gd name="T20" fmla="*/ 695 w 709"/>
                  <a:gd name="T21" fmla="*/ 26 h 156"/>
                  <a:gd name="T22" fmla="*/ 689 w 709"/>
                  <a:gd name="T23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09" h="156">
                    <a:moveTo>
                      <a:pt x="689" y="0"/>
                    </a:moveTo>
                    <a:cubicBezTo>
                      <a:pt x="624" y="16"/>
                      <a:pt x="419" y="23"/>
                      <a:pt x="354" y="24"/>
                    </a:cubicBezTo>
                    <a:cubicBezTo>
                      <a:pt x="289" y="23"/>
                      <a:pt x="84" y="16"/>
                      <a:pt x="19" y="0"/>
                    </a:cubicBezTo>
                    <a:cubicBezTo>
                      <a:pt x="19" y="0"/>
                      <a:pt x="0" y="2"/>
                      <a:pt x="14" y="25"/>
                    </a:cubicBezTo>
                    <a:cubicBezTo>
                      <a:pt x="14" y="25"/>
                      <a:pt x="25" y="31"/>
                      <a:pt x="28" y="70"/>
                    </a:cubicBezTo>
                    <a:cubicBezTo>
                      <a:pt x="30" y="110"/>
                      <a:pt x="19" y="137"/>
                      <a:pt x="34" y="156"/>
                    </a:cubicBezTo>
                    <a:cubicBezTo>
                      <a:pt x="333" y="156"/>
                      <a:pt x="333" y="156"/>
                      <a:pt x="333" y="156"/>
                    </a:cubicBezTo>
                    <a:cubicBezTo>
                      <a:pt x="374" y="156"/>
                      <a:pt x="374" y="156"/>
                      <a:pt x="374" y="156"/>
                    </a:cubicBezTo>
                    <a:cubicBezTo>
                      <a:pt x="675" y="156"/>
                      <a:pt x="675" y="156"/>
                      <a:pt x="675" y="156"/>
                    </a:cubicBezTo>
                    <a:cubicBezTo>
                      <a:pt x="690" y="137"/>
                      <a:pt x="679" y="110"/>
                      <a:pt x="682" y="70"/>
                    </a:cubicBezTo>
                    <a:cubicBezTo>
                      <a:pt x="685" y="31"/>
                      <a:pt x="695" y="26"/>
                      <a:pt x="695" y="26"/>
                    </a:cubicBezTo>
                    <a:cubicBezTo>
                      <a:pt x="709" y="3"/>
                      <a:pt x="689" y="0"/>
                      <a:pt x="689" y="0"/>
                    </a:cubicBezTo>
                    <a:close/>
                  </a:path>
                </a:pathLst>
              </a:custGeom>
              <a:solidFill>
                <a:srgbClr val="E1E9EA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1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48" name="ïŝlïde" descr="0caf570e-bd75-4dc4-a55e-fcf819e4e76f">
                <a:extLst>
                  <a:ext uri="{FF2B5EF4-FFF2-40B4-BE49-F238E27FC236}">
                    <a16:creationId xmlns:a16="http://schemas.microsoft.com/office/drawing/2014/main" id="{AB4475CB-6E0E-4C10-8A0D-64000E7FB325}"/>
                  </a:ext>
                </a:extLst>
              </p:cNvPr>
              <p:cNvSpPr/>
              <p:nvPr/>
            </p:nvSpPr>
            <p:spPr bwMode="auto">
              <a:xfrm>
                <a:off x="5453399" y="5609464"/>
                <a:ext cx="1195614" cy="73375"/>
              </a:xfrm>
              <a:custGeom>
                <a:avLst/>
                <a:gdLst>
                  <a:gd name="T0" fmla="*/ 654 w 654"/>
                  <a:gd name="T1" fmla="*/ 20 h 40"/>
                  <a:gd name="T2" fmla="*/ 629 w 654"/>
                  <a:gd name="T3" fmla="*/ 40 h 40"/>
                  <a:gd name="T4" fmla="*/ 25 w 654"/>
                  <a:gd name="T5" fmla="*/ 40 h 40"/>
                  <a:gd name="T6" fmla="*/ 0 w 654"/>
                  <a:gd name="T7" fmla="*/ 20 h 40"/>
                  <a:gd name="T8" fmla="*/ 0 w 654"/>
                  <a:gd name="T9" fmla="*/ 20 h 40"/>
                  <a:gd name="T10" fmla="*/ 25 w 654"/>
                  <a:gd name="T11" fmla="*/ 0 h 40"/>
                  <a:gd name="T12" fmla="*/ 629 w 654"/>
                  <a:gd name="T13" fmla="*/ 0 h 40"/>
                  <a:gd name="T14" fmla="*/ 654 w 654"/>
                  <a:gd name="T15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4" h="40">
                    <a:moveTo>
                      <a:pt x="654" y="20"/>
                    </a:moveTo>
                    <a:cubicBezTo>
                      <a:pt x="654" y="32"/>
                      <a:pt x="643" y="40"/>
                      <a:pt x="629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11" y="40"/>
                      <a:pt x="0" y="32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11" y="0"/>
                      <a:pt x="25" y="0"/>
                    </a:cubicBezTo>
                    <a:cubicBezTo>
                      <a:pt x="629" y="0"/>
                      <a:pt x="629" y="0"/>
                      <a:pt x="629" y="0"/>
                    </a:cubicBezTo>
                    <a:cubicBezTo>
                      <a:pt x="643" y="0"/>
                      <a:pt x="654" y="8"/>
                      <a:pt x="654" y="20"/>
                    </a:cubicBezTo>
                    <a:close/>
                  </a:path>
                </a:pathLst>
              </a:custGeom>
              <a:solidFill>
                <a:srgbClr val="E1E9EA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49" name="ïṧ1ïḍé" descr="4e9cf99d-49d4-4e0e-afbd-c1ae9b0211af">
                <a:extLst>
                  <a:ext uri="{FF2B5EF4-FFF2-40B4-BE49-F238E27FC236}">
                    <a16:creationId xmlns:a16="http://schemas.microsoft.com/office/drawing/2014/main" id="{A1842B62-53AD-40AB-B8DE-CFBA3C5C3DC7}"/>
                  </a:ext>
                </a:extLst>
              </p:cNvPr>
              <p:cNvSpPr/>
              <p:nvPr/>
            </p:nvSpPr>
            <p:spPr bwMode="auto">
              <a:xfrm>
                <a:off x="5453399" y="5743079"/>
                <a:ext cx="1195614" cy="84188"/>
              </a:xfrm>
              <a:custGeom>
                <a:avLst/>
                <a:gdLst>
                  <a:gd name="T0" fmla="*/ 654 w 654"/>
                  <a:gd name="T1" fmla="*/ 23 h 46"/>
                  <a:gd name="T2" fmla="*/ 629 w 654"/>
                  <a:gd name="T3" fmla="*/ 46 h 46"/>
                  <a:gd name="T4" fmla="*/ 25 w 654"/>
                  <a:gd name="T5" fmla="*/ 46 h 46"/>
                  <a:gd name="T6" fmla="*/ 0 w 654"/>
                  <a:gd name="T7" fmla="*/ 23 h 46"/>
                  <a:gd name="T8" fmla="*/ 0 w 654"/>
                  <a:gd name="T9" fmla="*/ 23 h 46"/>
                  <a:gd name="T10" fmla="*/ 25 w 654"/>
                  <a:gd name="T11" fmla="*/ 0 h 46"/>
                  <a:gd name="T12" fmla="*/ 629 w 654"/>
                  <a:gd name="T13" fmla="*/ 0 h 46"/>
                  <a:gd name="T14" fmla="*/ 654 w 654"/>
                  <a:gd name="T15" fmla="*/ 2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4" h="46">
                    <a:moveTo>
                      <a:pt x="654" y="23"/>
                    </a:moveTo>
                    <a:cubicBezTo>
                      <a:pt x="654" y="35"/>
                      <a:pt x="643" y="46"/>
                      <a:pt x="629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11" y="46"/>
                      <a:pt x="0" y="35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1"/>
                      <a:pt x="11" y="0"/>
                      <a:pt x="25" y="0"/>
                    </a:cubicBezTo>
                    <a:cubicBezTo>
                      <a:pt x="629" y="0"/>
                      <a:pt x="629" y="0"/>
                      <a:pt x="629" y="0"/>
                    </a:cubicBezTo>
                    <a:cubicBezTo>
                      <a:pt x="643" y="0"/>
                      <a:pt x="654" y="11"/>
                      <a:pt x="654" y="23"/>
                    </a:cubicBezTo>
                    <a:close/>
                  </a:path>
                </a:pathLst>
              </a:custGeom>
              <a:solidFill>
                <a:srgbClr val="E1E9EA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0" name="íšļiḋé" descr="08f5305a-fd02-49d4-bbaa-5a9693f07f77">
                <a:extLst>
                  <a:ext uri="{FF2B5EF4-FFF2-40B4-BE49-F238E27FC236}">
                    <a16:creationId xmlns:a16="http://schemas.microsoft.com/office/drawing/2014/main" id="{5AE05E75-B938-4586-A6E6-34A4996520D8}"/>
                  </a:ext>
                </a:extLst>
              </p:cNvPr>
              <p:cNvSpPr/>
              <p:nvPr/>
            </p:nvSpPr>
            <p:spPr bwMode="auto">
              <a:xfrm>
                <a:off x="5454943" y="5899875"/>
                <a:ext cx="1195614" cy="71830"/>
              </a:xfrm>
              <a:custGeom>
                <a:avLst/>
                <a:gdLst>
                  <a:gd name="T0" fmla="*/ 654 w 654"/>
                  <a:gd name="T1" fmla="*/ 19 h 39"/>
                  <a:gd name="T2" fmla="*/ 628 w 654"/>
                  <a:gd name="T3" fmla="*/ 39 h 39"/>
                  <a:gd name="T4" fmla="*/ 26 w 654"/>
                  <a:gd name="T5" fmla="*/ 39 h 39"/>
                  <a:gd name="T6" fmla="*/ 0 w 654"/>
                  <a:gd name="T7" fmla="*/ 19 h 39"/>
                  <a:gd name="T8" fmla="*/ 0 w 654"/>
                  <a:gd name="T9" fmla="*/ 19 h 39"/>
                  <a:gd name="T10" fmla="*/ 26 w 654"/>
                  <a:gd name="T11" fmla="*/ 0 h 39"/>
                  <a:gd name="T12" fmla="*/ 628 w 654"/>
                  <a:gd name="T13" fmla="*/ 0 h 39"/>
                  <a:gd name="T14" fmla="*/ 654 w 654"/>
                  <a:gd name="T15" fmla="*/ 1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4" h="39">
                    <a:moveTo>
                      <a:pt x="654" y="19"/>
                    </a:moveTo>
                    <a:cubicBezTo>
                      <a:pt x="654" y="31"/>
                      <a:pt x="642" y="39"/>
                      <a:pt x="628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12" y="39"/>
                      <a:pt x="0" y="31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7"/>
                      <a:pt x="12" y="0"/>
                      <a:pt x="26" y="0"/>
                    </a:cubicBezTo>
                    <a:cubicBezTo>
                      <a:pt x="628" y="0"/>
                      <a:pt x="628" y="0"/>
                      <a:pt x="628" y="0"/>
                    </a:cubicBezTo>
                    <a:cubicBezTo>
                      <a:pt x="642" y="0"/>
                      <a:pt x="654" y="7"/>
                      <a:pt x="654" y="19"/>
                    </a:cubicBezTo>
                    <a:close/>
                  </a:path>
                </a:pathLst>
              </a:custGeom>
              <a:solidFill>
                <a:srgbClr val="E1E9EA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1" name="iśḷïḍè" descr="ab4cfc5d-cf16-4cd7-aa93-18868f3d2710">
                <a:extLst>
                  <a:ext uri="{FF2B5EF4-FFF2-40B4-BE49-F238E27FC236}">
                    <a16:creationId xmlns:a16="http://schemas.microsoft.com/office/drawing/2014/main" id="{5C8F3AE3-33BD-44E2-8AF7-B08BB8D1C65B}"/>
                  </a:ext>
                </a:extLst>
              </p:cNvPr>
              <p:cNvSpPr/>
              <p:nvPr/>
            </p:nvSpPr>
            <p:spPr bwMode="auto">
              <a:xfrm>
                <a:off x="5454943" y="6031928"/>
                <a:ext cx="1195614" cy="84188"/>
              </a:xfrm>
              <a:custGeom>
                <a:avLst/>
                <a:gdLst>
                  <a:gd name="T0" fmla="*/ 654 w 654"/>
                  <a:gd name="T1" fmla="*/ 23 h 46"/>
                  <a:gd name="T2" fmla="*/ 628 w 654"/>
                  <a:gd name="T3" fmla="*/ 46 h 46"/>
                  <a:gd name="T4" fmla="*/ 26 w 654"/>
                  <a:gd name="T5" fmla="*/ 46 h 46"/>
                  <a:gd name="T6" fmla="*/ 0 w 654"/>
                  <a:gd name="T7" fmla="*/ 23 h 46"/>
                  <a:gd name="T8" fmla="*/ 0 w 654"/>
                  <a:gd name="T9" fmla="*/ 23 h 46"/>
                  <a:gd name="T10" fmla="*/ 26 w 654"/>
                  <a:gd name="T11" fmla="*/ 0 h 46"/>
                  <a:gd name="T12" fmla="*/ 628 w 654"/>
                  <a:gd name="T13" fmla="*/ 0 h 46"/>
                  <a:gd name="T14" fmla="*/ 654 w 654"/>
                  <a:gd name="T15" fmla="*/ 2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4" h="46">
                    <a:moveTo>
                      <a:pt x="654" y="23"/>
                    </a:moveTo>
                    <a:cubicBezTo>
                      <a:pt x="654" y="35"/>
                      <a:pt x="642" y="46"/>
                      <a:pt x="628" y="46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12" y="46"/>
                      <a:pt x="0" y="35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1"/>
                      <a:pt x="12" y="0"/>
                      <a:pt x="26" y="0"/>
                    </a:cubicBezTo>
                    <a:cubicBezTo>
                      <a:pt x="628" y="0"/>
                      <a:pt x="628" y="0"/>
                      <a:pt x="628" y="0"/>
                    </a:cubicBezTo>
                    <a:cubicBezTo>
                      <a:pt x="642" y="0"/>
                      <a:pt x="654" y="11"/>
                      <a:pt x="654" y="23"/>
                    </a:cubicBezTo>
                    <a:close/>
                  </a:path>
                </a:pathLst>
              </a:custGeom>
              <a:solidFill>
                <a:srgbClr val="E1E9EA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algn="l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</p:grpSp>
        <p:grpSp>
          <p:nvGrpSpPr>
            <p:cNvPr id="67" name="组合 66" descr="06ceb937-1323-48db-86b1-eb04602798c2">
              <a:extLst>
                <a:ext uri="{FF2B5EF4-FFF2-40B4-BE49-F238E27FC236}">
                  <a16:creationId xmlns:a16="http://schemas.microsoft.com/office/drawing/2014/main" id="{9604AD25-8D4E-FE12-FDBB-DAF7D5D6DA83}"/>
                </a:ext>
              </a:extLst>
            </p:cNvPr>
            <p:cNvGrpSpPr/>
            <p:nvPr/>
          </p:nvGrpSpPr>
          <p:grpSpPr>
            <a:xfrm>
              <a:off x="673100" y="1485900"/>
              <a:ext cx="3314456" cy="1975354"/>
              <a:chOff x="673100" y="1485900"/>
              <a:chExt cx="3314456" cy="1975354"/>
            </a:xfrm>
          </p:grpSpPr>
          <p:sp>
            <p:nvSpPr>
              <p:cNvPr id="26" name="IconBackground1" descr="a6327a2e-9957-42d7-9421-0b108827d277">
                <a:extLst>
                  <a:ext uri="{FF2B5EF4-FFF2-40B4-BE49-F238E27FC236}">
                    <a16:creationId xmlns:a16="http://schemas.microsoft.com/office/drawing/2014/main" id="{BCBDAFF5-EEC7-4752-8D67-75AF77AC5D51}"/>
                  </a:ext>
                </a:extLst>
              </p:cNvPr>
              <p:cNvSpPr/>
              <p:nvPr/>
            </p:nvSpPr>
            <p:spPr>
              <a:xfrm>
                <a:off x="1841256" y="1485900"/>
                <a:ext cx="978144" cy="977690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7" name="Icon1" descr="adde1a64-179b-40e3-8d16-c4f0b79f746c">
                <a:extLst>
                  <a:ext uri="{FF2B5EF4-FFF2-40B4-BE49-F238E27FC236}">
                    <a16:creationId xmlns:a16="http://schemas.microsoft.com/office/drawing/2014/main" id="{F95C62D7-2474-43E8-B2BA-C1D67E663EF7}"/>
                  </a:ext>
                </a:extLst>
              </p:cNvPr>
              <p:cNvSpPr/>
              <p:nvPr/>
            </p:nvSpPr>
            <p:spPr>
              <a:xfrm>
                <a:off x="2079326" y="1740588"/>
                <a:ext cx="502003" cy="468314"/>
              </a:xfrm>
              <a:custGeom>
                <a:avLst/>
                <a:gdLst>
                  <a:gd name="connsiteX0" fmla="*/ 458084 w 607556"/>
                  <a:gd name="connsiteY0" fmla="*/ 325643 h 566782"/>
                  <a:gd name="connsiteX1" fmla="*/ 374604 w 607556"/>
                  <a:gd name="connsiteY1" fmla="*/ 409015 h 566782"/>
                  <a:gd name="connsiteX2" fmla="*/ 375227 w 607556"/>
                  <a:gd name="connsiteY2" fmla="*/ 418703 h 566782"/>
                  <a:gd name="connsiteX3" fmla="*/ 381457 w 607556"/>
                  <a:gd name="connsiteY3" fmla="*/ 441991 h 566782"/>
                  <a:gd name="connsiteX4" fmla="*/ 396498 w 607556"/>
                  <a:gd name="connsiteY4" fmla="*/ 465189 h 566782"/>
                  <a:gd name="connsiteX5" fmla="*/ 458084 w 607556"/>
                  <a:gd name="connsiteY5" fmla="*/ 492387 h 566782"/>
                  <a:gd name="connsiteX6" fmla="*/ 541564 w 607556"/>
                  <a:gd name="connsiteY6" fmla="*/ 409015 h 566782"/>
                  <a:gd name="connsiteX7" fmla="*/ 512462 w 607556"/>
                  <a:gd name="connsiteY7" fmla="*/ 345819 h 566782"/>
                  <a:gd name="connsiteX8" fmla="*/ 489145 w 607556"/>
                  <a:gd name="connsiteY8" fmla="*/ 331687 h 566782"/>
                  <a:gd name="connsiteX9" fmla="*/ 465916 w 607556"/>
                  <a:gd name="connsiteY9" fmla="*/ 325998 h 566782"/>
                  <a:gd name="connsiteX10" fmla="*/ 458084 w 607556"/>
                  <a:gd name="connsiteY10" fmla="*/ 325643 h 566782"/>
                  <a:gd name="connsiteX11" fmla="*/ 458084 w 607556"/>
                  <a:gd name="connsiteY11" fmla="*/ 279157 h 566782"/>
                  <a:gd name="connsiteX12" fmla="*/ 465827 w 607556"/>
                  <a:gd name="connsiteY12" fmla="*/ 279424 h 566782"/>
                  <a:gd name="connsiteX13" fmla="*/ 489145 w 607556"/>
                  <a:gd name="connsiteY13" fmla="*/ 282890 h 566782"/>
                  <a:gd name="connsiteX14" fmla="*/ 512462 w 607556"/>
                  <a:gd name="connsiteY14" fmla="*/ 291067 h 566782"/>
                  <a:gd name="connsiteX15" fmla="*/ 588199 w 607556"/>
                  <a:gd name="connsiteY15" fmla="*/ 409015 h 566782"/>
                  <a:gd name="connsiteX16" fmla="*/ 561411 w 607556"/>
                  <a:gd name="connsiteY16" fmla="*/ 487765 h 566782"/>
                  <a:gd name="connsiteX17" fmla="*/ 578054 w 607556"/>
                  <a:gd name="connsiteY17" fmla="*/ 504386 h 566782"/>
                  <a:gd name="connsiteX18" fmla="*/ 594607 w 607556"/>
                  <a:gd name="connsiteY18" fmla="*/ 520919 h 566782"/>
                  <a:gd name="connsiteX19" fmla="*/ 600748 w 607556"/>
                  <a:gd name="connsiteY19" fmla="*/ 527051 h 566782"/>
                  <a:gd name="connsiteX20" fmla="*/ 600748 w 607556"/>
                  <a:gd name="connsiteY20" fmla="*/ 559938 h 566782"/>
                  <a:gd name="connsiteX21" fmla="*/ 584284 w 607556"/>
                  <a:gd name="connsiteY21" fmla="*/ 566782 h 566782"/>
                  <a:gd name="connsiteX22" fmla="*/ 567819 w 607556"/>
                  <a:gd name="connsiteY22" fmla="*/ 559938 h 566782"/>
                  <a:gd name="connsiteX23" fmla="*/ 560521 w 607556"/>
                  <a:gd name="connsiteY23" fmla="*/ 552650 h 566782"/>
                  <a:gd name="connsiteX24" fmla="*/ 543789 w 607556"/>
                  <a:gd name="connsiteY24" fmla="*/ 535940 h 566782"/>
                  <a:gd name="connsiteX25" fmla="*/ 526969 w 607556"/>
                  <a:gd name="connsiteY25" fmla="*/ 519141 h 566782"/>
                  <a:gd name="connsiteX26" fmla="*/ 458084 w 607556"/>
                  <a:gd name="connsiteY26" fmla="*/ 538873 h 566782"/>
                  <a:gd name="connsiteX27" fmla="*/ 340874 w 607556"/>
                  <a:gd name="connsiteY27" fmla="*/ 465189 h 566782"/>
                  <a:gd name="connsiteX28" fmla="*/ 332330 w 607556"/>
                  <a:gd name="connsiteY28" fmla="*/ 441902 h 566782"/>
                  <a:gd name="connsiteX29" fmla="*/ 328414 w 607556"/>
                  <a:gd name="connsiteY29" fmla="*/ 418703 h 566782"/>
                  <a:gd name="connsiteX30" fmla="*/ 328058 w 607556"/>
                  <a:gd name="connsiteY30" fmla="*/ 409015 h 566782"/>
                  <a:gd name="connsiteX31" fmla="*/ 333398 w 607556"/>
                  <a:gd name="connsiteY31" fmla="*/ 372129 h 566782"/>
                  <a:gd name="connsiteX32" fmla="*/ 358495 w 607556"/>
                  <a:gd name="connsiteY32" fmla="*/ 325643 h 566782"/>
                  <a:gd name="connsiteX33" fmla="*/ 458084 w 607556"/>
                  <a:gd name="connsiteY33" fmla="*/ 279157 h 566782"/>
                  <a:gd name="connsiteX34" fmla="*/ 163065 w 607556"/>
                  <a:gd name="connsiteY34" fmla="*/ 232584 h 566782"/>
                  <a:gd name="connsiteX35" fmla="*/ 139745 w 607556"/>
                  <a:gd name="connsiteY35" fmla="*/ 255869 h 566782"/>
                  <a:gd name="connsiteX36" fmla="*/ 163065 w 607556"/>
                  <a:gd name="connsiteY36" fmla="*/ 279065 h 566782"/>
                  <a:gd name="connsiteX37" fmla="*/ 302810 w 607556"/>
                  <a:gd name="connsiteY37" fmla="*/ 279065 h 566782"/>
                  <a:gd name="connsiteX38" fmla="*/ 326130 w 607556"/>
                  <a:gd name="connsiteY38" fmla="*/ 255869 h 566782"/>
                  <a:gd name="connsiteX39" fmla="*/ 302810 w 607556"/>
                  <a:gd name="connsiteY39" fmla="*/ 232584 h 566782"/>
                  <a:gd name="connsiteX40" fmla="*/ 396003 w 607556"/>
                  <a:gd name="connsiteY40" fmla="*/ 92962 h 566782"/>
                  <a:gd name="connsiteX41" fmla="*/ 372771 w 607556"/>
                  <a:gd name="connsiteY41" fmla="*/ 116247 h 566782"/>
                  <a:gd name="connsiteX42" fmla="*/ 396003 w 607556"/>
                  <a:gd name="connsiteY42" fmla="*/ 139532 h 566782"/>
                  <a:gd name="connsiteX43" fmla="*/ 419323 w 607556"/>
                  <a:gd name="connsiteY43" fmla="*/ 116247 h 566782"/>
                  <a:gd name="connsiteX44" fmla="*/ 396003 w 607556"/>
                  <a:gd name="connsiteY44" fmla="*/ 92962 h 566782"/>
                  <a:gd name="connsiteX45" fmla="*/ 302810 w 607556"/>
                  <a:gd name="connsiteY45" fmla="*/ 92962 h 566782"/>
                  <a:gd name="connsiteX46" fmla="*/ 279578 w 607556"/>
                  <a:gd name="connsiteY46" fmla="*/ 116247 h 566782"/>
                  <a:gd name="connsiteX47" fmla="*/ 302810 w 607556"/>
                  <a:gd name="connsiteY47" fmla="*/ 139532 h 566782"/>
                  <a:gd name="connsiteX48" fmla="*/ 326130 w 607556"/>
                  <a:gd name="connsiteY48" fmla="*/ 116247 h 566782"/>
                  <a:gd name="connsiteX49" fmla="*/ 302810 w 607556"/>
                  <a:gd name="connsiteY49" fmla="*/ 92962 h 566782"/>
                  <a:gd name="connsiteX50" fmla="*/ 209706 w 607556"/>
                  <a:gd name="connsiteY50" fmla="*/ 92962 h 566782"/>
                  <a:gd name="connsiteX51" fmla="*/ 186386 w 607556"/>
                  <a:gd name="connsiteY51" fmla="*/ 116247 h 566782"/>
                  <a:gd name="connsiteX52" fmla="*/ 209706 w 607556"/>
                  <a:gd name="connsiteY52" fmla="*/ 139532 h 566782"/>
                  <a:gd name="connsiteX53" fmla="*/ 232938 w 607556"/>
                  <a:gd name="connsiteY53" fmla="*/ 116247 h 566782"/>
                  <a:gd name="connsiteX54" fmla="*/ 209706 w 607556"/>
                  <a:gd name="connsiteY54" fmla="*/ 92962 h 566782"/>
                  <a:gd name="connsiteX55" fmla="*/ 23320 w 607556"/>
                  <a:gd name="connsiteY55" fmla="*/ 0 h 566782"/>
                  <a:gd name="connsiteX56" fmla="*/ 489196 w 607556"/>
                  <a:gd name="connsiteY56" fmla="*/ 0 h 566782"/>
                  <a:gd name="connsiteX57" fmla="*/ 512516 w 607556"/>
                  <a:gd name="connsiteY57" fmla="*/ 23196 h 566782"/>
                  <a:gd name="connsiteX58" fmla="*/ 512516 w 607556"/>
                  <a:gd name="connsiteY58" fmla="*/ 241205 h 566782"/>
                  <a:gd name="connsiteX59" fmla="*/ 489196 w 607556"/>
                  <a:gd name="connsiteY59" fmla="*/ 235339 h 566782"/>
                  <a:gd name="connsiteX60" fmla="*/ 465964 w 607556"/>
                  <a:gd name="connsiteY60" fmla="*/ 232762 h 566782"/>
                  <a:gd name="connsiteX61" fmla="*/ 458131 w 607556"/>
                  <a:gd name="connsiteY61" fmla="*/ 232584 h 566782"/>
                  <a:gd name="connsiteX62" fmla="*/ 302543 w 607556"/>
                  <a:gd name="connsiteY62" fmla="*/ 325636 h 566782"/>
                  <a:gd name="connsiteX63" fmla="*/ 132001 w 607556"/>
                  <a:gd name="connsiteY63" fmla="*/ 325636 h 566782"/>
                  <a:gd name="connsiteX64" fmla="*/ 108680 w 607556"/>
                  <a:gd name="connsiteY64" fmla="*/ 348921 h 566782"/>
                  <a:gd name="connsiteX65" fmla="*/ 132001 w 607556"/>
                  <a:gd name="connsiteY65" fmla="*/ 372117 h 566782"/>
                  <a:gd name="connsiteX66" fmla="*/ 285364 w 607556"/>
                  <a:gd name="connsiteY66" fmla="*/ 372117 h 566782"/>
                  <a:gd name="connsiteX67" fmla="*/ 281537 w 607556"/>
                  <a:gd name="connsiteY67" fmla="*/ 409000 h 566782"/>
                  <a:gd name="connsiteX68" fmla="*/ 281804 w 607556"/>
                  <a:gd name="connsiteY68" fmla="*/ 418687 h 566782"/>
                  <a:gd name="connsiteX69" fmla="*/ 284563 w 607556"/>
                  <a:gd name="connsiteY69" fmla="*/ 441972 h 566782"/>
                  <a:gd name="connsiteX70" fmla="*/ 290705 w 607556"/>
                  <a:gd name="connsiteY70" fmla="*/ 465168 h 566782"/>
                  <a:gd name="connsiteX71" fmla="*/ 23320 w 607556"/>
                  <a:gd name="connsiteY71" fmla="*/ 465168 h 566782"/>
                  <a:gd name="connsiteX72" fmla="*/ 0 w 607556"/>
                  <a:gd name="connsiteY72" fmla="*/ 441972 h 566782"/>
                  <a:gd name="connsiteX73" fmla="*/ 0 w 607556"/>
                  <a:gd name="connsiteY73" fmla="*/ 23196 h 566782"/>
                  <a:gd name="connsiteX74" fmla="*/ 23320 w 607556"/>
                  <a:gd name="connsiteY74" fmla="*/ 0 h 566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607556" h="566782">
                    <a:moveTo>
                      <a:pt x="458084" y="325643"/>
                    </a:moveTo>
                    <a:cubicBezTo>
                      <a:pt x="412072" y="325643"/>
                      <a:pt x="374604" y="363063"/>
                      <a:pt x="374604" y="409015"/>
                    </a:cubicBezTo>
                    <a:cubicBezTo>
                      <a:pt x="374604" y="412304"/>
                      <a:pt x="374871" y="415503"/>
                      <a:pt x="375227" y="418703"/>
                    </a:cubicBezTo>
                    <a:cubicBezTo>
                      <a:pt x="376206" y="426880"/>
                      <a:pt x="378253" y="434702"/>
                      <a:pt x="381457" y="441991"/>
                    </a:cubicBezTo>
                    <a:cubicBezTo>
                      <a:pt x="385195" y="450523"/>
                      <a:pt x="390268" y="458434"/>
                      <a:pt x="396498" y="465189"/>
                    </a:cubicBezTo>
                    <a:cubicBezTo>
                      <a:pt x="411805" y="481899"/>
                      <a:pt x="433788" y="492387"/>
                      <a:pt x="458084" y="492387"/>
                    </a:cubicBezTo>
                    <a:cubicBezTo>
                      <a:pt x="504096" y="492387"/>
                      <a:pt x="541564" y="454967"/>
                      <a:pt x="541564" y="409015"/>
                    </a:cubicBezTo>
                    <a:cubicBezTo>
                      <a:pt x="541564" y="383772"/>
                      <a:pt x="530262" y="361107"/>
                      <a:pt x="512462" y="345819"/>
                    </a:cubicBezTo>
                    <a:cubicBezTo>
                      <a:pt x="505609" y="339953"/>
                      <a:pt x="497688" y="335153"/>
                      <a:pt x="489145" y="331687"/>
                    </a:cubicBezTo>
                    <a:cubicBezTo>
                      <a:pt x="481847" y="328754"/>
                      <a:pt x="474015" y="326798"/>
                      <a:pt x="465916" y="325998"/>
                    </a:cubicBezTo>
                    <a:cubicBezTo>
                      <a:pt x="463335" y="325821"/>
                      <a:pt x="460754" y="325643"/>
                      <a:pt x="458084" y="325643"/>
                    </a:cubicBezTo>
                    <a:close/>
                    <a:moveTo>
                      <a:pt x="458084" y="279157"/>
                    </a:moveTo>
                    <a:cubicBezTo>
                      <a:pt x="460754" y="279157"/>
                      <a:pt x="463335" y="279246"/>
                      <a:pt x="465827" y="279424"/>
                    </a:cubicBezTo>
                    <a:cubicBezTo>
                      <a:pt x="473837" y="279868"/>
                      <a:pt x="481669" y="281024"/>
                      <a:pt x="489145" y="282890"/>
                    </a:cubicBezTo>
                    <a:cubicBezTo>
                      <a:pt x="497243" y="284935"/>
                      <a:pt x="505075" y="287601"/>
                      <a:pt x="512462" y="291067"/>
                    </a:cubicBezTo>
                    <a:cubicBezTo>
                      <a:pt x="557050" y="311688"/>
                      <a:pt x="588199" y="356752"/>
                      <a:pt x="588199" y="409015"/>
                    </a:cubicBezTo>
                    <a:cubicBezTo>
                      <a:pt x="588199" y="438613"/>
                      <a:pt x="578143" y="465900"/>
                      <a:pt x="561411" y="487765"/>
                    </a:cubicBezTo>
                    <a:lnTo>
                      <a:pt x="578054" y="504386"/>
                    </a:lnTo>
                    <a:lnTo>
                      <a:pt x="594607" y="520919"/>
                    </a:lnTo>
                    <a:lnTo>
                      <a:pt x="600748" y="527051"/>
                    </a:lnTo>
                    <a:cubicBezTo>
                      <a:pt x="609826" y="536118"/>
                      <a:pt x="609826" y="550872"/>
                      <a:pt x="600748" y="559938"/>
                    </a:cubicBezTo>
                    <a:cubicBezTo>
                      <a:pt x="596209" y="564471"/>
                      <a:pt x="590246" y="566782"/>
                      <a:pt x="584284" y="566782"/>
                    </a:cubicBezTo>
                    <a:cubicBezTo>
                      <a:pt x="578321" y="566782"/>
                      <a:pt x="572358" y="564471"/>
                      <a:pt x="567819" y="559938"/>
                    </a:cubicBezTo>
                    <a:lnTo>
                      <a:pt x="560521" y="552650"/>
                    </a:lnTo>
                    <a:lnTo>
                      <a:pt x="543789" y="535940"/>
                    </a:lnTo>
                    <a:lnTo>
                      <a:pt x="526969" y="519141"/>
                    </a:lnTo>
                    <a:cubicBezTo>
                      <a:pt x="506944" y="531673"/>
                      <a:pt x="483360" y="538873"/>
                      <a:pt x="458084" y="538873"/>
                    </a:cubicBezTo>
                    <a:cubicBezTo>
                      <a:pt x="406554" y="538873"/>
                      <a:pt x="361877" y="508742"/>
                      <a:pt x="340874" y="465189"/>
                    </a:cubicBezTo>
                    <a:cubicBezTo>
                      <a:pt x="337314" y="457812"/>
                      <a:pt x="334466" y="449990"/>
                      <a:pt x="332330" y="441902"/>
                    </a:cubicBezTo>
                    <a:cubicBezTo>
                      <a:pt x="330372" y="434436"/>
                      <a:pt x="329037" y="426614"/>
                      <a:pt x="328414" y="418703"/>
                    </a:cubicBezTo>
                    <a:cubicBezTo>
                      <a:pt x="328236" y="415503"/>
                      <a:pt x="328058" y="412304"/>
                      <a:pt x="328058" y="409015"/>
                    </a:cubicBezTo>
                    <a:cubicBezTo>
                      <a:pt x="328058" y="396216"/>
                      <a:pt x="329927" y="383861"/>
                      <a:pt x="333398" y="372129"/>
                    </a:cubicBezTo>
                    <a:cubicBezTo>
                      <a:pt x="338560" y="354885"/>
                      <a:pt x="347193" y="339064"/>
                      <a:pt x="358495" y="325643"/>
                    </a:cubicBezTo>
                    <a:cubicBezTo>
                      <a:pt x="382347" y="297200"/>
                      <a:pt x="418124" y="279157"/>
                      <a:pt x="458084" y="279157"/>
                    </a:cubicBezTo>
                    <a:close/>
                    <a:moveTo>
                      <a:pt x="163065" y="232584"/>
                    </a:moveTo>
                    <a:cubicBezTo>
                      <a:pt x="150248" y="232584"/>
                      <a:pt x="139745" y="242982"/>
                      <a:pt x="139745" y="255869"/>
                    </a:cubicBezTo>
                    <a:cubicBezTo>
                      <a:pt x="139745" y="268667"/>
                      <a:pt x="150248" y="279065"/>
                      <a:pt x="163065" y="279065"/>
                    </a:cubicBezTo>
                    <a:lnTo>
                      <a:pt x="302810" y="279065"/>
                    </a:lnTo>
                    <a:cubicBezTo>
                      <a:pt x="315716" y="279065"/>
                      <a:pt x="326130" y="268667"/>
                      <a:pt x="326130" y="255869"/>
                    </a:cubicBezTo>
                    <a:cubicBezTo>
                      <a:pt x="326130" y="242982"/>
                      <a:pt x="315716" y="232584"/>
                      <a:pt x="302810" y="232584"/>
                    </a:cubicBezTo>
                    <a:close/>
                    <a:moveTo>
                      <a:pt x="396003" y="92962"/>
                    </a:moveTo>
                    <a:cubicBezTo>
                      <a:pt x="383185" y="92962"/>
                      <a:pt x="372771" y="103450"/>
                      <a:pt x="372771" y="116247"/>
                    </a:cubicBezTo>
                    <a:cubicBezTo>
                      <a:pt x="372771" y="129134"/>
                      <a:pt x="383185" y="139532"/>
                      <a:pt x="396003" y="139532"/>
                    </a:cubicBezTo>
                    <a:cubicBezTo>
                      <a:pt x="408909" y="139532"/>
                      <a:pt x="419323" y="129134"/>
                      <a:pt x="419323" y="116247"/>
                    </a:cubicBezTo>
                    <a:cubicBezTo>
                      <a:pt x="419323" y="103450"/>
                      <a:pt x="408909" y="92962"/>
                      <a:pt x="396003" y="92962"/>
                    </a:cubicBezTo>
                    <a:close/>
                    <a:moveTo>
                      <a:pt x="302810" y="92962"/>
                    </a:moveTo>
                    <a:cubicBezTo>
                      <a:pt x="289993" y="92962"/>
                      <a:pt x="279578" y="103450"/>
                      <a:pt x="279578" y="116247"/>
                    </a:cubicBezTo>
                    <a:cubicBezTo>
                      <a:pt x="279578" y="129134"/>
                      <a:pt x="289993" y="139532"/>
                      <a:pt x="302810" y="139532"/>
                    </a:cubicBezTo>
                    <a:cubicBezTo>
                      <a:pt x="315716" y="139532"/>
                      <a:pt x="326130" y="129134"/>
                      <a:pt x="326130" y="116247"/>
                    </a:cubicBezTo>
                    <a:cubicBezTo>
                      <a:pt x="326130" y="103450"/>
                      <a:pt x="315716" y="92962"/>
                      <a:pt x="302810" y="92962"/>
                    </a:cubicBezTo>
                    <a:close/>
                    <a:moveTo>
                      <a:pt x="209706" y="92962"/>
                    </a:moveTo>
                    <a:cubicBezTo>
                      <a:pt x="196800" y="92962"/>
                      <a:pt x="186386" y="103450"/>
                      <a:pt x="186386" y="116247"/>
                    </a:cubicBezTo>
                    <a:cubicBezTo>
                      <a:pt x="186386" y="129134"/>
                      <a:pt x="196800" y="139532"/>
                      <a:pt x="209706" y="139532"/>
                    </a:cubicBezTo>
                    <a:cubicBezTo>
                      <a:pt x="222523" y="139532"/>
                      <a:pt x="232938" y="129134"/>
                      <a:pt x="232938" y="116247"/>
                    </a:cubicBezTo>
                    <a:cubicBezTo>
                      <a:pt x="232938" y="103450"/>
                      <a:pt x="222523" y="92962"/>
                      <a:pt x="209706" y="92962"/>
                    </a:cubicBezTo>
                    <a:close/>
                    <a:moveTo>
                      <a:pt x="23320" y="0"/>
                    </a:moveTo>
                    <a:lnTo>
                      <a:pt x="489196" y="0"/>
                    </a:lnTo>
                    <a:cubicBezTo>
                      <a:pt x="502102" y="0"/>
                      <a:pt x="512516" y="10398"/>
                      <a:pt x="512516" y="23196"/>
                    </a:cubicBezTo>
                    <a:lnTo>
                      <a:pt x="512516" y="241205"/>
                    </a:lnTo>
                    <a:cubicBezTo>
                      <a:pt x="504950" y="238716"/>
                      <a:pt x="497206" y="236761"/>
                      <a:pt x="489196" y="235339"/>
                    </a:cubicBezTo>
                    <a:cubicBezTo>
                      <a:pt x="481630" y="234006"/>
                      <a:pt x="473797" y="233117"/>
                      <a:pt x="465964" y="232762"/>
                    </a:cubicBezTo>
                    <a:cubicBezTo>
                      <a:pt x="463383" y="232673"/>
                      <a:pt x="460802" y="232584"/>
                      <a:pt x="458131" y="232584"/>
                    </a:cubicBezTo>
                    <a:cubicBezTo>
                      <a:pt x="390929" y="232584"/>
                      <a:pt x="332361" y="270267"/>
                      <a:pt x="302543" y="325636"/>
                    </a:cubicBezTo>
                    <a:lnTo>
                      <a:pt x="132001" y="325636"/>
                    </a:lnTo>
                    <a:cubicBezTo>
                      <a:pt x="119184" y="325636"/>
                      <a:pt x="108680" y="336034"/>
                      <a:pt x="108680" y="348921"/>
                    </a:cubicBezTo>
                    <a:cubicBezTo>
                      <a:pt x="108680" y="361718"/>
                      <a:pt x="119184" y="372117"/>
                      <a:pt x="132001" y="372117"/>
                    </a:cubicBezTo>
                    <a:lnTo>
                      <a:pt x="285364" y="372117"/>
                    </a:lnTo>
                    <a:cubicBezTo>
                      <a:pt x="282872" y="384026"/>
                      <a:pt x="281537" y="396379"/>
                      <a:pt x="281537" y="409000"/>
                    </a:cubicBezTo>
                    <a:cubicBezTo>
                      <a:pt x="281537" y="412288"/>
                      <a:pt x="281626" y="415487"/>
                      <a:pt x="281804" y="418687"/>
                    </a:cubicBezTo>
                    <a:cubicBezTo>
                      <a:pt x="282160" y="426597"/>
                      <a:pt x="283139" y="434329"/>
                      <a:pt x="284563" y="441972"/>
                    </a:cubicBezTo>
                    <a:cubicBezTo>
                      <a:pt x="286076" y="449882"/>
                      <a:pt x="288123" y="457614"/>
                      <a:pt x="290705" y="465168"/>
                    </a:cubicBezTo>
                    <a:lnTo>
                      <a:pt x="23320" y="465168"/>
                    </a:lnTo>
                    <a:cubicBezTo>
                      <a:pt x="10414" y="465168"/>
                      <a:pt x="0" y="454770"/>
                      <a:pt x="0" y="441972"/>
                    </a:cubicBezTo>
                    <a:lnTo>
                      <a:pt x="0" y="23196"/>
                    </a:lnTo>
                    <a:cubicBezTo>
                      <a:pt x="0" y="10398"/>
                      <a:pt x="10414" y="0"/>
                      <a:pt x="233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/>
              </a:p>
            </p:txBody>
          </p:sp>
          <p:sp>
            <p:nvSpPr>
              <p:cNvPr id="24" name="Text1" descr="925f33e7-0c5f-40c6-b0c0-ce7849e6bb5e">
                <a:extLst>
                  <a:ext uri="{FF2B5EF4-FFF2-40B4-BE49-F238E27FC236}">
                    <a16:creationId xmlns:a16="http://schemas.microsoft.com/office/drawing/2014/main" id="{8649B9B3-0A4D-4DBF-B790-CAAF8AB07B72}"/>
                  </a:ext>
                </a:extLst>
              </p:cNvPr>
              <p:cNvSpPr/>
              <p:nvPr/>
            </p:nvSpPr>
            <p:spPr bwMode="auto">
              <a:xfrm>
                <a:off x="673100" y="2919704"/>
                <a:ext cx="3314456" cy="541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培养“目标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 - 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关键结果”思维，提升个人成长计划性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25" name="Bullet1" descr="95b0b82c-b879-489f-bab4-4d80debef201">
                <a:extLst>
                  <a:ext uri="{FF2B5EF4-FFF2-40B4-BE49-F238E27FC236}">
                    <a16:creationId xmlns:a16="http://schemas.microsoft.com/office/drawing/2014/main" id="{77A4AE62-0184-4689-89C8-55BADBE79602}"/>
                  </a:ext>
                </a:extLst>
              </p:cNvPr>
              <p:cNvSpPr txBox="1"/>
              <p:nvPr/>
            </p:nvSpPr>
            <p:spPr bwMode="auto">
              <a:xfrm>
                <a:off x="673100" y="2560304"/>
                <a:ext cx="3314456" cy="3594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 lnSpcReduction="1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学习目标</a:t>
                </a:r>
              </a:p>
            </p:txBody>
          </p:sp>
        </p:grpSp>
        <p:grpSp>
          <p:nvGrpSpPr>
            <p:cNvPr id="68" name="组合 67" descr="04f35940-4c70-497a-bb93-0851ac10540d">
              <a:extLst>
                <a:ext uri="{FF2B5EF4-FFF2-40B4-BE49-F238E27FC236}">
                  <a16:creationId xmlns:a16="http://schemas.microsoft.com/office/drawing/2014/main" id="{686E50F6-D4C8-F368-6466-1116D99B6460}"/>
                </a:ext>
              </a:extLst>
            </p:cNvPr>
            <p:cNvGrpSpPr/>
            <p:nvPr/>
          </p:nvGrpSpPr>
          <p:grpSpPr>
            <a:xfrm>
              <a:off x="8206032" y="1485900"/>
              <a:ext cx="3314456" cy="1975354"/>
              <a:chOff x="8206032" y="1485900"/>
              <a:chExt cx="3314456" cy="1975354"/>
            </a:xfrm>
          </p:grpSpPr>
          <p:sp>
            <p:nvSpPr>
              <p:cNvPr id="21" name="IconBackground2" descr="4429a7d9-d9bc-4325-a10d-9856a31d1f05">
                <a:extLst>
                  <a:ext uri="{FF2B5EF4-FFF2-40B4-BE49-F238E27FC236}">
                    <a16:creationId xmlns:a16="http://schemas.microsoft.com/office/drawing/2014/main" id="{81D18A89-4F38-42ED-8B1E-A7DC7B358B9F}"/>
                  </a:ext>
                </a:extLst>
              </p:cNvPr>
              <p:cNvSpPr/>
              <p:nvPr/>
            </p:nvSpPr>
            <p:spPr>
              <a:xfrm>
                <a:off x="9374188" y="1485900"/>
                <a:ext cx="978144" cy="977690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" name="Icon2" descr="80649739-deaf-456d-bcdc-1985144ffb19">
                <a:extLst>
                  <a:ext uri="{FF2B5EF4-FFF2-40B4-BE49-F238E27FC236}">
                    <a16:creationId xmlns:a16="http://schemas.microsoft.com/office/drawing/2014/main" id="{64337A38-9C14-4267-8F68-1C525BE7F976}"/>
                  </a:ext>
                </a:extLst>
              </p:cNvPr>
              <p:cNvSpPr/>
              <p:nvPr/>
            </p:nvSpPr>
            <p:spPr>
              <a:xfrm>
                <a:off x="9612258" y="1740588"/>
                <a:ext cx="502003" cy="468314"/>
              </a:xfrm>
              <a:custGeom>
                <a:avLst/>
                <a:gdLst>
                  <a:gd name="connsiteX0" fmla="*/ 458084 w 607556"/>
                  <a:gd name="connsiteY0" fmla="*/ 325643 h 566782"/>
                  <a:gd name="connsiteX1" fmla="*/ 374604 w 607556"/>
                  <a:gd name="connsiteY1" fmla="*/ 409015 h 566782"/>
                  <a:gd name="connsiteX2" fmla="*/ 375227 w 607556"/>
                  <a:gd name="connsiteY2" fmla="*/ 418703 h 566782"/>
                  <a:gd name="connsiteX3" fmla="*/ 381457 w 607556"/>
                  <a:gd name="connsiteY3" fmla="*/ 441991 h 566782"/>
                  <a:gd name="connsiteX4" fmla="*/ 396498 w 607556"/>
                  <a:gd name="connsiteY4" fmla="*/ 465189 h 566782"/>
                  <a:gd name="connsiteX5" fmla="*/ 458084 w 607556"/>
                  <a:gd name="connsiteY5" fmla="*/ 492387 h 566782"/>
                  <a:gd name="connsiteX6" fmla="*/ 541564 w 607556"/>
                  <a:gd name="connsiteY6" fmla="*/ 409015 h 566782"/>
                  <a:gd name="connsiteX7" fmla="*/ 512462 w 607556"/>
                  <a:gd name="connsiteY7" fmla="*/ 345819 h 566782"/>
                  <a:gd name="connsiteX8" fmla="*/ 489145 w 607556"/>
                  <a:gd name="connsiteY8" fmla="*/ 331687 h 566782"/>
                  <a:gd name="connsiteX9" fmla="*/ 465916 w 607556"/>
                  <a:gd name="connsiteY9" fmla="*/ 325998 h 566782"/>
                  <a:gd name="connsiteX10" fmla="*/ 458084 w 607556"/>
                  <a:gd name="connsiteY10" fmla="*/ 325643 h 566782"/>
                  <a:gd name="connsiteX11" fmla="*/ 458084 w 607556"/>
                  <a:gd name="connsiteY11" fmla="*/ 279157 h 566782"/>
                  <a:gd name="connsiteX12" fmla="*/ 465827 w 607556"/>
                  <a:gd name="connsiteY12" fmla="*/ 279424 h 566782"/>
                  <a:gd name="connsiteX13" fmla="*/ 489145 w 607556"/>
                  <a:gd name="connsiteY13" fmla="*/ 282890 h 566782"/>
                  <a:gd name="connsiteX14" fmla="*/ 512462 w 607556"/>
                  <a:gd name="connsiteY14" fmla="*/ 291067 h 566782"/>
                  <a:gd name="connsiteX15" fmla="*/ 588199 w 607556"/>
                  <a:gd name="connsiteY15" fmla="*/ 409015 h 566782"/>
                  <a:gd name="connsiteX16" fmla="*/ 561411 w 607556"/>
                  <a:gd name="connsiteY16" fmla="*/ 487765 h 566782"/>
                  <a:gd name="connsiteX17" fmla="*/ 578054 w 607556"/>
                  <a:gd name="connsiteY17" fmla="*/ 504386 h 566782"/>
                  <a:gd name="connsiteX18" fmla="*/ 594607 w 607556"/>
                  <a:gd name="connsiteY18" fmla="*/ 520919 h 566782"/>
                  <a:gd name="connsiteX19" fmla="*/ 600748 w 607556"/>
                  <a:gd name="connsiteY19" fmla="*/ 527051 h 566782"/>
                  <a:gd name="connsiteX20" fmla="*/ 600748 w 607556"/>
                  <a:gd name="connsiteY20" fmla="*/ 559938 h 566782"/>
                  <a:gd name="connsiteX21" fmla="*/ 584284 w 607556"/>
                  <a:gd name="connsiteY21" fmla="*/ 566782 h 566782"/>
                  <a:gd name="connsiteX22" fmla="*/ 567819 w 607556"/>
                  <a:gd name="connsiteY22" fmla="*/ 559938 h 566782"/>
                  <a:gd name="connsiteX23" fmla="*/ 560521 w 607556"/>
                  <a:gd name="connsiteY23" fmla="*/ 552650 h 566782"/>
                  <a:gd name="connsiteX24" fmla="*/ 543789 w 607556"/>
                  <a:gd name="connsiteY24" fmla="*/ 535940 h 566782"/>
                  <a:gd name="connsiteX25" fmla="*/ 526969 w 607556"/>
                  <a:gd name="connsiteY25" fmla="*/ 519141 h 566782"/>
                  <a:gd name="connsiteX26" fmla="*/ 458084 w 607556"/>
                  <a:gd name="connsiteY26" fmla="*/ 538873 h 566782"/>
                  <a:gd name="connsiteX27" fmla="*/ 340874 w 607556"/>
                  <a:gd name="connsiteY27" fmla="*/ 465189 h 566782"/>
                  <a:gd name="connsiteX28" fmla="*/ 332330 w 607556"/>
                  <a:gd name="connsiteY28" fmla="*/ 441902 h 566782"/>
                  <a:gd name="connsiteX29" fmla="*/ 328414 w 607556"/>
                  <a:gd name="connsiteY29" fmla="*/ 418703 h 566782"/>
                  <a:gd name="connsiteX30" fmla="*/ 328058 w 607556"/>
                  <a:gd name="connsiteY30" fmla="*/ 409015 h 566782"/>
                  <a:gd name="connsiteX31" fmla="*/ 333398 w 607556"/>
                  <a:gd name="connsiteY31" fmla="*/ 372129 h 566782"/>
                  <a:gd name="connsiteX32" fmla="*/ 358495 w 607556"/>
                  <a:gd name="connsiteY32" fmla="*/ 325643 h 566782"/>
                  <a:gd name="connsiteX33" fmla="*/ 458084 w 607556"/>
                  <a:gd name="connsiteY33" fmla="*/ 279157 h 566782"/>
                  <a:gd name="connsiteX34" fmla="*/ 163065 w 607556"/>
                  <a:gd name="connsiteY34" fmla="*/ 232584 h 566782"/>
                  <a:gd name="connsiteX35" fmla="*/ 139745 w 607556"/>
                  <a:gd name="connsiteY35" fmla="*/ 255869 h 566782"/>
                  <a:gd name="connsiteX36" fmla="*/ 163065 w 607556"/>
                  <a:gd name="connsiteY36" fmla="*/ 279065 h 566782"/>
                  <a:gd name="connsiteX37" fmla="*/ 302810 w 607556"/>
                  <a:gd name="connsiteY37" fmla="*/ 279065 h 566782"/>
                  <a:gd name="connsiteX38" fmla="*/ 326130 w 607556"/>
                  <a:gd name="connsiteY38" fmla="*/ 255869 h 566782"/>
                  <a:gd name="connsiteX39" fmla="*/ 302810 w 607556"/>
                  <a:gd name="connsiteY39" fmla="*/ 232584 h 566782"/>
                  <a:gd name="connsiteX40" fmla="*/ 396003 w 607556"/>
                  <a:gd name="connsiteY40" fmla="*/ 92962 h 566782"/>
                  <a:gd name="connsiteX41" fmla="*/ 372771 w 607556"/>
                  <a:gd name="connsiteY41" fmla="*/ 116247 h 566782"/>
                  <a:gd name="connsiteX42" fmla="*/ 396003 w 607556"/>
                  <a:gd name="connsiteY42" fmla="*/ 139532 h 566782"/>
                  <a:gd name="connsiteX43" fmla="*/ 419323 w 607556"/>
                  <a:gd name="connsiteY43" fmla="*/ 116247 h 566782"/>
                  <a:gd name="connsiteX44" fmla="*/ 396003 w 607556"/>
                  <a:gd name="connsiteY44" fmla="*/ 92962 h 566782"/>
                  <a:gd name="connsiteX45" fmla="*/ 302810 w 607556"/>
                  <a:gd name="connsiteY45" fmla="*/ 92962 h 566782"/>
                  <a:gd name="connsiteX46" fmla="*/ 279578 w 607556"/>
                  <a:gd name="connsiteY46" fmla="*/ 116247 h 566782"/>
                  <a:gd name="connsiteX47" fmla="*/ 302810 w 607556"/>
                  <a:gd name="connsiteY47" fmla="*/ 139532 h 566782"/>
                  <a:gd name="connsiteX48" fmla="*/ 326130 w 607556"/>
                  <a:gd name="connsiteY48" fmla="*/ 116247 h 566782"/>
                  <a:gd name="connsiteX49" fmla="*/ 302810 w 607556"/>
                  <a:gd name="connsiteY49" fmla="*/ 92962 h 566782"/>
                  <a:gd name="connsiteX50" fmla="*/ 209706 w 607556"/>
                  <a:gd name="connsiteY50" fmla="*/ 92962 h 566782"/>
                  <a:gd name="connsiteX51" fmla="*/ 186386 w 607556"/>
                  <a:gd name="connsiteY51" fmla="*/ 116247 h 566782"/>
                  <a:gd name="connsiteX52" fmla="*/ 209706 w 607556"/>
                  <a:gd name="connsiteY52" fmla="*/ 139532 h 566782"/>
                  <a:gd name="connsiteX53" fmla="*/ 232938 w 607556"/>
                  <a:gd name="connsiteY53" fmla="*/ 116247 h 566782"/>
                  <a:gd name="connsiteX54" fmla="*/ 209706 w 607556"/>
                  <a:gd name="connsiteY54" fmla="*/ 92962 h 566782"/>
                  <a:gd name="connsiteX55" fmla="*/ 23320 w 607556"/>
                  <a:gd name="connsiteY55" fmla="*/ 0 h 566782"/>
                  <a:gd name="connsiteX56" fmla="*/ 489196 w 607556"/>
                  <a:gd name="connsiteY56" fmla="*/ 0 h 566782"/>
                  <a:gd name="connsiteX57" fmla="*/ 512516 w 607556"/>
                  <a:gd name="connsiteY57" fmla="*/ 23196 h 566782"/>
                  <a:gd name="connsiteX58" fmla="*/ 512516 w 607556"/>
                  <a:gd name="connsiteY58" fmla="*/ 241205 h 566782"/>
                  <a:gd name="connsiteX59" fmla="*/ 489196 w 607556"/>
                  <a:gd name="connsiteY59" fmla="*/ 235339 h 566782"/>
                  <a:gd name="connsiteX60" fmla="*/ 465964 w 607556"/>
                  <a:gd name="connsiteY60" fmla="*/ 232762 h 566782"/>
                  <a:gd name="connsiteX61" fmla="*/ 458131 w 607556"/>
                  <a:gd name="connsiteY61" fmla="*/ 232584 h 566782"/>
                  <a:gd name="connsiteX62" fmla="*/ 302543 w 607556"/>
                  <a:gd name="connsiteY62" fmla="*/ 325636 h 566782"/>
                  <a:gd name="connsiteX63" fmla="*/ 132001 w 607556"/>
                  <a:gd name="connsiteY63" fmla="*/ 325636 h 566782"/>
                  <a:gd name="connsiteX64" fmla="*/ 108680 w 607556"/>
                  <a:gd name="connsiteY64" fmla="*/ 348921 h 566782"/>
                  <a:gd name="connsiteX65" fmla="*/ 132001 w 607556"/>
                  <a:gd name="connsiteY65" fmla="*/ 372117 h 566782"/>
                  <a:gd name="connsiteX66" fmla="*/ 285364 w 607556"/>
                  <a:gd name="connsiteY66" fmla="*/ 372117 h 566782"/>
                  <a:gd name="connsiteX67" fmla="*/ 281537 w 607556"/>
                  <a:gd name="connsiteY67" fmla="*/ 409000 h 566782"/>
                  <a:gd name="connsiteX68" fmla="*/ 281804 w 607556"/>
                  <a:gd name="connsiteY68" fmla="*/ 418687 h 566782"/>
                  <a:gd name="connsiteX69" fmla="*/ 284563 w 607556"/>
                  <a:gd name="connsiteY69" fmla="*/ 441972 h 566782"/>
                  <a:gd name="connsiteX70" fmla="*/ 290705 w 607556"/>
                  <a:gd name="connsiteY70" fmla="*/ 465168 h 566782"/>
                  <a:gd name="connsiteX71" fmla="*/ 23320 w 607556"/>
                  <a:gd name="connsiteY71" fmla="*/ 465168 h 566782"/>
                  <a:gd name="connsiteX72" fmla="*/ 0 w 607556"/>
                  <a:gd name="connsiteY72" fmla="*/ 441972 h 566782"/>
                  <a:gd name="connsiteX73" fmla="*/ 0 w 607556"/>
                  <a:gd name="connsiteY73" fmla="*/ 23196 h 566782"/>
                  <a:gd name="connsiteX74" fmla="*/ 23320 w 607556"/>
                  <a:gd name="connsiteY74" fmla="*/ 0 h 566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607556" h="566782">
                    <a:moveTo>
                      <a:pt x="458084" y="325643"/>
                    </a:moveTo>
                    <a:cubicBezTo>
                      <a:pt x="412072" y="325643"/>
                      <a:pt x="374604" y="363063"/>
                      <a:pt x="374604" y="409015"/>
                    </a:cubicBezTo>
                    <a:cubicBezTo>
                      <a:pt x="374604" y="412304"/>
                      <a:pt x="374871" y="415503"/>
                      <a:pt x="375227" y="418703"/>
                    </a:cubicBezTo>
                    <a:cubicBezTo>
                      <a:pt x="376206" y="426880"/>
                      <a:pt x="378253" y="434702"/>
                      <a:pt x="381457" y="441991"/>
                    </a:cubicBezTo>
                    <a:cubicBezTo>
                      <a:pt x="385195" y="450523"/>
                      <a:pt x="390268" y="458434"/>
                      <a:pt x="396498" y="465189"/>
                    </a:cubicBezTo>
                    <a:cubicBezTo>
                      <a:pt x="411805" y="481899"/>
                      <a:pt x="433788" y="492387"/>
                      <a:pt x="458084" y="492387"/>
                    </a:cubicBezTo>
                    <a:cubicBezTo>
                      <a:pt x="504096" y="492387"/>
                      <a:pt x="541564" y="454967"/>
                      <a:pt x="541564" y="409015"/>
                    </a:cubicBezTo>
                    <a:cubicBezTo>
                      <a:pt x="541564" y="383772"/>
                      <a:pt x="530262" y="361107"/>
                      <a:pt x="512462" y="345819"/>
                    </a:cubicBezTo>
                    <a:cubicBezTo>
                      <a:pt x="505609" y="339953"/>
                      <a:pt x="497688" y="335153"/>
                      <a:pt x="489145" y="331687"/>
                    </a:cubicBezTo>
                    <a:cubicBezTo>
                      <a:pt x="481847" y="328754"/>
                      <a:pt x="474015" y="326798"/>
                      <a:pt x="465916" y="325998"/>
                    </a:cubicBezTo>
                    <a:cubicBezTo>
                      <a:pt x="463335" y="325821"/>
                      <a:pt x="460754" y="325643"/>
                      <a:pt x="458084" y="325643"/>
                    </a:cubicBezTo>
                    <a:close/>
                    <a:moveTo>
                      <a:pt x="458084" y="279157"/>
                    </a:moveTo>
                    <a:cubicBezTo>
                      <a:pt x="460754" y="279157"/>
                      <a:pt x="463335" y="279246"/>
                      <a:pt x="465827" y="279424"/>
                    </a:cubicBezTo>
                    <a:cubicBezTo>
                      <a:pt x="473837" y="279868"/>
                      <a:pt x="481669" y="281024"/>
                      <a:pt x="489145" y="282890"/>
                    </a:cubicBezTo>
                    <a:cubicBezTo>
                      <a:pt x="497243" y="284935"/>
                      <a:pt x="505075" y="287601"/>
                      <a:pt x="512462" y="291067"/>
                    </a:cubicBezTo>
                    <a:cubicBezTo>
                      <a:pt x="557050" y="311688"/>
                      <a:pt x="588199" y="356752"/>
                      <a:pt x="588199" y="409015"/>
                    </a:cubicBezTo>
                    <a:cubicBezTo>
                      <a:pt x="588199" y="438613"/>
                      <a:pt x="578143" y="465900"/>
                      <a:pt x="561411" y="487765"/>
                    </a:cubicBezTo>
                    <a:lnTo>
                      <a:pt x="578054" y="504386"/>
                    </a:lnTo>
                    <a:lnTo>
                      <a:pt x="594607" y="520919"/>
                    </a:lnTo>
                    <a:lnTo>
                      <a:pt x="600748" y="527051"/>
                    </a:lnTo>
                    <a:cubicBezTo>
                      <a:pt x="609826" y="536118"/>
                      <a:pt x="609826" y="550872"/>
                      <a:pt x="600748" y="559938"/>
                    </a:cubicBezTo>
                    <a:cubicBezTo>
                      <a:pt x="596209" y="564471"/>
                      <a:pt x="590246" y="566782"/>
                      <a:pt x="584284" y="566782"/>
                    </a:cubicBezTo>
                    <a:cubicBezTo>
                      <a:pt x="578321" y="566782"/>
                      <a:pt x="572358" y="564471"/>
                      <a:pt x="567819" y="559938"/>
                    </a:cubicBezTo>
                    <a:lnTo>
                      <a:pt x="560521" y="552650"/>
                    </a:lnTo>
                    <a:lnTo>
                      <a:pt x="543789" y="535940"/>
                    </a:lnTo>
                    <a:lnTo>
                      <a:pt x="526969" y="519141"/>
                    </a:lnTo>
                    <a:cubicBezTo>
                      <a:pt x="506944" y="531673"/>
                      <a:pt x="483360" y="538873"/>
                      <a:pt x="458084" y="538873"/>
                    </a:cubicBezTo>
                    <a:cubicBezTo>
                      <a:pt x="406554" y="538873"/>
                      <a:pt x="361877" y="508742"/>
                      <a:pt x="340874" y="465189"/>
                    </a:cubicBezTo>
                    <a:cubicBezTo>
                      <a:pt x="337314" y="457812"/>
                      <a:pt x="334466" y="449990"/>
                      <a:pt x="332330" y="441902"/>
                    </a:cubicBezTo>
                    <a:cubicBezTo>
                      <a:pt x="330372" y="434436"/>
                      <a:pt x="329037" y="426614"/>
                      <a:pt x="328414" y="418703"/>
                    </a:cubicBezTo>
                    <a:cubicBezTo>
                      <a:pt x="328236" y="415503"/>
                      <a:pt x="328058" y="412304"/>
                      <a:pt x="328058" y="409015"/>
                    </a:cubicBezTo>
                    <a:cubicBezTo>
                      <a:pt x="328058" y="396216"/>
                      <a:pt x="329927" y="383861"/>
                      <a:pt x="333398" y="372129"/>
                    </a:cubicBezTo>
                    <a:cubicBezTo>
                      <a:pt x="338560" y="354885"/>
                      <a:pt x="347193" y="339064"/>
                      <a:pt x="358495" y="325643"/>
                    </a:cubicBezTo>
                    <a:cubicBezTo>
                      <a:pt x="382347" y="297200"/>
                      <a:pt x="418124" y="279157"/>
                      <a:pt x="458084" y="279157"/>
                    </a:cubicBezTo>
                    <a:close/>
                    <a:moveTo>
                      <a:pt x="163065" y="232584"/>
                    </a:moveTo>
                    <a:cubicBezTo>
                      <a:pt x="150248" y="232584"/>
                      <a:pt x="139745" y="242982"/>
                      <a:pt x="139745" y="255869"/>
                    </a:cubicBezTo>
                    <a:cubicBezTo>
                      <a:pt x="139745" y="268667"/>
                      <a:pt x="150248" y="279065"/>
                      <a:pt x="163065" y="279065"/>
                    </a:cubicBezTo>
                    <a:lnTo>
                      <a:pt x="302810" y="279065"/>
                    </a:lnTo>
                    <a:cubicBezTo>
                      <a:pt x="315716" y="279065"/>
                      <a:pt x="326130" y="268667"/>
                      <a:pt x="326130" y="255869"/>
                    </a:cubicBezTo>
                    <a:cubicBezTo>
                      <a:pt x="326130" y="242982"/>
                      <a:pt x="315716" y="232584"/>
                      <a:pt x="302810" y="232584"/>
                    </a:cubicBezTo>
                    <a:close/>
                    <a:moveTo>
                      <a:pt x="396003" y="92962"/>
                    </a:moveTo>
                    <a:cubicBezTo>
                      <a:pt x="383185" y="92962"/>
                      <a:pt x="372771" y="103450"/>
                      <a:pt x="372771" y="116247"/>
                    </a:cubicBezTo>
                    <a:cubicBezTo>
                      <a:pt x="372771" y="129134"/>
                      <a:pt x="383185" y="139532"/>
                      <a:pt x="396003" y="139532"/>
                    </a:cubicBezTo>
                    <a:cubicBezTo>
                      <a:pt x="408909" y="139532"/>
                      <a:pt x="419323" y="129134"/>
                      <a:pt x="419323" y="116247"/>
                    </a:cubicBezTo>
                    <a:cubicBezTo>
                      <a:pt x="419323" y="103450"/>
                      <a:pt x="408909" y="92962"/>
                      <a:pt x="396003" y="92962"/>
                    </a:cubicBezTo>
                    <a:close/>
                    <a:moveTo>
                      <a:pt x="302810" y="92962"/>
                    </a:moveTo>
                    <a:cubicBezTo>
                      <a:pt x="289993" y="92962"/>
                      <a:pt x="279578" y="103450"/>
                      <a:pt x="279578" y="116247"/>
                    </a:cubicBezTo>
                    <a:cubicBezTo>
                      <a:pt x="279578" y="129134"/>
                      <a:pt x="289993" y="139532"/>
                      <a:pt x="302810" y="139532"/>
                    </a:cubicBezTo>
                    <a:cubicBezTo>
                      <a:pt x="315716" y="139532"/>
                      <a:pt x="326130" y="129134"/>
                      <a:pt x="326130" y="116247"/>
                    </a:cubicBezTo>
                    <a:cubicBezTo>
                      <a:pt x="326130" y="103450"/>
                      <a:pt x="315716" y="92962"/>
                      <a:pt x="302810" y="92962"/>
                    </a:cubicBezTo>
                    <a:close/>
                    <a:moveTo>
                      <a:pt x="209706" y="92962"/>
                    </a:moveTo>
                    <a:cubicBezTo>
                      <a:pt x="196800" y="92962"/>
                      <a:pt x="186386" y="103450"/>
                      <a:pt x="186386" y="116247"/>
                    </a:cubicBezTo>
                    <a:cubicBezTo>
                      <a:pt x="186386" y="129134"/>
                      <a:pt x="196800" y="139532"/>
                      <a:pt x="209706" y="139532"/>
                    </a:cubicBezTo>
                    <a:cubicBezTo>
                      <a:pt x="222523" y="139532"/>
                      <a:pt x="232938" y="129134"/>
                      <a:pt x="232938" y="116247"/>
                    </a:cubicBezTo>
                    <a:cubicBezTo>
                      <a:pt x="232938" y="103450"/>
                      <a:pt x="222523" y="92962"/>
                      <a:pt x="209706" y="92962"/>
                    </a:cubicBezTo>
                    <a:close/>
                    <a:moveTo>
                      <a:pt x="23320" y="0"/>
                    </a:moveTo>
                    <a:lnTo>
                      <a:pt x="489196" y="0"/>
                    </a:lnTo>
                    <a:cubicBezTo>
                      <a:pt x="502102" y="0"/>
                      <a:pt x="512516" y="10398"/>
                      <a:pt x="512516" y="23196"/>
                    </a:cubicBezTo>
                    <a:lnTo>
                      <a:pt x="512516" y="241205"/>
                    </a:lnTo>
                    <a:cubicBezTo>
                      <a:pt x="504950" y="238716"/>
                      <a:pt x="497206" y="236761"/>
                      <a:pt x="489196" y="235339"/>
                    </a:cubicBezTo>
                    <a:cubicBezTo>
                      <a:pt x="481630" y="234006"/>
                      <a:pt x="473797" y="233117"/>
                      <a:pt x="465964" y="232762"/>
                    </a:cubicBezTo>
                    <a:cubicBezTo>
                      <a:pt x="463383" y="232673"/>
                      <a:pt x="460802" y="232584"/>
                      <a:pt x="458131" y="232584"/>
                    </a:cubicBezTo>
                    <a:cubicBezTo>
                      <a:pt x="390929" y="232584"/>
                      <a:pt x="332361" y="270267"/>
                      <a:pt x="302543" y="325636"/>
                    </a:cubicBezTo>
                    <a:lnTo>
                      <a:pt x="132001" y="325636"/>
                    </a:lnTo>
                    <a:cubicBezTo>
                      <a:pt x="119184" y="325636"/>
                      <a:pt x="108680" y="336034"/>
                      <a:pt x="108680" y="348921"/>
                    </a:cubicBezTo>
                    <a:cubicBezTo>
                      <a:pt x="108680" y="361718"/>
                      <a:pt x="119184" y="372117"/>
                      <a:pt x="132001" y="372117"/>
                    </a:cubicBezTo>
                    <a:lnTo>
                      <a:pt x="285364" y="372117"/>
                    </a:lnTo>
                    <a:cubicBezTo>
                      <a:pt x="282872" y="384026"/>
                      <a:pt x="281537" y="396379"/>
                      <a:pt x="281537" y="409000"/>
                    </a:cubicBezTo>
                    <a:cubicBezTo>
                      <a:pt x="281537" y="412288"/>
                      <a:pt x="281626" y="415487"/>
                      <a:pt x="281804" y="418687"/>
                    </a:cubicBezTo>
                    <a:cubicBezTo>
                      <a:pt x="282160" y="426597"/>
                      <a:pt x="283139" y="434329"/>
                      <a:pt x="284563" y="441972"/>
                    </a:cubicBezTo>
                    <a:cubicBezTo>
                      <a:pt x="286076" y="449882"/>
                      <a:pt x="288123" y="457614"/>
                      <a:pt x="290705" y="465168"/>
                    </a:cubicBezTo>
                    <a:lnTo>
                      <a:pt x="23320" y="465168"/>
                    </a:lnTo>
                    <a:cubicBezTo>
                      <a:pt x="10414" y="465168"/>
                      <a:pt x="0" y="454770"/>
                      <a:pt x="0" y="441972"/>
                    </a:cubicBezTo>
                    <a:lnTo>
                      <a:pt x="0" y="23196"/>
                    </a:lnTo>
                    <a:cubicBezTo>
                      <a:pt x="0" y="10398"/>
                      <a:pt x="10414" y="0"/>
                      <a:pt x="233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/>
              </a:p>
            </p:txBody>
          </p:sp>
          <p:sp>
            <p:nvSpPr>
              <p:cNvPr id="19" name="Text2" descr="2b194977-ec85-4066-89a7-ebc9ee789784">
                <a:extLst>
                  <a:ext uri="{FF2B5EF4-FFF2-40B4-BE49-F238E27FC236}">
                    <a16:creationId xmlns:a16="http://schemas.microsoft.com/office/drawing/2014/main" id="{96A83214-338B-49DD-805D-5ED645640994}"/>
                  </a:ext>
                </a:extLst>
              </p:cNvPr>
              <p:cNvSpPr/>
              <p:nvPr/>
            </p:nvSpPr>
            <p:spPr bwMode="auto">
              <a:xfrm>
                <a:off x="8206032" y="2919704"/>
                <a:ext cx="3314456" cy="541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9名成员各制定1个OKR，在生活、学习</a:t>
                </a:r>
                <a:r>
                  <a:rPr lang="zh-CN" altLang="en-US" sz="1200" b="0" i="0" u="none" dirty="0">
                    <a:solidFill>
                      <a:srgbClr val="000000"/>
                    </a:solidFill>
                    <a:latin typeface="微软雅黑"/>
                  </a:rPr>
                  <a:t>方向展开</a:t>
                </a:r>
                <a:r>
                  <a:rPr lang="en-US" sz="1200" b="0" i="0" u="none" dirty="0">
                    <a:solidFill>
                      <a:srgbClr val="000000"/>
                    </a:solidFill>
                    <a:latin typeface="微软雅黑"/>
                  </a:rPr>
                  <a:t>。</a:t>
                </a:r>
              </a:p>
            </p:txBody>
          </p:sp>
          <p:sp>
            <p:nvSpPr>
              <p:cNvPr id="20" name="Bullet2" descr="a18166a4-c5a4-45fd-8659-b66daafd82cb">
                <a:extLst>
                  <a:ext uri="{FF2B5EF4-FFF2-40B4-BE49-F238E27FC236}">
                    <a16:creationId xmlns:a16="http://schemas.microsoft.com/office/drawing/2014/main" id="{BF0F548B-98C0-4054-8C23-A1A7FB72EC6B}"/>
                  </a:ext>
                </a:extLst>
              </p:cNvPr>
              <p:cNvSpPr txBox="1"/>
              <p:nvPr/>
            </p:nvSpPr>
            <p:spPr bwMode="auto">
              <a:xfrm>
                <a:off x="8206032" y="2560304"/>
                <a:ext cx="3314456" cy="3594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 lnSpcReduction="1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全员参与情况</a:t>
                </a:r>
              </a:p>
            </p:txBody>
          </p:sp>
        </p:grpSp>
        <p:grpSp>
          <p:nvGrpSpPr>
            <p:cNvPr id="69" name="组合 68" descr="7d535bd9-e813-4964-99e6-5300370e054a">
              <a:extLst>
                <a:ext uri="{FF2B5EF4-FFF2-40B4-BE49-F238E27FC236}">
                  <a16:creationId xmlns:a16="http://schemas.microsoft.com/office/drawing/2014/main" id="{F6B8FFD9-FAD4-EA79-860D-5428E57291E0}"/>
                </a:ext>
              </a:extLst>
            </p:cNvPr>
            <p:cNvGrpSpPr/>
            <p:nvPr/>
          </p:nvGrpSpPr>
          <p:grpSpPr>
            <a:xfrm>
              <a:off x="673100" y="4140762"/>
              <a:ext cx="3314456" cy="1975354"/>
              <a:chOff x="673100" y="4140762"/>
              <a:chExt cx="3314456" cy="1975354"/>
            </a:xfrm>
          </p:grpSpPr>
          <p:sp>
            <p:nvSpPr>
              <p:cNvPr id="16" name="IconBackground3" descr="17af3c7a-e70f-4014-b05c-e3cdd5a07aff">
                <a:extLst>
                  <a:ext uri="{FF2B5EF4-FFF2-40B4-BE49-F238E27FC236}">
                    <a16:creationId xmlns:a16="http://schemas.microsoft.com/office/drawing/2014/main" id="{4A2900BB-42B0-48F5-9182-296A41DEAC0E}"/>
                  </a:ext>
                </a:extLst>
              </p:cNvPr>
              <p:cNvSpPr/>
              <p:nvPr/>
            </p:nvSpPr>
            <p:spPr>
              <a:xfrm>
                <a:off x="1841256" y="4140762"/>
                <a:ext cx="978144" cy="977690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" name="Icon3" descr="0f9a2733-cff8-426f-b7cd-e0132cbb669c">
                <a:extLst>
                  <a:ext uri="{FF2B5EF4-FFF2-40B4-BE49-F238E27FC236}">
                    <a16:creationId xmlns:a16="http://schemas.microsoft.com/office/drawing/2014/main" id="{43FB63B3-B64F-44DA-BE54-E3F61A01D5C1}"/>
                  </a:ext>
                </a:extLst>
              </p:cNvPr>
              <p:cNvSpPr/>
              <p:nvPr/>
            </p:nvSpPr>
            <p:spPr>
              <a:xfrm>
                <a:off x="2079326" y="4395450"/>
                <a:ext cx="502003" cy="468314"/>
              </a:xfrm>
              <a:custGeom>
                <a:avLst/>
                <a:gdLst>
                  <a:gd name="connsiteX0" fmla="*/ 458084 w 607556"/>
                  <a:gd name="connsiteY0" fmla="*/ 325643 h 566782"/>
                  <a:gd name="connsiteX1" fmla="*/ 374604 w 607556"/>
                  <a:gd name="connsiteY1" fmla="*/ 409015 h 566782"/>
                  <a:gd name="connsiteX2" fmla="*/ 375227 w 607556"/>
                  <a:gd name="connsiteY2" fmla="*/ 418703 h 566782"/>
                  <a:gd name="connsiteX3" fmla="*/ 381457 w 607556"/>
                  <a:gd name="connsiteY3" fmla="*/ 441991 h 566782"/>
                  <a:gd name="connsiteX4" fmla="*/ 396498 w 607556"/>
                  <a:gd name="connsiteY4" fmla="*/ 465189 h 566782"/>
                  <a:gd name="connsiteX5" fmla="*/ 458084 w 607556"/>
                  <a:gd name="connsiteY5" fmla="*/ 492387 h 566782"/>
                  <a:gd name="connsiteX6" fmla="*/ 541564 w 607556"/>
                  <a:gd name="connsiteY6" fmla="*/ 409015 h 566782"/>
                  <a:gd name="connsiteX7" fmla="*/ 512462 w 607556"/>
                  <a:gd name="connsiteY7" fmla="*/ 345819 h 566782"/>
                  <a:gd name="connsiteX8" fmla="*/ 489145 w 607556"/>
                  <a:gd name="connsiteY8" fmla="*/ 331687 h 566782"/>
                  <a:gd name="connsiteX9" fmla="*/ 465916 w 607556"/>
                  <a:gd name="connsiteY9" fmla="*/ 325998 h 566782"/>
                  <a:gd name="connsiteX10" fmla="*/ 458084 w 607556"/>
                  <a:gd name="connsiteY10" fmla="*/ 325643 h 566782"/>
                  <a:gd name="connsiteX11" fmla="*/ 458084 w 607556"/>
                  <a:gd name="connsiteY11" fmla="*/ 279157 h 566782"/>
                  <a:gd name="connsiteX12" fmla="*/ 465827 w 607556"/>
                  <a:gd name="connsiteY12" fmla="*/ 279424 h 566782"/>
                  <a:gd name="connsiteX13" fmla="*/ 489145 w 607556"/>
                  <a:gd name="connsiteY13" fmla="*/ 282890 h 566782"/>
                  <a:gd name="connsiteX14" fmla="*/ 512462 w 607556"/>
                  <a:gd name="connsiteY14" fmla="*/ 291067 h 566782"/>
                  <a:gd name="connsiteX15" fmla="*/ 588199 w 607556"/>
                  <a:gd name="connsiteY15" fmla="*/ 409015 h 566782"/>
                  <a:gd name="connsiteX16" fmla="*/ 561411 w 607556"/>
                  <a:gd name="connsiteY16" fmla="*/ 487765 h 566782"/>
                  <a:gd name="connsiteX17" fmla="*/ 578054 w 607556"/>
                  <a:gd name="connsiteY17" fmla="*/ 504386 h 566782"/>
                  <a:gd name="connsiteX18" fmla="*/ 594607 w 607556"/>
                  <a:gd name="connsiteY18" fmla="*/ 520919 h 566782"/>
                  <a:gd name="connsiteX19" fmla="*/ 600748 w 607556"/>
                  <a:gd name="connsiteY19" fmla="*/ 527051 h 566782"/>
                  <a:gd name="connsiteX20" fmla="*/ 600748 w 607556"/>
                  <a:gd name="connsiteY20" fmla="*/ 559938 h 566782"/>
                  <a:gd name="connsiteX21" fmla="*/ 584284 w 607556"/>
                  <a:gd name="connsiteY21" fmla="*/ 566782 h 566782"/>
                  <a:gd name="connsiteX22" fmla="*/ 567819 w 607556"/>
                  <a:gd name="connsiteY22" fmla="*/ 559938 h 566782"/>
                  <a:gd name="connsiteX23" fmla="*/ 560521 w 607556"/>
                  <a:gd name="connsiteY23" fmla="*/ 552650 h 566782"/>
                  <a:gd name="connsiteX24" fmla="*/ 543789 w 607556"/>
                  <a:gd name="connsiteY24" fmla="*/ 535940 h 566782"/>
                  <a:gd name="connsiteX25" fmla="*/ 526969 w 607556"/>
                  <a:gd name="connsiteY25" fmla="*/ 519141 h 566782"/>
                  <a:gd name="connsiteX26" fmla="*/ 458084 w 607556"/>
                  <a:gd name="connsiteY26" fmla="*/ 538873 h 566782"/>
                  <a:gd name="connsiteX27" fmla="*/ 340874 w 607556"/>
                  <a:gd name="connsiteY27" fmla="*/ 465189 h 566782"/>
                  <a:gd name="connsiteX28" fmla="*/ 332330 w 607556"/>
                  <a:gd name="connsiteY28" fmla="*/ 441902 h 566782"/>
                  <a:gd name="connsiteX29" fmla="*/ 328414 w 607556"/>
                  <a:gd name="connsiteY29" fmla="*/ 418703 h 566782"/>
                  <a:gd name="connsiteX30" fmla="*/ 328058 w 607556"/>
                  <a:gd name="connsiteY30" fmla="*/ 409015 h 566782"/>
                  <a:gd name="connsiteX31" fmla="*/ 333398 w 607556"/>
                  <a:gd name="connsiteY31" fmla="*/ 372129 h 566782"/>
                  <a:gd name="connsiteX32" fmla="*/ 358495 w 607556"/>
                  <a:gd name="connsiteY32" fmla="*/ 325643 h 566782"/>
                  <a:gd name="connsiteX33" fmla="*/ 458084 w 607556"/>
                  <a:gd name="connsiteY33" fmla="*/ 279157 h 566782"/>
                  <a:gd name="connsiteX34" fmla="*/ 163065 w 607556"/>
                  <a:gd name="connsiteY34" fmla="*/ 232584 h 566782"/>
                  <a:gd name="connsiteX35" fmla="*/ 139745 w 607556"/>
                  <a:gd name="connsiteY35" fmla="*/ 255869 h 566782"/>
                  <a:gd name="connsiteX36" fmla="*/ 163065 w 607556"/>
                  <a:gd name="connsiteY36" fmla="*/ 279065 h 566782"/>
                  <a:gd name="connsiteX37" fmla="*/ 302810 w 607556"/>
                  <a:gd name="connsiteY37" fmla="*/ 279065 h 566782"/>
                  <a:gd name="connsiteX38" fmla="*/ 326130 w 607556"/>
                  <a:gd name="connsiteY38" fmla="*/ 255869 h 566782"/>
                  <a:gd name="connsiteX39" fmla="*/ 302810 w 607556"/>
                  <a:gd name="connsiteY39" fmla="*/ 232584 h 566782"/>
                  <a:gd name="connsiteX40" fmla="*/ 396003 w 607556"/>
                  <a:gd name="connsiteY40" fmla="*/ 92962 h 566782"/>
                  <a:gd name="connsiteX41" fmla="*/ 372771 w 607556"/>
                  <a:gd name="connsiteY41" fmla="*/ 116247 h 566782"/>
                  <a:gd name="connsiteX42" fmla="*/ 396003 w 607556"/>
                  <a:gd name="connsiteY42" fmla="*/ 139532 h 566782"/>
                  <a:gd name="connsiteX43" fmla="*/ 419323 w 607556"/>
                  <a:gd name="connsiteY43" fmla="*/ 116247 h 566782"/>
                  <a:gd name="connsiteX44" fmla="*/ 396003 w 607556"/>
                  <a:gd name="connsiteY44" fmla="*/ 92962 h 566782"/>
                  <a:gd name="connsiteX45" fmla="*/ 302810 w 607556"/>
                  <a:gd name="connsiteY45" fmla="*/ 92962 h 566782"/>
                  <a:gd name="connsiteX46" fmla="*/ 279578 w 607556"/>
                  <a:gd name="connsiteY46" fmla="*/ 116247 h 566782"/>
                  <a:gd name="connsiteX47" fmla="*/ 302810 w 607556"/>
                  <a:gd name="connsiteY47" fmla="*/ 139532 h 566782"/>
                  <a:gd name="connsiteX48" fmla="*/ 326130 w 607556"/>
                  <a:gd name="connsiteY48" fmla="*/ 116247 h 566782"/>
                  <a:gd name="connsiteX49" fmla="*/ 302810 w 607556"/>
                  <a:gd name="connsiteY49" fmla="*/ 92962 h 566782"/>
                  <a:gd name="connsiteX50" fmla="*/ 209706 w 607556"/>
                  <a:gd name="connsiteY50" fmla="*/ 92962 h 566782"/>
                  <a:gd name="connsiteX51" fmla="*/ 186386 w 607556"/>
                  <a:gd name="connsiteY51" fmla="*/ 116247 h 566782"/>
                  <a:gd name="connsiteX52" fmla="*/ 209706 w 607556"/>
                  <a:gd name="connsiteY52" fmla="*/ 139532 h 566782"/>
                  <a:gd name="connsiteX53" fmla="*/ 232938 w 607556"/>
                  <a:gd name="connsiteY53" fmla="*/ 116247 h 566782"/>
                  <a:gd name="connsiteX54" fmla="*/ 209706 w 607556"/>
                  <a:gd name="connsiteY54" fmla="*/ 92962 h 566782"/>
                  <a:gd name="connsiteX55" fmla="*/ 23320 w 607556"/>
                  <a:gd name="connsiteY55" fmla="*/ 0 h 566782"/>
                  <a:gd name="connsiteX56" fmla="*/ 489196 w 607556"/>
                  <a:gd name="connsiteY56" fmla="*/ 0 h 566782"/>
                  <a:gd name="connsiteX57" fmla="*/ 512516 w 607556"/>
                  <a:gd name="connsiteY57" fmla="*/ 23196 h 566782"/>
                  <a:gd name="connsiteX58" fmla="*/ 512516 w 607556"/>
                  <a:gd name="connsiteY58" fmla="*/ 241205 h 566782"/>
                  <a:gd name="connsiteX59" fmla="*/ 489196 w 607556"/>
                  <a:gd name="connsiteY59" fmla="*/ 235339 h 566782"/>
                  <a:gd name="connsiteX60" fmla="*/ 465964 w 607556"/>
                  <a:gd name="connsiteY60" fmla="*/ 232762 h 566782"/>
                  <a:gd name="connsiteX61" fmla="*/ 458131 w 607556"/>
                  <a:gd name="connsiteY61" fmla="*/ 232584 h 566782"/>
                  <a:gd name="connsiteX62" fmla="*/ 302543 w 607556"/>
                  <a:gd name="connsiteY62" fmla="*/ 325636 h 566782"/>
                  <a:gd name="connsiteX63" fmla="*/ 132001 w 607556"/>
                  <a:gd name="connsiteY63" fmla="*/ 325636 h 566782"/>
                  <a:gd name="connsiteX64" fmla="*/ 108680 w 607556"/>
                  <a:gd name="connsiteY64" fmla="*/ 348921 h 566782"/>
                  <a:gd name="connsiteX65" fmla="*/ 132001 w 607556"/>
                  <a:gd name="connsiteY65" fmla="*/ 372117 h 566782"/>
                  <a:gd name="connsiteX66" fmla="*/ 285364 w 607556"/>
                  <a:gd name="connsiteY66" fmla="*/ 372117 h 566782"/>
                  <a:gd name="connsiteX67" fmla="*/ 281537 w 607556"/>
                  <a:gd name="connsiteY67" fmla="*/ 409000 h 566782"/>
                  <a:gd name="connsiteX68" fmla="*/ 281804 w 607556"/>
                  <a:gd name="connsiteY68" fmla="*/ 418687 h 566782"/>
                  <a:gd name="connsiteX69" fmla="*/ 284563 w 607556"/>
                  <a:gd name="connsiteY69" fmla="*/ 441972 h 566782"/>
                  <a:gd name="connsiteX70" fmla="*/ 290705 w 607556"/>
                  <a:gd name="connsiteY70" fmla="*/ 465168 h 566782"/>
                  <a:gd name="connsiteX71" fmla="*/ 23320 w 607556"/>
                  <a:gd name="connsiteY71" fmla="*/ 465168 h 566782"/>
                  <a:gd name="connsiteX72" fmla="*/ 0 w 607556"/>
                  <a:gd name="connsiteY72" fmla="*/ 441972 h 566782"/>
                  <a:gd name="connsiteX73" fmla="*/ 0 w 607556"/>
                  <a:gd name="connsiteY73" fmla="*/ 23196 h 566782"/>
                  <a:gd name="connsiteX74" fmla="*/ 23320 w 607556"/>
                  <a:gd name="connsiteY74" fmla="*/ 0 h 566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607556" h="566782">
                    <a:moveTo>
                      <a:pt x="458084" y="325643"/>
                    </a:moveTo>
                    <a:cubicBezTo>
                      <a:pt x="412072" y="325643"/>
                      <a:pt x="374604" y="363063"/>
                      <a:pt x="374604" y="409015"/>
                    </a:cubicBezTo>
                    <a:cubicBezTo>
                      <a:pt x="374604" y="412304"/>
                      <a:pt x="374871" y="415503"/>
                      <a:pt x="375227" y="418703"/>
                    </a:cubicBezTo>
                    <a:cubicBezTo>
                      <a:pt x="376206" y="426880"/>
                      <a:pt x="378253" y="434702"/>
                      <a:pt x="381457" y="441991"/>
                    </a:cubicBezTo>
                    <a:cubicBezTo>
                      <a:pt x="385195" y="450523"/>
                      <a:pt x="390268" y="458434"/>
                      <a:pt x="396498" y="465189"/>
                    </a:cubicBezTo>
                    <a:cubicBezTo>
                      <a:pt x="411805" y="481899"/>
                      <a:pt x="433788" y="492387"/>
                      <a:pt x="458084" y="492387"/>
                    </a:cubicBezTo>
                    <a:cubicBezTo>
                      <a:pt x="504096" y="492387"/>
                      <a:pt x="541564" y="454967"/>
                      <a:pt x="541564" y="409015"/>
                    </a:cubicBezTo>
                    <a:cubicBezTo>
                      <a:pt x="541564" y="383772"/>
                      <a:pt x="530262" y="361107"/>
                      <a:pt x="512462" y="345819"/>
                    </a:cubicBezTo>
                    <a:cubicBezTo>
                      <a:pt x="505609" y="339953"/>
                      <a:pt x="497688" y="335153"/>
                      <a:pt x="489145" y="331687"/>
                    </a:cubicBezTo>
                    <a:cubicBezTo>
                      <a:pt x="481847" y="328754"/>
                      <a:pt x="474015" y="326798"/>
                      <a:pt x="465916" y="325998"/>
                    </a:cubicBezTo>
                    <a:cubicBezTo>
                      <a:pt x="463335" y="325821"/>
                      <a:pt x="460754" y="325643"/>
                      <a:pt x="458084" y="325643"/>
                    </a:cubicBezTo>
                    <a:close/>
                    <a:moveTo>
                      <a:pt x="458084" y="279157"/>
                    </a:moveTo>
                    <a:cubicBezTo>
                      <a:pt x="460754" y="279157"/>
                      <a:pt x="463335" y="279246"/>
                      <a:pt x="465827" y="279424"/>
                    </a:cubicBezTo>
                    <a:cubicBezTo>
                      <a:pt x="473837" y="279868"/>
                      <a:pt x="481669" y="281024"/>
                      <a:pt x="489145" y="282890"/>
                    </a:cubicBezTo>
                    <a:cubicBezTo>
                      <a:pt x="497243" y="284935"/>
                      <a:pt x="505075" y="287601"/>
                      <a:pt x="512462" y="291067"/>
                    </a:cubicBezTo>
                    <a:cubicBezTo>
                      <a:pt x="557050" y="311688"/>
                      <a:pt x="588199" y="356752"/>
                      <a:pt x="588199" y="409015"/>
                    </a:cubicBezTo>
                    <a:cubicBezTo>
                      <a:pt x="588199" y="438613"/>
                      <a:pt x="578143" y="465900"/>
                      <a:pt x="561411" y="487765"/>
                    </a:cubicBezTo>
                    <a:lnTo>
                      <a:pt x="578054" y="504386"/>
                    </a:lnTo>
                    <a:lnTo>
                      <a:pt x="594607" y="520919"/>
                    </a:lnTo>
                    <a:lnTo>
                      <a:pt x="600748" y="527051"/>
                    </a:lnTo>
                    <a:cubicBezTo>
                      <a:pt x="609826" y="536118"/>
                      <a:pt x="609826" y="550872"/>
                      <a:pt x="600748" y="559938"/>
                    </a:cubicBezTo>
                    <a:cubicBezTo>
                      <a:pt x="596209" y="564471"/>
                      <a:pt x="590246" y="566782"/>
                      <a:pt x="584284" y="566782"/>
                    </a:cubicBezTo>
                    <a:cubicBezTo>
                      <a:pt x="578321" y="566782"/>
                      <a:pt x="572358" y="564471"/>
                      <a:pt x="567819" y="559938"/>
                    </a:cubicBezTo>
                    <a:lnTo>
                      <a:pt x="560521" y="552650"/>
                    </a:lnTo>
                    <a:lnTo>
                      <a:pt x="543789" y="535940"/>
                    </a:lnTo>
                    <a:lnTo>
                      <a:pt x="526969" y="519141"/>
                    </a:lnTo>
                    <a:cubicBezTo>
                      <a:pt x="506944" y="531673"/>
                      <a:pt x="483360" y="538873"/>
                      <a:pt x="458084" y="538873"/>
                    </a:cubicBezTo>
                    <a:cubicBezTo>
                      <a:pt x="406554" y="538873"/>
                      <a:pt x="361877" y="508742"/>
                      <a:pt x="340874" y="465189"/>
                    </a:cubicBezTo>
                    <a:cubicBezTo>
                      <a:pt x="337314" y="457812"/>
                      <a:pt x="334466" y="449990"/>
                      <a:pt x="332330" y="441902"/>
                    </a:cubicBezTo>
                    <a:cubicBezTo>
                      <a:pt x="330372" y="434436"/>
                      <a:pt x="329037" y="426614"/>
                      <a:pt x="328414" y="418703"/>
                    </a:cubicBezTo>
                    <a:cubicBezTo>
                      <a:pt x="328236" y="415503"/>
                      <a:pt x="328058" y="412304"/>
                      <a:pt x="328058" y="409015"/>
                    </a:cubicBezTo>
                    <a:cubicBezTo>
                      <a:pt x="328058" y="396216"/>
                      <a:pt x="329927" y="383861"/>
                      <a:pt x="333398" y="372129"/>
                    </a:cubicBezTo>
                    <a:cubicBezTo>
                      <a:pt x="338560" y="354885"/>
                      <a:pt x="347193" y="339064"/>
                      <a:pt x="358495" y="325643"/>
                    </a:cubicBezTo>
                    <a:cubicBezTo>
                      <a:pt x="382347" y="297200"/>
                      <a:pt x="418124" y="279157"/>
                      <a:pt x="458084" y="279157"/>
                    </a:cubicBezTo>
                    <a:close/>
                    <a:moveTo>
                      <a:pt x="163065" y="232584"/>
                    </a:moveTo>
                    <a:cubicBezTo>
                      <a:pt x="150248" y="232584"/>
                      <a:pt x="139745" y="242982"/>
                      <a:pt x="139745" y="255869"/>
                    </a:cubicBezTo>
                    <a:cubicBezTo>
                      <a:pt x="139745" y="268667"/>
                      <a:pt x="150248" y="279065"/>
                      <a:pt x="163065" y="279065"/>
                    </a:cubicBezTo>
                    <a:lnTo>
                      <a:pt x="302810" y="279065"/>
                    </a:lnTo>
                    <a:cubicBezTo>
                      <a:pt x="315716" y="279065"/>
                      <a:pt x="326130" y="268667"/>
                      <a:pt x="326130" y="255869"/>
                    </a:cubicBezTo>
                    <a:cubicBezTo>
                      <a:pt x="326130" y="242982"/>
                      <a:pt x="315716" y="232584"/>
                      <a:pt x="302810" y="232584"/>
                    </a:cubicBezTo>
                    <a:close/>
                    <a:moveTo>
                      <a:pt x="396003" y="92962"/>
                    </a:moveTo>
                    <a:cubicBezTo>
                      <a:pt x="383185" y="92962"/>
                      <a:pt x="372771" y="103450"/>
                      <a:pt x="372771" y="116247"/>
                    </a:cubicBezTo>
                    <a:cubicBezTo>
                      <a:pt x="372771" y="129134"/>
                      <a:pt x="383185" y="139532"/>
                      <a:pt x="396003" y="139532"/>
                    </a:cubicBezTo>
                    <a:cubicBezTo>
                      <a:pt x="408909" y="139532"/>
                      <a:pt x="419323" y="129134"/>
                      <a:pt x="419323" y="116247"/>
                    </a:cubicBezTo>
                    <a:cubicBezTo>
                      <a:pt x="419323" y="103450"/>
                      <a:pt x="408909" y="92962"/>
                      <a:pt x="396003" y="92962"/>
                    </a:cubicBezTo>
                    <a:close/>
                    <a:moveTo>
                      <a:pt x="302810" y="92962"/>
                    </a:moveTo>
                    <a:cubicBezTo>
                      <a:pt x="289993" y="92962"/>
                      <a:pt x="279578" y="103450"/>
                      <a:pt x="279578" y="116247"/>
                    </a:cubicBezTo>
                    <a:cubicBezTo>
                      <a:pt x="279578" y="129134"/>
                      <a:pt x="289993" y="139532"/>
                      <a:pt x="302810" y="139532"/>
                    </a:cubicBezTo>
                    <a:cubicBezTo>
                      <a:pt x="315716" y="139532"/>
                      <a:pt x="326130" y="129134"/>
                      <a:pt x="326130" y="116247"/>
                    </a:cubicBezTo>
                    <a:cubicBezTo>
                      <a:pt x="326130" y="103450"/>
                      <a:pt x="315716" y="92962"/>
                      <a:pt x="302810" y="92962"/>
                    </a:cubicBezTo>
                    <a:close/>
                    <a:moveTo>
                      <a:pt x="209706" y="92962"/>
                    </a:moveTo>
                    <a:cubicBezTo>
                      <a:pt x="196800" y="92962"/>
                      <a:pt x="186386" y="103450"/>
                      <a:pt x="186386" y="116247"/>
                    </a:cubicBezTo>
                    <a:cubicBezTo>
                      <a:pt x="186386" y="129134"/>
                      <a:pt x="196800" y="139532"/>
                      <a:pt x="209706" y="139532"/>
                    </a:cubicBezTo>
                    <a:cubicBezTo>
                      <a:pt x="222523" y="139532"/>
                      <a:pt x="232938" y="129134"/>
                      <a:pt x="232938" y="116247"/>
                    </a:cubicBezTo>
                    <a:cubicBezTo>
                      <a:pt x="232938" y="103450"/>
                      <a:pt x="222523" y="92962"/>
                      <a:pt x="209706" y="92962"/>
                    </a:cubicBezTo>
                    <a:close/>
                    <a:moveTo>
                      <a:pt x="23320" y="0"/>
                    </a:moveTo>
                    <a:lnTo>
                      <a:pt x="489196" y="0"/>
                    </a:lnTo>
                    <a:cubicBezTo>
                      <a:pt x="502102" y="0"/>
                      <a:pt x="512516" y="10398"/>
                      <a:pt x="512516" y="23196"/>
                    </a:cubicBezTo>
                    <a:lnTo>
                      <a:pt x="512516" y="241205"/>
                    </a:lnTo>
                    <a:cubicBezTo>
                      <a:pt x="504950" y="238716"/>
                      <a:pt x="497206" y="236761"/>
                      <a:pt x="489196" y="235339"/>
                    </a:cubicBezTo>
                    <a:cubicBezTo>
                      <a:pt x="481630" y="234006"/>
                      <a:pt x="473797" y="233117"/>
                      <a:pt x="465964" y="232762"/>
                    </a:cubicBezTo>
                    <a:cubicBezTo>
                      <a:pt x="463383" y="232673"/>
                      <a:pt x="460802" y="232584"/>
                      <a:pt x="458131" y="232584"/>
                    </a:cubicBezTo>
                    <a:cubicBezTo>
                      <a:pt x="390929" y="232584"/>
                      <a:pt x="332361" y="270267"/>
                      <a:pt x="302543" y="325636"/>
                    </a:cubicBezTo>
                    <a:lnTo>
                      <a:pt x="132001" y="325636"/>
                    </a:lnTo>
                    <a:cubicBezTo>
                      <a:pt x="119184" y="325636"/>
                      <a:pt x="108680" y="336034"/>
                      <a:pt x="108680" y="348921"/>
                    </a:cubicBezTo>
                    <a:cubicBezTo>
                      <a:pt x="108680" y="361718"/>
                      <a:pt x="119184" y="372117"/>
                      <a:pt x="132001" y="372117"/>
                    </a:cubicBezTo>
                    <a:lnTo>
                      <a:pt x="285364" y="372117"/>
                    </a:lnTo>
                    <a:cubicBezTo>
                      <a:pt x="282872" y="384026"/>
                      <a:pt x="281537" y="396379"/>
                      <a:pt x="281537" y="409000"/>
                    </a:cubicBezTo>
                    <a:cubicBezTo>
                      <a:pt x="281537" y="412288"/>
                      <a:pt x="281626" y="415487"/>
                      <a:pt x="281804" y="418687"/>
                    </a:cubicBezTo>
                    <a:cubicBezTo>
                      <a:pt x="282160" y="426597"/>
                      <a:pt x="283139" y="434329"/>
                      <a:pt x="284563" y="441972"/>
                    </a:cubicBezTo>
                    <a:cubicBezTo>
                      <a:pt x="286076" y="449882"/>
                      <a:pt x="288123" y="457614"/>
                      <a:pt x="290705" y="465168"/>
                    </a:cubicBezTo>
                    <a:lnTo>
                      <a:pt x="23320" y="465168"/>
                    </a:lnTo>
                    <a:cubicBezTo>
                      <a:pt x="10414" y="465168"/>
                      <a:pt x="0" y="454770"/>
                      <a:pt x="0" y="441972"/>
                    </a:cubicBezTo>
                    <a:lnTo>
                      <a:pt x="0" y="23196"/>
                    </a:lnTo>
                    <a:cubicBezTo>
                      <a:pt x="0" y="10398"/>
                      <a:pt x="10414" y="0"/>
                      <a:pt x="233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/>
              </a:p>
            </p:txBody>
          </p:sp>
          <p:sp>
            <p:nvSpPr>
              <p:cNvPr id="14" name="Text3" descr="238ad6dc-6bfb-4909-85de-603672b09ac0">
                <a:extLst>
                  <a:ext uri="{FF2B5EF4-FFF2-40B4-BE49-F238E27FC236}">
                    <a16:creationId xmlns:a16="http://schemas.microsoft.com/office/drawing/2014/main" id="{795AC78B-31F5-47C8-9EAB-C307798EB865}"/>
                  </a:ext>
                </a:extLst>
              </p:cNvPr>
              <p:cNvSpPr/>
              <p:nvPr/>
            </p:nvSpPr>
            <p:spPr bwMode="auto">
              <a:xfrm>
                <a:off x="673100" y="5574566"/>
                <a:ext cx="3314456" cy="541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完成OKR制定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，</a:t>
                </a:r>
                <a:r>
                  <a:rPr lang="zh-CN" altLang="en-US" sz="1200" b="0" i="0" u="none" dirty="0">
                    <a:solidFill>
                      <a:srgbClr val="000000"/>
                    </a:solidFill>
                    <a:ea typeface="微软雅黑"/>
                  </a:rPr>
                  <a:t>熟悉</a:t>
                </a:r>
                <a:r>
                  <a:rPr lang="en-US" altLang="zh-CN" sz="1200" b="0" i="0" u="none" dirty="0">
                    <a:solidFill>
                      <a:srgbClr val="000000"/>
                    </a:solidFill>
                    <a:ea typeface="微软雅黑"/>
                  </a:rPr>
                  <a:t>OKR</a:t>
                </a:r>
                <a:r>
                  <a:rPr lang="zh-CN" altLang="en-US" sz="1200" b="0" i="0" u="none" dirty="0">
                    <a:solidFill>
                      <a:srgbClr val="000000"/>
                    </a:solidFill>
                    <a:ea typeface="微软雅黑"/>
                  </a:rPr>
                  <a:t>的基本要求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15" name="Bullet3" descr="dc7b57bd-4a4e-47ae-a90e-60b61c15793f">
                <a:extLst>
                  <a:ext uri="{FF2B5EF4-FFF2-40B4-BE49-F238E27FC236}">
                    <a16:creationId xmlns:a16="http://schemas.microsoft.com/office/drawing/2014/main" id="{82B30F4D-B0E4-4A3D-AFA4-EA82E6232599}"/>
                  </a:ext>
                </a:extLst>
              </p:cNvPr>
              <p:cNvSpPr txBox="1"/>
              <p:nvPr/>
            </p:nvSpPr>
            <p:spPr bwMode="auto">
              <a:xfrm>
                <a:off x="673100" y="5215166"/>
                <a:ext cx="3314456" cy="3594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 lnSpcReduction="1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实践进展</a:t>
                </a:r>
              </a:p>
            </p:txBody>
          </p:sp>
        </p:grpSp>
        <p:grpSp>
          <p:nvGrpSpPr>
            <p:cNvPr id="70" name="组合 69" descr="c40d0ab0-89bd-4ffc-a855-961a04205084">
              <a:extLst>
                <a:ext uri="{FF2B5EF4-FFF2-40B4-BE49-F238E27FC236}">
                  <a16:creationId xmlns:a16="http://schemas.microsoft.com/office/drawing/2014/main" id="{2B1E26C2-83C3-F361-152B-DFDF2F67F648}"/>
                </a:ext>
              </a:extLst>
            </p:cNvPr>
            <p:cNvGrpSpPr/>
            <p:nvPr/>
          </p:nvGrpSpPr>
          <p:grpSpPr>
            <a:xfrm>
              <a:off x="8206032" y="4140762"/>
              <a:ext cx="3314456" cy="1975354"/>
              <a:chOff x="8206032" y="4140762"/>
              <a:chExt cx="3314456" cy="1975354"/>
            </a:xfrm>
          </p:grpSpPr>
          <p:sp>
            <p:nvSpPr>
              <p:cNvPr id="11" name="IconBackground4" descr="ee03024b-5f01-4ad4-8359-84ce37cb1040">
                <a:extLst>
                  <a:ext uri="{FF2B5EF4-FFF2-40B4-BE49-F238E27FC236}">
                    <a16:creationId xmlns:a16="http://schemas.microsoft.com/office/drawing/2014/main" id="{9FE141B8-A896-4EE8-8735-EEE631AE32BB}"/>
                  </a:ext>
                </a:extLst>
              </p:cNvPr>
              <p:cNvSpPr/>
              <p:nvPr/>
            </p:nvSpPr>
            <p:spPr>
              <a:xfrm>
                <a:off x="9374188" y="4140762"/>
                <a:ext cx="978144" cy="977690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" name="Icon4" descr="aa4b3685-6049-4dd0-93f0-22678e742207">
                <a:extLst>
                  <a:ext uri="{FF2B5EF4-FFF2-40B4-BE49-F238E27FC236}">
                    <a16:creationId xmlns:a16="http://schemas.microsoft.com/office/drawing/2014/main" id="{F55FA19B-B6E5-4DB1-9175-8AD05E6B6DE9}"/>
                  </a:ext>
                </a:extLst>
              </p:cNvPr>
              <p:cNvSpPr/>
              <p:nvPr/>
            </p:nvSpPr>
            <p:spPr>
              <a:xfrm>
                <a:off x="9612258" y="4395450"/>
                <a:ext cx="502003" cy="468314"/>
              </a:xfrm>
              <a:custGeom>
                <a:avLst/>
                <a:gdLst>
                  <a:gd name="connsiteX0" fmla="*/ 458084 w 607556"/>
                  <a:gd name="connsiteY0" fmla="*/ 325643 h 566782"/>
                  <a:gd name="connsiteX1" fmla="*/ 374604 w 607556"/>
                  <a:gd name="connsiteY1" fmla="*/ 409015 h 566782"/>
                  <a:gd name="connsiteX2" fmla="*/ 375227 w 607556"/>
                  <a:gd name="connsiteY2" fmla="*/ 418703 h 566782"/>
                  <a:gd name="connsiteX3" fmla="*/ 381457 w 607556"/>
                  <a:gd name="connsiteY3" fmla="*/ 441991 h 566782"/>
                  <a:gd name="connsiteX4" fmla="*/ 396498 w 607556"/>
                  <a:gd name="connsiteY4" fmla="*/ 465189 h 566782"/>
                  <a:gd name="connsiteX5" fmla="*/ 458084 w 607556"/>
                  <a:gd name="connsiteY5" fmla="*/ 492387 h 566782"/>
                  <a:gd name="connsiteX6" fmla="*/ 541564 w 607556"/>
                  <a:gd name="connsiteY6" fmla="*/ 409015 h 566782"/>
                  <a:gd name="connsiteX7" fmla="*/ 512462 w 607556"/>
                  <a:gd name="connsiteY7" fmla="*/ 345819 h 566782"/>
                  <a:gd name="connsiteX8" fmla="*/ 489145 w 607556"/>
                  <a:gd name="connsiteY8" fmla="*/ 331687 h 566782"/>
                  <a:gd name="connsiteX9" fmla="*/ 465916 w 607556"/>
                  <a:gd name="connsiteY9" fmla="*/ 325998 h 566782"/>
                  <a:gd name="connsiteX10" fmla="*/ 458084 w 607556"/>
                  <a:gd name="connsiteY10" fmla="*/ 325643 h 566782"/>
                  <a:gd name="connsiteX11" fmla="*/ 458084 w 607556"/>
                  <a:gd name="connsiteY11" fmla="*/ 279157 h 566782"/>
                  <a:gd name="connsiteX12" fmla="*/ 465827 w 607556"/>
                  <a:gd name="connsiteY12" fmla="*/ 279424 h 566782"/>
                  <a:gd name="connsiteX13" fmla="*/ 489145 w 607556"/>
                  <a:gd name="connsiteY13" fmla="*/ 282890 h 566782"/>
                  <a:gd name="connsiteX14" fmla="*/ 512462 w 607556"/>
                  <a:gd name="connsiteY14" fmla="*/ 291067 h 566782"/>
                  <a:gd name="connsiteX15" fmla="*/ 588199 w 607556"/>
                  <a:gd name="connsiteY15" fmla="*/ 409015 h 566782"/>
                  <a:gd name="connsiteX16" fmla="*/ 561411 w 607556"/>
                  <a:gd name="connsiteY16" fmla="*/ 487765 h 566782"/>
                  <a:gd name="connsiteX17" fmla="*/ 578054 w 607556"/>
                  <a:gd name="connsiteY17" fmla="*/ 504386 h 566782"/>
                  <a:gd name="connsiteX18" fmla="*/ 594607 w 607556"/>
                  <a:gd name="connsiteY18" fmla="*/ 520919 h 566782"/>
                  <a:gd name="connsiteX19" fmla="*/ 600748 w 607556"/>
                  <a:gd name="connsiteY19" fmla="*/ 527051 h 566782"/>
                  <a:gd name="connsiteX20" fmla="*/ 600748 w 607556"/>
                  <a:gd name="connsiteY20" fmla="*/ 559938 h 566782"/>
                  <a:gd name="connsiteX21" fmla="*/ 584284 w 607556"/>
                  <a:gd name="connsiteY21" fmla="*/ 566782 h 566782"/>
                  <a:gd name="connsiteX22" fmla="*/ 567819 w 607556"/>
                  <a:gd name="connsiteY22" fmla="*/ 559938 h 566782"/>
                  <a:gd name="connsiteX23" fmla="*/ 560521 w 607556"/>
                  <a:gd name="connsiteY23" fmla="*/ 552650 h 566782"/>
                  <a:gd name="connsiteX24" fmla="*/ 543789 w 607556"/>
                  <a:gd name="connsiteY24" fmla="*/ 535940 h 566782"/>
                  <a:gd name="connsiteX25" fmla="*/ 526969 w 607556"/>
                  <a:gd name="connsiteY25" fmla="*/ 519141 h 566782"/>
                  <a:gd name="connsiteX26" fmla="*/ 458084 w 607556"/>
                  <a:gd name="connsiteY26" fmla="*/ 538873 h 566782"/>
                  <a:gd name="connsiteX27" fmla="*/ 340874 w 607556"/>
                  <a:gd name="connsiteY27" fmla="*/ 465189 h 566782"/>
                  <a:gd name="connsiteX28" fmla="*/ 332330 w 607556"/>
                  <a:gd name="connsiteY28" fmla="*/ 441902 h 566782"/>
                  <a:gd name="connsiteX29" fmla="*/ 328414 w 607556"/>
                  <a:gd name="connsiteY29" fmla="*/ 418703 h 566782"/>
                  <a:gd name="connsiteX30" fmla="*/ 328058 w 607556"/>
                  <a:gd name="connsiteY30" fmla="*/ 409015 h 566782"/>
                  <a:gd name="connsiteX31" fmla="*/ 333398 w 607556"/>
                  <a:gd name="connsiteY31" fmla="*/ 372129 h 566782"/>
                  <a:gd name="connsiteX32" fmla="*/ 358495 w 607556"/>
                  <a:gd name="connsiteY32" fmla="*/ 325643 h 566782"/>
                  <a:gd name="connsiteX33" fmla="*/ 458084 w 607556"/>
                  <a:gd name="connsiteY33" fmla="*/ 279157 h 566782"/>
                  <a:gd name="connsiteX34" fmla="*/ 163065 w 607556"/>
                  <a:gd name="connsiteY34" fmla="*/ 232584 h 566782"/>
                  <a:gd name="connsiteX35" fmla="*/ 139745 w 607556"/>
                  <a:gd name="connsiteY35" fmla="*/ 255869 h 566782"/>
                  <a:gd name="connsiteX36" fmla="*/ 163065 w 607556"/>
                  <a:gd name="connsiteY36" fmla="*/ 279065 h 566782"/>
                  <a:gd name="connsiteX37" fmla="*/ 302810 w 607556"/>
                  <a:gd name="connsiteY37" fmla="*/ 279065 h 566782"/>
                  <a:gd name="connsiteX38" fmla="*/ 326130 w 607556"/>
                  <a:gd name="connsiteY38" fmla="*/ 255869 h 566782"/>
                  <a:gd name="connsiteX39" fmla="*/ 302810 w 607556"/>
                  <a:gd name="connsiteY39" fmla="*/ 232584 h 566782"/>
                  <a:gd name="connsiteX40" fmla="*/ 396003 w 607556"/>
                  <a:gd name="connsiteY40" fmla="*/ 92962 h 566782"/>
                  <a:gd name="connsiteX41" fmla="*/ 372771 w 607556"/>
                  <a:gd name="connsiteY41" fmla="*/ 116247 h 566782"/>
                  <a:gd name="connsiteX42" fmla="*/ 396003 w 607556"/>
                  <a:gd name="connsiteY42" fmla="*/ 139532 h 566782"/>
                  <a:gd name="connsiteX43" fmla="*/ 419323 w 607556"/>
                  <a:gd name="connsiteY43" fmla="*/ 116247 h 566782"/>
                  <a:gd name="connsiteX44" fmla="*/ 396003 w 607556"/>
                  <a:gd name="connsiteY44" fmla="*/ 92962 h 566782"/>
                  <a:gd name="connsiteX45" fmla="*/ 302810 w 607556"/>
                  <a:gd name="connsiteY45" fmla="*/ 92962 h 566782"/>
                  <a:gd name="connsiteX46" fmla="*/ 279578 w 607556"/>
                  <a:gd name="connsiteY46" fmla="*/ 116247 h 566782"/>
                  <a:gd name="connsiteX47" fmla="*/ 302810 w 607556"/>
                  <a:gd name="connsiteY47" fmla="*/ 139532 h 566782"/>
                  <a:gd name="connsiteX48" fmla="*/ 326130 w 607556"/>
                  <a:gd name="connsiteY48" fmla="*/ 116247 h 566782"/>
                  <a:gd name="connsiteX49" fmla="*/ 302810 w 607556"/>
                  <a:gd name="connsiteY49" fmla="*/ 92962 h 566782"/>
                  <a:gd name="connsiteX50" fmla="*/ 209706 w 607556"/>
                  <a:gd name="connsiteY50" fmla="*/ 92962 h 566782"/>
                  <a:gd name="connsiteX51" fmla="*/ 186386 w 607556"/>
                  <a:gd name="connsiteY51" fmla="*/ 116247 h 566782"/>
                  <a:gd name="connsiteX52" fmla="*/ 209706 w 607556"/>
                  <a:gd name="connsiteY52" fmla="*/ 139532 h 566782"/>
                  <a:gd name="connsiteX53" fmla="*/ 232938 w 607556"/>
                  <a:gd name="connsiteY53" fmla="*/ 116247 h 566782"/>
                  <a:gd name="connsiteX54" fmla="*/ 209706 w 607556"/>
                  <a:gd name="connsiteY54" fmla="*/ 92962 h 566782"/>
                  <a:gd name="connsiteX55" fmla="*/ 23320 w 607556"/>
                  <a:gd name="connsiteY55" fmla="*/ 0 h 566782"/>
                  <a:gd name="connsiteX56" fmla="*/ 489196 w 607556"/>
                  <a:gd name="connsiteY56" fmla="*/ 0 h 566782"/>
                  <a:gd name="connsiteX57" fmla="*/ 512516 w 607556"/>
                  <a:gd name="connsiteY57" fmla="*/ 23196 h 566782"/>
                  <a:gd name="connsiteX58" fmla="*/ 512516 w 607556"/>
                  <a:gd name="connsiteY58" fmla="*/ 241205 h 566782"/>
                  <a:gd name="connsiteX59" fmla="*/ 489196 w 607556"/>
                  <a:gd name="connsiteY59" fmla="*/ 235339 h 566782"/>
                  <a:gd name="connsiteX60" fmla="*/ 465964 w 607556"/>
                  <a:gd name="connsiteY60" fmla="*/ 232762 h 566782"/>
                  <a:gd name="connsiteX61" fmla="*/ 458131 w 607556"/>
                  <a:gd name="connsiteY61" fmla="*/ 232584 h 566782"/>
                  <a:gd name="connsiteX62" fmla="*/ 302543 w 607556"/>
                  <a:gd name="connsiteY62" fmla="*/ 325636 h 566782"/>
                  <a:gd name="connsiteX63" fmla="*/ 132001 w 607556"/>
                  <a:gd name="connsiteY63" fmla="*/ 325636 h 566782"/>
                  <a:gd name="connsiteX64" fmla="*/ 108680 w 607556"/>
                  <a:gd name="connsiteY64" fmla="*/ 348921 h 566782"/>
                  <a:gd name="connsiteX65" fmla="*/ 132001 w 607556"/>
                  <a:gd name="connsiteY65" fmla="*/ 372117 h 566782"/>
                  <a:gd name="connsiteX66" fmla="*/ 285364 w 607556"/>
                  <a:gd name="connsiteY66" fmla="*/ 372117 h 566782"/>
                  <a:gd name="connsiteX67" fmla="*/ 281537 w 607556"/>
                  <a:gd name="connsiteY67" fmla="*/ 409000 h 566782"/>
                  <a:gd name="connsiteX68" fmla="*/ 281804 w 607556"/>
                  <a:gd name="connsiteY68" fmla="*/ 418687 h 566782"/>
                  <a:gd name="connsiteX69" fmla="*/ 284563 w 607556"/>
                  <a:gd name="connsiteY69" fmla="*/ 441972 h 566782"/>
                  <a:gd name="connsiteX70" fmla="*/ 290705 w 607556"/>
                  <a:gd name="connsiteY70" fmla="*/ 465168 h 566782"/>
                  <a:gd name="connsiteX71" fmla="*/ 23320 w 607556"/>
                  <a:gd name="connsiteY71" fmla="*/ 465168 h 566782"/>
                  <a:gd name="connsiteX72" fmla="*/ 0 w 607556"/>
                  <a:gd name="connsiteY72" fmla="*/ 441972 h 566782"/>
                  <a:gd name="connsiteX73" fmla="*/ 0 w 607556"/>
                  <a:gd name="connsiteY73" fmla="*/ 23196 h 566782"/>
                  <a:gd name="connsiteX74" fmla="*/ 23320 w 607556"/>
                  <a:gd name="connsiteY74" fmla="*/ 0 h 566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607556" h="566782">
                    <a:moveTo>
                      <a:pt x="458084" y="325643"/>
                    </a:moveTo>
                    <a:cubicBezTo>
                      <a:pt x="412072" y="325643"/>
                      <a:pt x="374604" y="363063"/>
                      <a:pt x="374604" y="409015"/>
                    </a:cubicBezTo>
                    <a:cubicBezTo>
                      <a:pt x="374604" y="412304"/>
                      <a:pt x="374871" y="415503"/>
                      <a:pt x="375227" y="418703"/>
                    </a:cubicBezTo>
                    <a:cubicBezTo>
                      <a:pt x="376206" y="426880"/>
                      <a:pt x="378253" y="434702"/>
                      <a:pt x="381457" y="441991"/>
                    </a:cubicBezTo>
                    <a:cubicBezTo>
                      <a:pt x="385195" y="450523"/>
                      <a:pt x="390268" y="458434"/>
                      <a:pt x="396498" y="465189"/>
                    </a:cubicBezTo>
                    <a:cubicBezTo>
                      <a:pt x="411805" y="481899"/>
                      <a:pt x="433788" y="492387"/>
                      <a:pt x="458084" y="492387"/>
                    </a:cubicBezTo>
                    <a:cubicBezTo>
                      <a:pt x="504096" y="492387"/>
                      <a:pt x="541564" y="454967"/>
                      <a:pt x="541564" y="409015"/>
                    </a:cubicBezTo>
                    <a:cubicBezTo>
                      <a:pt x="541564" y="383772"/>
                      <a:pt x="530262" y="361107"/>
                      <a:pt x="512462" y="345819"/>
                    </a:cubicBezTo>
                    <a:cubicBezTo>
                      <a:pt x="505609" y="339953"/>
                      <a:pt x="497688" y="335153"/>
                      <a:pt x="489145" y="331687"/>
                    </a:cubicBezTo>
                    <a:cubicBezTo>
                      <a:pt x="481847" y="328754"/>
                      <a:pt x="474015" y="326798"/>
                      <a:pt x="465916" y="325998"/>
                    </a:cubicBezTo>
                    <a:cubicBezTo>
                      <a:pt x="463335" y="325821"/>
                      <a:pt x="460754" y="325643"/>
                      <a:pt x="458084" y="325643"/>
                    </a:cubicBezTo>
                    <a:close/>
                    <a:moveTo>
                      <a:pt x="458084" y="279157"/>
                    </a:moveTo>
                    <a:cubicBezTo>
                      <a:pt x="460754" y="279157"/>
                      <a:pt x="463335" y="279246"/>
                      <a:pt x="465827" y="279424"/>
                    </a:cubicBezTo>
                    <a:cubicBezTo>
                      <a:pt x="473837" y="279868"/>
                      <a:pt x="481669" y="281024"/>
                      <a:pt x="489145" y="282890"/>
                    </a:cubicBezTo>
                    <a:cubicBezTo>
                      <a:pt x="497243" y="284935"/>
                      <a:pt x="505075" y="287601"/>
                      <a:pt x="512462" y="291067"/>
                    </a:cubicBezTo>
                    <a:cubicBezTo>
                      <a:pt x="557050" y="311688"/>
                      <a:pt x="588199" y="356752"/>
                      <a:pt x="588199" y="409015"/>
                    </a:cubicBezTo>
                    <a:cubicBezTo>
                      <a:pt x="588199" y="438613"/>
                      <a:pt x="578143" y="465900"/>
                      <a:pt x="561411" y="487765"/>
                    </a:cubicBezTo>
                    <a:lnTo>
                      <a:pt x="578054" y="504386"/>
                    </a:lnTo>
                    <a:lnTo>
                      <a:pt x="594607" y="520919"/>
                    </a:lnTo>
                    <a:lnTo>
                      <a:pt x="600748" y="527051"/>
                    </a:lnTo>
                    <a:cubicBezTo>
                      <a:pt x="609826" y="536118"/>
                      <a:pt x="609826" y="550872"/>
                      <a:pt x="600748" y="559938"/>
                    </a:cubicBezTo>
                    <a:cubicBezTo>
                      <a:pt x="596209" y="564471"/>
                      <a:pt x="590246" y="566782"/>
                      <a:pt x="584284" y="566782"/>
                    </a:cubicBezTo>
                    <a:cubicBezTo>
                      <a:pt x="578321" y="566782"/>
                      <a:pt x="572358" y="564471"/>
                      <a:pt x="567819" y="559938"/>
                    </a:cubicBezTo>
                    <a:lnTo>
                      <a:pt x="560521" y="552650"/>
                    </a:lnTo>
                    <a:lnTo>
                      <a:pt x="543789" y="535940"/>
                    </a:lnTo>
                    <a:lnTo>
                      <a:pt x="526969" y="519141"/>
                    </a:lnTo>
                    <a:cubicBezTo>
                      <a:pt x="506944" y="531673"/>
                      <a:pt x="483360" y="538873"/>
                      <a:pt x="458084" y="538873"/>
                    </a:cubicBezTo>
                    <a:cubicBezTo>
                      <a:pt x="406554" y="538873"/>
                      <a:pt x="361877" y="508742"/>
                      <a:pt x="340874" y="465189"/>
                    </a:cubicBezTo>
                    <a:cubicBezTo>
                      <a:pt x="337314" y="457812"/>
                      <a:pt x="334466" y="449990"/>
                      <a:pt x="332330" y="441902"/>
                    </a:cubicBezTo>
                    <a:cubicBezTo>
                      <a:pt x="330372" y="434436"/>
                      <a:pt x="329037" y="426614"/>
                      <a:pt x="328414" y="418703"/>
                    </a:cubicBezTo>
                    <a:cubicBezTo>
                      <a:pt x="328236" y="415503"/>
                      <a:pt x="328058" y="412304"/>
                      <a:pt x="328058" y="409015"/>
                    </a:cubicBezTo>
                    <a:cubicBezTo>
                      <a:pt x="328058" y="396216"/>
                      <a:pt x="329927" y="383861"/>
                      <a:pt x="333398" y="372129"/>
                    </a:cubicBezTo>
                    <a:cubicBezTo>
                      <a:pt x="338560" y="354885"/>
                      <a:pt x="347193" y="339064"/>
                      <a:pt x="358495" y="325643"/>
                    </a:cubicBezTo>
                    <a:cubicBezTo>
                      <a:pt x="382347" y="297200"/>
                      <a:pt x="418124" y="279157"/>
                      <a:pt x="458084" y="279157"/>
                    </a:cubicBezTo>
                    <a:close/>
                    <a:moveTo>
                      <a:pt x="163065" y="232584"/>
                    </a:moveTo>
                    <a:cubicBezTo>
                      <a:pt x="150248" y="232584"/>
                      <a:pt x="139745" y="242982"/>
                      <a:pt x="139745" y="255869"/>
                    </a:cubicBezTo>
                    <a:cubicBezTo>
                      <a:pt x="139745" y="268667"/>
                      <a:pt x="150248" y="279065"/>
                      <a:pt x="163065" y="279065"/>
                    </a:cubicBezTo>
                    <a:lnTo>
                      <a:pt x="302810" y="279065"/>
                    </a:lnTo>
                    <a:cubicBezTo>
                      <a:pt x="315716" y="279065"/>
                      <a:pt x="326130" y="268667"/>
                      <a:pt x="326130" y="255869"/>
                    </a:cubicBezTo>
                    <a:cubicBezTo>
                      <a:pt x="326130" y="242982"/>
                      <a:pt x="315716" y="232584"/>
                      <a:pt x="302810" y="232584"/>
                    </a:cubicBezTo>
                    <a:close/>
                    <a:moveTo>
                      <a:pt x="396003" y="92962"/>
                    </a:moveTo>
                    <a:cubicBezTo>
                      <a:pt x="383185" y="92962"/>
                      <a:pt x="372771" y="103450"/>
                      <a:pt x="372771" y="116247"/>
                    </a:cubicBezTo>
                    <a:cubicBezTo>
                      <a:pt x="372771" y="129134"/>
                      <a:pt x="383185" y="139532"/>
                      <a:pt x="396003" y="139532"/>
                    </a:cubicBezTo>
                    <a:cubicBezTo>
                      <a:pt x="408909" y="139532"/>
                      <a:pt x="419323" y="129134"/>
                      <a:pt x="419323" y="116247"/>
                    </a:cubicBezTo>
                    <a:cubicBezTo>
                      <a:pt x="419323" y="103450"/>
                      <a:pt x="408909" y="92962"/>
                      <a:pt x="396003" y="92962"/>
                    </a:cubicBezTo>
                    <a:close/>
                    <a:moveTo>
                      <a:pt x="302810" y="92962"/>
                    </a:moveTo>
                    <a:cubicBezTo>
                      <a:pt x="289993" y="92962"/>
                      <a:pt x="279578" y="103450"/>
                      <a:pt x="279578" y="116247"/>
                    </a:cubicBezTo>
                    <a:cubicBezTo>
                      <a:pt x="279578" y="129134"/>
                      <a:pt x="289993" y="139532"/>
                      <a:pt x="302810" y="139532"/>
                    </a:cubicBezTo>
                    <a:cubicBezTo>
                      <a:pt x="315716" y="139532"/>
                      <a:pt x="326130" y="129134"/>
                      <a:pt x="326130" y="116247"/>
                    </a:cubicBezTo>
                    <a:cubicBezTo>
                      <a:pt x="326130" y="103450"/>
                      <a:pt x="315716" y="92962"/>
                      <a:pt x="302810" y="92962"/>
                    </a:cubicBezTo>
                    <a:close/>
                    <a:moveTo>
                      <a:pt x="209706" y="92962"/>
                    </a:moveTo>
                    <a:cubicBezTo>
                      <a:pt x="196800" y="92962"/>
                      <a:pt x="186386" y="103450"/>
                      <a:pt x="186386" y="116247"/>
                    </a:cubicBezTo>
                    <a:cubicBezTo>
                      <a:pt x="186386" y="129134"/>
                      <a:pt x="196800" y="139532"/>
                      <a:pt x="209706" y="139532"/>
                    </a:cubicBezTo>
                    <a:cubicBezTo>
                      <a:pt x="222523" y="139532"/>
                      <a:pt x="232938" y="129134"/>
                      <a:pt x="232938" y="116247"/>
                    </a:cubicBezTo>
                    <a:cubicBezTo>
                      <a:pt x="232938" y="103450"/>
                      <a:pt x="222523" y="92962"/>
                      <a:pt x="209706" y="92962"/>
                    </a:cubicBezTo>
                    <a:close/>
                    <a:moveTo>
                      <a:pt x="23320" y="0"/>
                    </a:moveTo>
                    <a:lnTo>
                      <a:pt x="489196" y="0"/>
                    </a:lnTo>
                    <a:cubicBezTo>
                      <a:pt x="502102" y="0"/>
                      <a:pt x="512516" y="10398"/>
                      <a:pt x="512516" y="23196"/>
                    </a:cubicBezTo>
                    <a:lnTo>
                      <a:pt x="512516" y="241205"/>
                    </a:lnTo>
                    <a:cubicBezTo>
                      <a:pt x="504950" y="238716"/>
                      <a:pt x="497206" y="236761"/>
                      <a:pt x="489196" y="235339"/>
                    </a:cubicBezTo>
                    <a:cubicBezTo>
                      <a:pt x="481630" y="234006"/>
                      <a:pt x="473797" y="233117"/>
                      <a:pt x="465964" y="232762"/>
                    </a:cubicBezTo>
                    <a:cubicBezTo>
                      <a:pt x="463383" y="232673"/>
                      <a:pt x="460802" y="232584"/>
                      <a:pt x="458131" y="232584"/>
                    </a:cubicBezTo>
                    <a:cubicBezTo>
                      <a:pt x="390929" y="232584"/>
                      <a:pt x="332361" y="270267"/>
                      <a:pt x="302543" y="325636"/>
                    </a:cubicBezTo>
                    <a:lnTo>
                      <a:pt x="132001" y="325636"/>
                    </a:lnTo>
                    <a:cubicBezTo>
                      <a:pt x="119184" y="325636"/>
                      <a:pt x="108680" y="336034"/>
                      <a:pt x="108680" y="348921"/>
                    </a:cubicBezTo>
                    <a:cubicBezTo>
                      <a:pt x="108680" y="361718"/>
                      <a:pt x="119184" y="372117"/>
                      <a:pt x="132001" y="372117"/>
                    </a:cubicBezTo>
                    <a:lnTo>
                      <a:pt x="285364" y="372117"/>
                    </a:lnTo>
                    <a:cubicBezTo>
                      <a:pt x="282872" y="384026"/>
                      <a:pt x="281537" y="396379"/>
                      <a:pt x="281537" y="409000"/>
                    </a:cubicBezTo>
                    <a:cubicBezTo>
                      <a:pt x="281537" y="412288"/>
                      <a:pt x="281626" y="415487"/>
                      <a:pt x="281804" y="418687"/>
                    </a:cubicBezTo>
                    <a:cubicBezTo>
                      <a:pt x="282160" y="426597"/>
                      <a:pt x="283139" y="434329"/>
                      <a:pt x="284563" y="441972"/>
                    </a:cubicBezTo>
                    <a:cubicBezTo>
                      <a:pt x="286076" y="449882"/>
                      <a:pt x="288123" y="457614"/>
                      <a:pt x="290705" y="465168"/>
                    </a:cubicBezTo>
                    <a:lnTo>
                      <a:pt x="23320" y="465168"/>
                    </a:lnTo>
                    <a:cubicBezTo>
                      <a:pt x="10414" y="465168"/>
                      <a:pt x="0" y="454770"/>
                      <a:pt x="0" y="441972"/>
                    </a:cubicBezTo>
                    <a:lnTo>
                      <a:pt x="0" y="23196"/>
                    </a:lnTo>
                    <a:cubicBezTo>
                      <a:pt x="0" y="10398"/>
                      <a:pt x="10414" y="0"/>
                      <a:pt x="233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/>
              </a:p>
            </p:txBody>
          </p:sp>
          <p:sp>
            <p:nvSpPr>
              <p:cNvPr id="9" name="Text4" descr="a6fe9d1f-200c-4ed1-9150-d92beb5810b4">
                <a:extLst>
                  <a:ext uri="{FF2B5EF4-FFF2-40B4-BE49-F238E27FC236}">
                    <a16:creationId xmlns:a16="http://schemas.microsoft.com/office/drawing/2014/main" id="{35F8FAE0-FDD8-4AA3-941C-2911EF695EF3}"/>
                  </a:ext>
                </a:extLst>
              </p:cNvPr>
              <p:cNvSpPr/>
              <p:nvPr/>
            </p:nvSpPr>
            <p:spPr bwMode="auto">
              <a:xfrm>
                <a:off x="8206032" y="5574566"/>
                <a:ext cx="3314456" cy="541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黄思成规律运动，谢治国阅读非专业书籍，为成员树立榜样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10" name="Bullet4" descr="dedab16e-13c1-4665-8698-d19a4d47a47a">
                <a:extLst>
                  <a:ext uri="{FF2B5EF4-FFF2-40B4-BE49-F238E27FC236}">
                    <a16:creationId xmlns:a16="http://schemas.microsoft.com/office/drawing/2014/main" id="{7117ADA7-30A3-4AEC-A7DF-B33CB126C1E2}"/>
                  </a:ext>
                </a:extLst>
              </p:cNvPr>
              <p:cNvSpPr txBox="1"/>
              <p:nvPr/>
            </p:nvSpPr>
            <p:spPr bwMode="auto">
              <a:xfrm>
                <a:off x="8206032" y="5215166"/>
                <a:ext cx="3314456" cy="3594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 lnSpcReduction="1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典型案例</a:t>
                </a:r>
              </a:p>
            </p:txBody>
          </p:sp>
        </p:grpSp>
        <p:sp>
          <p:nvSpPr>
            <p:cNvPr id="65" name="Title" descr="5af934f8-f914-4674-a147-36d6767eefcf">
              <a:extLst>
                <a:ext uri="{FF2B5EF4-FFF2-40B4-BE49-F238E27FC236}">
                  <a16:creationId xmlns:a16="http://schemas.microsoft.com/office/drawing/2014/main" id="{C03F4F37-F71D-70C6-A544-8D8C3B353303}"/>
                </a:ext>
              </a:extLst>
            </p:cNvPr>
            <p:cNvSpPr txBox="1"/>
            <p:nvPr/>
          </p:nvSpPr>
          <p:spPr>
            <a:xfrm>
              <a:off x="3057470" y="1130300"/>
              <a:ext cx="5959531" cy="675667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培养目标导向思维</a:t>
              </a:r>
            </a:p>
          </p:txBody>
        </p: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/>
              </a:rPr>
              <a:t>OKR实践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23736a6d-6faf-4507-8faf-01c8f9307e72.source.3.zh-Hans.pptx" descr="153aa88b-a65c-447c-88ba-932330028f38">
            <a:extLst>
              <a:ext uri="{FF2B5EF4-FFF2-40B4-BE49-F238E27FC236}">
                <a16:creationId xmlns:a16="http://schemas.microsoft.com/office/drawing/2014/main" id="{FC691E7F-5B7E-439C-E9F0-BAC58A79A506}"/>
              </a:ext>
            </a:extLst>
          </p:cNvPr>
          <p:cNvGrpSpPr/>
          <p:nvPr/>
        </p:nvGrpSpPr>
        <p:grpSpPr>
          <a:xfrm>
            <a:off x="660400" y="877892"/>
            <a:ext cx="10858500" cy="4101666"/>
            <a:chOff x="660400" y="877892"/>
            <a:chExt cx="10858500" cy="4101666"/>
          </a:xfrm>
        </p:grpSpPr>
        <p:sp>
          <p:nvSpPr>
            <p:cNvPr id="8" name="圆角矩形 2" descr="e12ef39f-91c9-46cb-82d3-7dbef68486cf">
              <a:extLst>
                <a:ext uri="{FF2B5EF4-FFF2-40B4-BE49-F238E27FC236}">
                  <a16:creationId xmlns:a16="http://schemas.microsoft.com/office/drawing/2014/main" id="{5F5AD886-10E3-2CD4-3ADB-7FE4243A1C72}"/>
                </a:ext>
              </a:extLst>
            </p:cNvPr>
            <p:cNvSpPr/>
            <p:nvPr/>
          </p:nvSpPr>
          <p:spPr>
            <a:xfrm>
              <a:off x="673367" y="877892"/>
              <a:ext cx="477032" cy="763251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9" name="Title" descr="b9897534-af8a-400c-8ba6-8d36f16dcc3c">
              <a:extLst>
                <a:ext uri="{FF2B5EF4-FFF2-40B4-BE49-F238E27FC236}">
                  <a16:creationId xmlns:a16="http://schemas.microsoft.com/office/drawing/2014/main" id="{032EF1F6-C163-336B-A1C7-02719342AC93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579974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掌握代码协作工具</a:t>
              </a:r>
            </a:p>
          </p:txBody>
        </p:sp>
        <p:grpSp>
          <p:nvGrpSpPr>
            <p:cNvPr id="10" name="组合 9" descr="e688a85e-2762-4bd3-b4d1-d92b2e0e4c3c">
              <a:extLst>
                <a:ext uri="{FF2B5EF4-FFF2-40B4-BE49-F238E27FC236}">
                  <a16:creationId xmlns:a16="http://schemas.microsoft.com/office/drawing/2014/main" id="{B60D2702-DE00-638C-0C88-0E47FABC71BE}"/>
                </a:ext>
              </a:extLst>
            </p:cNvPr>
            <p:cNvGrpSpPr/>
            <p:nvPr/>
          </p:nvGrpSpPr>
          <p:grpSpPr>
            <a:xfrm>
              <a:off x="1310150" y="3301637"/>
              <a:ext cx="2943710" cy="1677921"/>
              <a:chOff x="1854624" y="2147094"/>
              <a:chExt cx="2943710" cy="1677921"/>
            </a:xfrm>
          </p:grpSpPr>
          <p:sp>
            <p:nvSpPr>
              <p:cNvPr id="25" name="Bullet1" descr="9b72b3a9-9503-4fce-9150-206bfcd9742e">
                <a:extLst>
                  <a:ext uri="{FF2B5EF4-FFF2-40B4-BE49-F238E27FC236}">
                    <a16:creationId xmlns:a16="http://schemas.microsoft.com/office/drawing/2014/main" id="{B793A7F4-1656-F299-9B8C-D349DFBEF239}"/>
                  </a:ext>
                </a:extLst>
              </p:cNvPr>
              <p:cNvSpPr/>
              <p:nvPr/>
            </p:nvSpPr>
            <p:spPr>
              <a:xfrm>
                <a:off x="1854624" y="2147094"/>
                <a:ext cx="2943710" cy="509521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 lnSpcReduction="10000"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学习内容</a:t>
                </a:r>
              </a:p>
            </p:txBody>
          </p:sp>
          <p:sp>
            <p:nvSpPr>
              <p:cNvPr id="26" name="Text1" descr="038b6d09-b039-47db-8cfc-c2089cd908f6">
                <a:extLst>
                  <a:ext uri="{FF2B5EF4-FFF2-40B4-BE49-F238E27FC236}">
                    <a16:creationId xmlns:a16="http://schemas.microsoft.com/office/drawing/2014/main" id="{9AA4F42F-624B-D88B-B9ED-79446B52B05C}"/>
                  </a:ext>
                </a:extLst>
              </p:cNvPr>
              <p:cNvSpPr/>
              <p:nvPr/>
            </p:nvSpPr>
            <p:spPr>
              <a:xfrm>
                <a:off x="1854624" y="2803371"/>
                <a:ext cx="2943710" cy="102164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学习代码仓库创建、分支管理等操作，规范协作流程。</a:t>
                </a:r>
              </a:p>
            </p:txBody>
          </p:sp>
        </p:grpSp>
        <p:grpSp>
          <p:nvGrpSpPr>
            <p:cNvPr id="11" name="组合 10" descr="473b4375-3393-4b82-8818-186d1f8e5da3">
              <a:extLst>
                <a:ext uri="{FF2B5EF4-FFF2-40B4-BE49-F238E27FC236}">
                  <a16:creationId xmlns:a16="http://schemas.microsoft.com/office/drawing/2014/main" id="{7171B93C-292E-6E59-3B57-25A023A685DE}"/>
                </a:ext>
              </a:extLst>
            </p:cNvPr>
            <p:cNvGrpSpPr/>
            <p:nvPr/>
          </p:nvGrpSpPr>
          <p:grpSpPr>
            <a:xfrm>
              <a:off x="4617794" y="3301637"/>
              <a:ext cx="2943710" cy="1677921"/>
              <a:chOff x="7380967" y="2147094"/>
              <a:chExt cx="2943710" cy="1677921"/>
            </a:xfrm>
          </p:grpSpPr>
          <p:sp>
            <p:nvSpPr>
              <p:cNvPr id="23" name="Bullet2" descr="42188c77-0902-47bb-8587-17330d20073b">
                <a:extLst>
                  <a:ext uri="{FF2B5EF4-FFF2-40B4-BE49-F238E27FC236}">
                    <a16:creationId xmlns:a16="http://schemas.microsoft.com/office/drawing/2014/main" id="{7DC7322A-590B-1831-61A0-F0EB60ED7097}"/>
                  </a:ext>
                </a:extLst>
              </p:cNvPr>
              <p:cNvSpPr/>
              <p:nvPr/>
            </p:nvSpPr>
            <p:spPr>
              <a:xfrm>
                <a:off x="7380967" y="2147094"/>
                <a:ext cx="2943710" cy="509521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2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 lnSpcReduction="10000"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实践成果</a:t>
                </a:r>
              </a:p>
            </p:txBody>
          </p:sp>
          <p:sp>
            <p:nvSpPr>
              <p:cNvPr id="24" name="Text2" descr="b1be295d-d40f-46b9-9e66-8b8638b483f9">
                <a:extLst>
                  <a:ext uri="{FF2B5EF4-FFF2-40B4-BE49-F238E27FC236}">
                    <a16:creationId xmlns:a16="http://schemas.microsoft.com/office/drawing/2014/main" id="{D3B6BACF-1999-9284-CDFF-5ECFB90ABE73}"/>
                  </a:ext>
                </a:extLst>
              </p:cNvPr>
              <p:cNvSpPr/>
              <p:nvPr/>
            </p:nvSpPr>
            <p:spPr>
              <a:xfrm>
                <a:off x="7380967" y="2803371"/>
                <a:ext cx="2943710" cy="102164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建立项目公共仓库，完成分支规划，全员掌握基础操作。</a:t>
                </a:r>
              </a:p>
            </p:txBody>
          </p:sp>
        </p:grpSp>
        <p:grpSp>
          <p:nvGrpSpPr>
            <p:cNvPr id="12" name="组合 11" descr="398bae77-bad9-48e8-8682-e0989c79502f">
              <a:extLst>
                <a:ext uri="{FF2B5EF4-FFF2-40B4-BE49-F238E27FC236}">
                  <a16:creationId xmlns:a16="http://schemas.microsoft.com/office/drawing/2014/main" id="{4E4CEBED-7112-5D0C-1605-32477682ED2A}"/>
                </a:ext>
              </a:extLst>
            </p:cNvPr>
            <p:cNvGrpSpPr/>
            <p:nvPr/>
          </p:nvGrpSpPr>
          <p:grpSpPr>
            <a:xfrm>
              <a:off x="7925439" y="3308240"/>
              <a:ext cx="2943710" cy="1664714"/>
              <a:chOff x="1854624" y="4469386"/>
              <a:chExt cx="2943710" cy="1664714"/>
            </a:xfrm>
          </p:grpSpPr>
          <p:sp>
            <p:nvSpPr>
              <p:cNvPr id="21" name="Bullet3" descr="e3b0445e-33a1-47b8-a4cb-769f1e5e083b">
                <a:extLst>
                  <a:ext uri="{FF2B5EF4-FFF2-40B4-BE49-F238E27FC236}">
                    <a16:creationId xmlns:a16="http://schemas.microsoft.com/office/drawing/2014/main" id="{104F90EB-2626-1850-5BE0-0E6621106A75}"/>
                  </a:ext>
                </a:extLst>
              </p:cNvPr>
              <p:cNvSpPr/>
              <p:nvPr/>
            </p:nvSpPr>
            <p:spPr>
              <a:xfrm>
                <a:off x="1854624" y="4469386"/>
                <a:ext cx="2943710" cy="509521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2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 lnSpcReduction="10000"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应用场景</a:t>
                </a:r>
              </a:p>
            </p:txBody>
          </p:sp>
          <p:sp>
            <p:nvSpPr>
              <p:cNvPr id="22" name="Text3" descr="057f8f4e-ec0b-40be-80fc-89442bf3ae55">
                <a:extLst>
                  <a:ext uri="{FF2B5EF4-FFF2-40B4-BE49-F238E27FC236}">
                    <a16:creationId xmlns:a16="http://schemas.microsoft.com/office/drawing/2014/main" id="{90D4BCF5-E51D-A3C8-C70B-E6EFBD317D12}"/>
                  </a:ext>
                </a:extLst>
              </p:cNvPr>
              <p:cNvSpPr/>
              <p:nvPr/>
            </p:nvSpPr>
            <p:spPr>
              <a:xfrm>
                <a:off x="1854624" y="5112456"/>
                <a:ext cx="2943710" cy="1021644"/>
              </a:xfrm>
              <a:prstGeom prst="rect">
                <a:avLst/>
              </a:prstGeom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用于代码版本控制和跨组协作开发，避免代码冲突。</a:t>
                </a:r>
              </a:p>
            </p:txBody>
          </p:sp>
        </p:grp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/>
              </a:rPr>
              <a:t>GitHub使用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c325767-3dd9-4514-8b47-f36c06910015.source.3.zh-Hans.pptx" descr="de21b2f7-2d71-4021-ad80-ea5e5acb88c9">
            <a:extLst>
              <a:ext uri="{FF2B5EF4-FFF2-40B4-BE49-F238E27FC236}">
                <a16:creationId xmlns:a16="http://schemas.microsoft.com/office/drawing/2014/main" id="{E90AF965-E25F-E5D8-09B8-BA314E9ECC80}"/>
              </a:ext>
            </a:extLst>
          </p:cNvPr>
          <p:cNvGrpSpPr/>
          <p:nvPr/>
        </p:nvGrpSpPr>
        <p:grpSpPr>
          <a:xfrm>
            <a:off x="673100" y="1130300"/>
            <a:ext cx="10845800" cy="4768696"/>
            <a:chOff x="673100" y="1130300"/>
            <a:chExt cx="10845800" cy="4768696"/>
          </a:xfrm>
        </p:grpSpPr>
        <p:sp>
          <p:nvSpPr>
            <p:cNvPr id="102" name="Title" descr="7592597b-a46a-4230-9f5e-209228dc49bc">
              <a:extLst>
                <a:ext uri="{FF2B5EF4-FFF2-40B4-BE49-F238E27FC236}">
                  <a16:creationId xmlns:a16="http://schemas.microsoft.com/office/drawing/2014/main" id="{7860D533-B191-AFCD-4474-A9ECCBC69AA1}"/>
                </a:ext>
              </a:extLst>
            </p:cNvPr>
            <p:cNvSpPr/>
            <p:nvPr/>
          </p:nvSpPr>
          <p:spPr>
            <a:xfrm>
              <a:off x="673100" y="1130300"/>
              <a:ext cx="10845800" cy="1426807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提升文档编写能力</a:t>
              </a:r>
            </a:p>
          </p:txBody>
        </p:sp>
        <p:grpSp>
          <p:nvGrpSpPr>
            <p:cNvPr id="3" name="组合 2" descr="8d341869-22f3-42e1-93bf-a64143619f5b">
              <a:extLst>
                <a:ext uri="{FF2B5EF4-FFF2-40B4-BE49-F238E27FC236}">
                  <a16:creationId xmlns:a16="http://schemas.microsoft.com/office/drawing/2014/main" id="{95AEBFF8-3099-11E9-ED5E-C06BD3E67001}"/>
                </a:ext>
              </a:extLst>
            </p:cNvPr>
            <p:cNvGrpSpPr/>
            <p:nvPr/>
          </p:nvGrpSpPr>
          <p:grpSpPr>
            <a:xfrm>
              <a:off x="1917606" y="3092978"/>
              <a:ext cx="2844894" cy="2806018"/>
              <a:chOff x="1917606" y="3092978"/>
              <a:chExt cx="2844894" cy="2806018"/>
            </a:xfrm>
          </p:grpSpPr>
          <p:sp>
            <p:nvSpPr>
              <p:cNvPr id="41" name="Bullet1" descr="b4803a7d-e727-404d-b325-bc52a0eb96fe">
                <a:extLst>
                  <a:ext uri="{FF2B5EF4-FFF2-40B4-BE49-F238E27FC236}">
                    <a16:creationId xmlns:a16="http://schemas.microsoft.com/office/drawing/2014/main" id="{548116F4-F492-52A9-946E-C7D3CAA88C7D}"/>
                  </a:ext>
                </a:extLst>
              </p:cNvPr>
              <p:cNvSpPr/>
              <p:nvPr/>
            </p:nvSpPr>
            <p:spPr>
              <a:xfrm>
                <a:off x="1917606" y="3092978"/>
                <a:ext cx="2843080" cy="540000"/>
              </a:xfrm>
              <a:prstGeom prst="roundRect">
                <a:avLst>
                  <a:gd name="adj" fmla="val 3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40000" tIns="0" rIns="0" bIns="0" numCol="1" spcCol="0" rtlCol="0" fromWordArt="0" anchor="ctr" anchorCtr="1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学习重点</a:t>
                </a:r>
              </a:p>
            </p:txBody>
          </p:sp>
          <p:sp>
            <p:nvSpPr>
              <p:cNvPr id="42" name="Icon1" descr="eea10125-b972-44f4-8769-237c304ac661">
                <a:extLst>
                  <a:ext uri="{FF2B5EF4-FFF2-40B4-BE49-F238E27FC236}">
                    <a16:creationId xmlns:a16="http://schemas.microsoft.com/office/drawing/2014/main" id="{1D5F9A03-DC4C-70F3-0C13-53FCB1A6652C}"/>
                  </a:ext>
                </a:extLst>
              </p:cNvPr>
              <p:cNvSpPr/>
              <p:nvPr/>
            </p:nvSpPr>
            <p:spPr>
              <a:xfrm>
                <a:off x="2070444" y="3275106"/>
                <a:ext cx="234327" cy="175744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44" name="Text1" descr="da028bb7-dfe7-44eb-b08b-f03722202254">
                <a:extLst>
                  <a:ext uri="{FF2B5EF4-FFF2-40B4-BE49-F238E27FC236}">
                    <a16:creationId xmlns:a16="http://schemas.microsoft.com/office/drawing/2014/main" id="{065D4A8A-56D3-DAD6-930D-E81668AAC8E3}"/>
                  </a:ext>
                </a:extLst>
              </p:cNvPr>
              <p:cNvSpPr txBox="1"/>
              <p:nvPr/>
            </p:nvSpPr>
            <p:spPr>
              <a:xfrm>
                <a:off x="1919420" y="3649696"/>
                <a:ext cx="2843080" cy="224930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学习标题、列表等语法，适配项目文档需求。</a:t>
                </a:r>
              </a:p>
            </p:txBody>
          </p:sp>
        </p:grpSp>
        <p:grpSp>
          <p:nvGrpSpPr>
            <p:cNvPr id="4" name="组合 3" descr="274a2c56-eb21-45e4-9d68-4d264c6cd2b3">
              <a:extLst>
                <a:ext uri="{FF2B5EF4-FFF2-40B4-BE49-F238E27FC236}">
                  <a16:creationId xmlns:a16="http://schemas.microsoft.com/office/drawing/2014/main" id="{7E66D15E-D0EF-F8A7-7E3F-540E2EDBE38D}"/>
                </a:ext>
              </a:extLst>
            </p:cNvPr>
            <p:cNvGrpSpPr/>
            <p:nvPr/>
          </p:nvGrpSpPr>
          <p:grpSpPr>
            <a:xfrm>
              <a:off x="5023663" y="3092978"/>
              <a:ext cx="2843987" cy="2806018"/>
              <a:chOff x="5023663" y="3092978"/>
              <a:chExt cx="2843987" cy="2806018"/>
            </a:xfrm>
          </p:grpSpPr>
          <p:sp>
            <p:nvSpPr>
              <p:cNvPr id="80" name="Bullet2" descr="bcc9e8de-8ea8-4aa7-807d-0cd84391c88e">
                <a:extLst>
                  <a:ext uri="{FF2B5EF4-FFF2-40B4-BE49-F238E27FC236}">
                    <a16:creationId xmlns:a16="http://schemas.microsoft.com/office/drawing/2014/main" id="{0AB89458-2429-90B4-35DE-A382814DB6BF}"/>
                  </a:ext>
                </a:extLst>
              </p:cNvPr>
              <p:cNvSpPr/>
              <p:nvPr/>
            </p:nvSpPr>
            <p:spPr>
              <a:xfrm>
                <a:off x="5023663" y="3092978"/>
                <a:ext cx="2843080" cy="540000"/>
              </a:xfrm>
              <a:prstGeom prst="roundRect">
                <a:avLst>
                  <a:gd name="adj" fmla="val 30000"/>
                </a:avLst>
              </a:prstGeom>
              <a:solidFill>
                <a:schemeClr val="tx2">
                  <a:alpha val="15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40000" tIns="0" rIns="91440" bIns="0" numCol="1" spcCol="0" rtlCol="0" fromWordArt="0" anchor="ctr" anchorCtr="1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实践应用</a:t>
                </a:r>
              </a:p>
            </p:txBody>
          </p:sp>
          <p:sp>
            <p:nvSpPr>
              <p:cNvPr id="106" name="Icon2" descr="7d0ce34e-3cf2-49e6-8cc1-b5457060c9b9">
                <a:extLst>
                  <a:ext uri="{FF2B5EF4-FFF2-40B4-BE49-F238E27FC236}">
                    <a16:creationId xmlns:a16="http://schemas.microsoft.com/office/drawing/2014/main" id="{6CABB099-A6C8-0F62-66E5-BA1E49CC3062}"/>
                  </a:ext>
                </a:extLst>
              </p:cNvPr>
              <p:cNvSpPr/>
              <p:nvPr/>
            </p:nvSpPr>
            <p:spPr>
              <a:xfrm>
                <a:off x="5176501" y="3252095"/>
                <a:ext cx="234327" cy="213405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chemeClr val="tx2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15" name="Text2" descr="dea73dee-fc6e-4f21-8d83-6102bd22a1ee">
                <a:extLst>
                  <a:ext uri="{FF2B5EF4-FFF2-40B4-BE49-F238E27FC236}">
                    <a16:creationId xmlns:a16="http://schemas.microsoft.com/office/drawing/2014/main" id="{3AB7FBA7-59C3-1AA9-50AB-6AE3C2E88ABA}"/>
                  </a:ext>
                </a:extLst>
              </p:cNvPr>
              <p:cNvSpPr txBox="1"/>
              <p:nvPr/>
            </p:nvSpPr>
            <p:spPr>
              <a:xfrm>
                <a:off x="5024570" y="3649696"/>
                <a:ext cx="2843080" cy="224930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数据组、模型组和网页组分别用于撰写不同文档。</a:t>
                </a:r>
              </a:p>
            </p:txBody>
          </p:sp>
        </p:grpSp>
        <p:grpSp>
          <p:nvGrpSpPr>
            <p:cNvPr id="5" name="组合 4" descr="25cbd65c-0b14-4ae2-a4fd-6166afc27b5f">
              <a:extLst>
                <a:ext uri="{FF2B5EF4-FFF2-40B4-BE49-F238E27FC236}">
                  <a16:creationId xmlns:a16="http://schemas.microsoft.com/office/drawing/2014/main" id="{E7FFD0BE-5327-5483-2B90-30B7E0462B1F}"/>
                </a:ext>
              </a:extLst>
            </p:cNvPr>
            <p:cNvGrpSpPr/>
            <p:nvPr/>
          </p:nvGrpSpPr>
          <p:grpSpPr>
            <a:xfrm>
              <a:off x="8129720" y="3092978"/>
              <a:ext cx="2843080" cy="2806018"/>
              <a:chOff x="8129720" y="3092978"/>
              <a:chExt cx="2843080" cy="2806018"/>
            </a:xfrm>
          </p:grpSpPr>
          <p:sp>
            <p:nvSpPr>
              <p:cNvPr id="91" name="Bullet3" descr="d97b5476-be50-4166-8be5-e85a0f3947c4">
                <a:extLst>
                  <a:ext uri="{FF2B5EF4-FFF2-40B4-BE49-F238E27FC236}">
                    <a16:creationId xmlns:a16="http://schemas.microsoft.com/office/drawing/2014/main" id="{4E080798-518C-DF0B-9D39-27A667EE7158}"/>
                  </a:ext>
                </a:extLst>
              </p:cNvPr>
              <p:cNvSpPr/>
              <p:nvPr/>
            </p:nvSpPr>
            <p:spPr>
              <a:xfrm>
                <a:off x="8129720" y="3092978"/>
                <a:ext cx="2843080" cy="540000"/>
              </a:xfrm>
              <a:prstGeom prst="roundRect">
                <a:avLst>
                  <a:gd name="adj" fmla="val 30000"/>
                </a:avLst>
              </a:prstGeom>
              <a:solidFill>
                <a:schemeClr val="tx2">
                  <a:alpha val="15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40000" tIns="0" rIns="91440" bIns="0" numCol="1" spcCol="0" rtlCol="0" fromWordArt="0" anchor="ctr" anchorCtr="1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成果展示</a:t>
                </a:r>
              </a:p>
            </p:txBody>
          </p:sp>
          <p:sp>
            <p:nvSpPr>
              <p:cNvPr id="109" name="Icon3" descr="cf89e7d6-aef3-487d-8e5d-10cddeeb6116">
                <a:extLst>
                  <a:ext uri="{FF2B5EF4-FFF2-40B4-BE49-F238E27FC236}">
                    <a16:creationId xmlns:a16="http://schemas.microsoft.com/office/drawing/2014/main" id="{348820F4-C873-239C-F0A1-B902B809C6EA}"/>
                  </a:ext>
                </a:extLst>
              </p:cNvPr>
              <p:cNvSpPr/>
              <p:nvPr/>
            </p:nvSpPr>
            <p:spPr>
              <a:xfrm>
                <a:off x="8290074" y="3278040"/>
                <a:ext cx="234327" cy="186593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2" name="Text3" descr="b2891f15-4150-46c5-85b9-552bec69af35">
                <a:extLst>
                  <a:ext uri="{FF2B5EF4-FFF2-40B4-BE49-F238E27FC236}">
                    <a16:creationId xmlns:a16="http://schemas.microsoft.com/office/drawing/2014/main" id="{07E16E08-3613-D052-D097-0229FFD3FF43}"/>
                  </a:ext>
                </a:extLst>
              </p:cNvPr>
              <p:cNvSpPr txBox="1"/>
              <p:nvPr/>
            </p:nvSpPr>
            <p:spPr>
              <a:xfrm>
                <a:off x="8129720" y="3649696"/>
                <a:ext cx="2843080" cy="224930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微软雅黑"/>
                  </a:rPr>
                  <a:t>9名成员均完成专属学习笔记，覆盖不同角色场景。</a:t>
                </a:r>
              </a:p>
            </p:txBody>
          </p:sp>
        </p:grp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dirty="0" err="1">
                <a:solidFill>
                  <a:srgbClr val="000000"/>
                </a:solidFill>
                <a:latin typeface="Arial"/>
              </a:rPr>
              <a:t>Markdown语法</a:t>
            </a:r>
            <a:endParaRPr lang="en-US" sz="2800" b="1" i="0" u="none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4c5fe93b-6a36-4294-bd7e-ab198890330a.source.3.zh-Hans.pptx" descr="9522f0cf-1653-4876-a68d-e67dcbc2eb7a">
            <a:extLst>
              <a:ext uri="{FF2B5EF4-FFF2-40B4-BE49-F238E27FC236}">
                <a16:creationId xmlns:a16="http://schemas.microsoft.com/office/drawing/2014/main" id="{A67BEB56-C6E6-153D-4D63-01179974D0A5}"/>
              </a:ext>
            </a:extLst>
          </p:cNvPr>
          <p:cNvGrpSpPr/>
          <p:nvPr/>
        </p:nvGrpSpPr>
        <p:grpSpPr>
          <a:xfrm>
            <a:off x="660400" y="1130300"/>
            <a:ext cx="10872789" cy="5003800"/>
            <a:chOff x="660400" y="1130300"/>
            <a:chExt cx="10872789" cy="5003800"/>
          </a:xfrm>
        </p:grpSpPr>
        <p:sp>
          <p:nvSpPr>
            <p:cNvPr id="33" name="Title" descr="946d4e6f-5263-4e32-96ca-27102746227e">
              <a:extLst>
                <a:ext uri="{FF2B5EF4-FFF2-40B4-BE49-F238E27FC236}">
                  <a16:creationId xmlns:a16="http://schemas.microsoft.com/office/drawing/2014/main" id="{BBF81D5F-2748-445E-82F4-4384A566D615}"/>
                </a:ext>
              </a:extLst>
            </p:cNvPr>
            <p:cNvSpPr/>
            <p:nvPr/>
          </p:nvSpPr>
          <p:spPr>
            <a:xfrm>
              <a:off x="660400" y="1130300"/>
              <a:ext cx="10872788" cy="1284119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保障接口功能正常</a:t>
              </a:r>
            </a:p>
          </p:txBody>
        </p:sp>
        <p:sp>
          <p:nvSpPr>
            <p:cNvPr id="5" name="iSḻîḑé" descr="82c4767b-f76c-4503-b689-80a2c3666ee2">
              <a:extLst>
                <a:ext uri="{FF2B5EF4-FFF2-40B4-BE49-F238E27FC236}">
                  <a16:creationId xmlns:a16="http://schemas.microsoft.com/office/drawing/2014/main" id="{E8F9E0B7-E436-46B3-A2F3-E721C3E99D95}"/>
                </a:ext>
              </a:extLst>
            </p:cNvPr>
            <p:cNvSpPr/>
            <p:nvPr/>
          </p:nvSpPr>
          <p:spPr>
            <a:xfrm>
              <a:off x="1571473" y="4564228"/>
              <a:ext cx="1013472" cy="1013471"/>
            </a:xfrm>
            <a:prstGeom prst="arc">
              <a:avLst>
                <a:gd name="adj1" fmla="val 15460543"/>
                <a:gd name="adj2" fmla="val 13051901"/>
              </a:avLst>
            </a:prstGeom>
            <a:ln w="25400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grpSp>
          <p:nvGrpSpPr>
            <p:cNvPr id="4" name="组合 3" descr="532640c0-b74d-4492-a0c3-2c6bd5df652a">
              <a:extLst>
                <a:ext uri="{FF2B5EF4-FFF2-40B4-BE49-F238E27FC236}">
                  <a16:creationId xmlns:a16="http://schemas.microsoft.com/office/drawing/2014/main" id="{2994097B-063E-71BA-D13C-48657F810E17}"/>
                </a:ext>
              </a:extLst>
            </p:cNvPr>
            <p:cNvGrpSpPr/>
            <p:nvPr/>
          </p:nvGrpSpPr>
          <p:grpSpPr>
            <a:xfrm>
              <a:off x="1718209" y="4205168"/>
              <a:ext cx="2942586" cy="1808285"/>
              <a:chOff x="1718209" y="4205168"/>
              <a:chExt cx="2942586" cy="1808285"/>
            </a:xfrm>
          </p:grpSpPr>
          <p:sp>
            <p:nvSpPr>
              <p:cNvPr id="8" name="IconBackground1" descr="1e5747bb-bf2c-4b75-b632-c41b07dc06c2">
                <a:extLst>
                  <a:ext uri="{FF2B5EF4-FFF2-40B4-BE49-F238E27FC236}">
                    <a16:creationId xmlns:a16="http://schemas.microsoft.com/office/drawing/2014/main" id="{897ED633-8543-42BF-AC9F-B3A10E3E3FA5}"/>
                  </a:ext>
                </a:extLst>
              </p:cNvPr>
              <p:cNvSpPr/>
              <p:nvPr/>
            </p:nvSpPr>
            <p:spPr>
              <a:xfrm>
                <a:off x="1718209" y="4710963"/>
                <a:ext cx="720000" cy="720000"/>
              </a:xfrm>
              <a:prstGeom prst="ellipse">
                <a:avLst/>
              </a:prstGeom>
              <a:solidFill>
                <a:schemeClr val="accent1"/>
              </a:solidFill>
              <a:ln w="1905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9" name="Icon1" descr="f29c544c-8e87-4086-a0b5-e319d8a3317c">
                <a:extLst>
                  <a:ext uri="{FF2B5EF4-FFF2-40B4-BE49-F238E27FC236}">
                    <a16:creationId xmlns:a16="http://schemas.microsoft.com/office/drawing/2014/main" id="{A14B5E1D-74D4-4702-9AD2-E5C9EC02FC86}"/>
                  </a:ext>
                </a:extLst>
              </p:cNvPr>
              <p:cNvSpPr/>
              <p:nvPr/>
            </p:nvSpPr>
            <p:spPr>
              <a:xfrm>
                <a:off x="1925129" y="4884605"/>
                <a:ext cx="306160" cy="372717"/>
              </a:xfrm>
              <a:custGeom>
                <a:avLst/>
                <a:gdLst>
                  <a:gd name="connsiteX0" fmla="*/ 284197 w 438150"/>
                  <a:gd name="connsiteY0" fmla="*/ 621 h 533400"/>
                  <a:gd name="connsiteX1" fmla="*/ 310867 w 438150"/>
                  <a:gd name="connsiteY1" fmla="*/ 12051 h 533400"/>
                  <a:gd name="connsiteX2" fmla="*/ 310867 w 438150"/>
                  <a:gd name="connsiteY2" fmla="*/ 12051 h 533400"/>
                  <a:gd name="connsiteX3" fmla="*/ 427072 w 438150"/>
                  <a:gd name="connsiteY3" fmla="*/ 128256 h 533400"/>
                  <a:gd name="connsiteX4" fmla="*/ 438502 w 438150"/>
                  <a:gd name="connsiteY4" fmla="*/ 154926 h 533400"/>
                  <a:gd name="connsiteX5" fmla="*/ 438502 w 438150"/>
                  <a:gd name="connsiteY5" fmla="*/ 154926 h 533400"/>
                  <a:gd name="connsiteX6" fmla="*/ 438502 w 438150"/>
                  <a:gd name="connsiteY6" fmla="*/ 495921 h 533400"/>
                  <a:gd name="connsiteX7" fmla="*/ 400402 w 438150"/>
                  <a:gd name="connsiteY7" fmla="*/ 534021 h 533400"/>
                  <a:gd name="connsiteX8" fmla="*/ 400402 w 438150"/>
                  <a:gd name="connsiteY8" fmla="*/ 534021 h 533400"/>
                  <a:gd name="connsiteX9" fmla="*/ 38452 w 438150"/>
                  <a:gd name="connsiteY9" fmla="*/ 534021 h 533400"/>
                  <a:gd name="connsiteX10" fmla="*/ 352 w 438150"/>
                  <a:gd name="connsiteY10" fmla="*/ 495921 h 533400"/>
                  <a:gd name="connsiteX11" fmla="*/ 352 w 438150"/>
                  <a:gd name="connsiteY11" fmla="*/ 495921 h 533400"/>
                  <a:gd name="connsiteX12" fmla="*/ 352 w 438150"/>
                  <a:gd name="connsiteY12" fmla="*/ 38721 h 533400"/>
                  <a:gd name="connsiteX13" fmla="*/ 38452 w 438150"/>
                  <a:gd name="connsiteY13" fmla="*/ 621 h 533400"/>
                  <a:gd name="connsiteX14" fmla="*/ 38452 w 438150"/>
                  <a:gd name="connsiteY14" fmla="*/ 621 h 533400"/>
                  <a:gd name="connsiteX15" fmla="*/ 284197 w 438150"/>
                  <a:gd name="connsiteY15" fmla="*/ 621 h 533400"/>
                  <a:gd name="connsiteX16" fmla="*/ 284197 w 438150"/>
                  <a:gd name="connsiteY16" fmla="*/ 19671 h 533400"/>
                  <a:gd name="connsiteX17" fmla="*/ 38452 w 438150"/>
                  <a:gd name="connsiteY17" fmla="*/ 19671 h 533400"/>
                  <a:gd name="connsiteX18" fmla="*/ 19402 w 438150"/>
                  <a:gd name="connsiteY18" fmla="*/ 38721 h 533400"/>
                  <a:gd name="connsiteX19" fmla="*/ 19402 w 438150"/>
                  <a:gd name="connsiteY19" fmla="*/ 38721 h 533400"/>
                  <a:gd name="connsiteX20" fmla="*/ 19402 w 438150"/>
                  <a:gd name="connsiteY20" fmla="*/ 495921 h 533400"/>
                  <a:gd name="connsiteX21" fmla="*/ 38452 w 438150"/>
                  <a:gd name="connsiteY21" fmla="*/ 514971 h 533400"/>
                  <a:gd name="connsiteX22" fmla="*/ 38452 w 438150"/>
                  <a:gd name="connsiteY22" fmla="*/ 514971 h 533400"/>
                  <a:gd name="connsiteX23" fmla="*/ 400402 w 438150"/>
                  <a:gd name="connsiteY23" fmla="*/ 514971 h 533400"/>
                  <a:gd name="connsiteX24" fmla="*/ 419452 w 438150"/>
                  <a:gd name="connsiteY24" fmla="*/ 495921 h 533400"/>
                  <a:gd name="connsiteX25" fmla="*/ 419452 w 438150"/>
                  <a:gd name="connsiteY25" fmla="*/ 495921 h 533400"/>
                  <a:gd name="connsiteX26" fmla="*/ 419452 w 438150"/>
                  <a:gd name="connsiteY26" fmla="*/ 154926 h 533400"/>
                  <a:gd name="connsiteX27" fmla="*/ 419452 w 438150"/>
                  <a:gd name="connsiteY27" fmla="*/ 153021 h 533400"/>
                  <a:gd name="connsiteX28" fmla="*/ 314677 w 438150"/>
                  <a:gd name="connsiteY28" fmla="*/ 153021 h 533400"/>
                  <a:gd name="connsiteX29" fmla="*/ 286102 w 438150"/>
                  <a:gd name="connsiteY29" fmla="*/ 126351 h 533400"/>
                  <a:gd name="connsiteX30" fmla="*/ 286102 w 438150"/>
                  <a:gd name="connsiteY30" fmla="*/ 124446 h 533400"/>
                  <a:gd name="connsiteX31" fmla="*/ 286102 w 438150"/>
                  <a:gd name="connsiteY31" fmla="*/ 19671 h 533400"/>
                  <a:gd name="connsiteX32" fmla="*/ 284197 w 438150"/>
                  <a:gd name="connsiteY32" fmla="*/ 19671 h 533400"/>
                  <a:gd name="connsiteX33" fmla="*/ 284197 w 438150"/>
                  <a:gd name="connsiteY33" fmla="*/ 19671 h 533400"/>
                  <a:gd name="connsiteX34" fmla="*/ 248002 w 438150"/>
                  <a:gd name="connsiteY34" fmla="*/ 200646 h 533400"/>
                  <a:gd name="connsiteX35" fmla="*/ 305152 w 438150"/>
                  <a:gd name="connsiteY35" fmla="*/ 257796 h 533400"/>
                  <a:gd name="connsiteX36" fmla="*/ 248002 w 438150"/>
                  <a:gd name="connsiteY36" fmla="*/ 314946 h 533400"/>
                  <a:gd name="connsiteX37" fmla="*/ 248002 w 438150"/>
                  <a:gd name="connsiteY37" fmla="*/ 314946 h 533400"/>
                  <a:gd name="connsiteX38" fmla="*/ 171802 w 438150"/>
                  <a:gd name="connsiteY38" fmla="*/ 314946 h 533400"/>
                  <a:gd name="connsiteX39" fmla="*/ 171802 w 438150"/>
                  <a:gd name="connsiteY39" fmla="*/ 410196 h 533400"/>
                  <a:gd name="connsiteX40" fmla="*/ 152752 w 438150"/>
                  <a:gd name="connsiteY40" fmla="*/ 410196 h 533400"/>
                  <a:gd name="connsiteX41" fmla="*/ 152752 w 438150"/>
                  <a:gd name="connsiteY41" fmla="*/ 200646 h 533400"/>
                  <a:gd name="connsiteX42" fmla="*/ 248002 w 438150"/>
                  <a:gd name="connsiteY42" fmla="*/ 200646 h 533400"/>
                  <a:gd name="connsiteX43" fmla="*/ 248002 w 438150"/>
                  <a:gd name="connsiteY43" fmla="*/ 219696 h 533400"/>
                  <a:gd name="connsiteX44" fmla="*/ 171802 w 438150"/>
                  <a:gd name="connsiteY44" fmla="*/ 219696 h 533400"/>
                  <a:gd name="connsiteX45" fmla="*/ 171802 w 438150"/>
                  <a:gd name="connsiteY45" fmla="*/ 295896 h 533400"/>
                  <a:gd name="connsiteX46" fmla="*/ 248002 w 438150"/>
                  <a:gd name="connsiteY46" fmla="*/ 295896 h 533400"/>
                  <a:gd name="connsiteX47" fmla="*/ 286102 w 438150"/>
                  <a:gd name="connsiteY47" fmla="*/ 257796 h 533400"/>
                  <a:gd name="connsiteX48" fmla="*/ 248002 w 438150"/>
                  <a:gd name="connsiteY48" fmla="*/ 219696 h 533400"/>
                  <a:gd name="connsiteX49" fmla="*/ 248002 w 438150"/>
                  <a:gd name="connsiteY49" fmla="*/ 219696 h 533400"/>
                  <a:gd name="connsiteX50" fmla="*/ 305152 w 438150"/>
                  <a:gd name="connsiteY50" fmla="*/ 33006 h 533400"/>
                  <a:gd name="connsiteX51" fmla="*/ 305152 w 438150"/>
                  <a:gd name="connsiteY51" fmla="*/ 124446 h 533400"/>
                  <a:gd name="connsiteX52" fmla="*/ 313724 w 438150"/>
                  <a:gd name="connsiteY52" fmla="*/ 133971 h 533400"/>
                  <a:gd name="connsiteX53" fmla="*/ 314677 w 438150"/>
                  <a:gd name="connsiteY53" fmla="*/ 133971 h 533400"/>
                  <a:gd name="connsiteX54" fmla="*/ 406117 w 438150"/>
                  <a:gd name="connsiteY54" fmla="*/ 133971 h 533400"/>
                  <a:gd name="connsiteX55" fmla="*/ 305152 w 438150"/>
                  <a:gd name="connsiteY55" fmla="*/ 33006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438150" h="533400">
                    <a:moveTo>
                      <a:pt x="284197" y="621"/>
                    </a:moveTo>
                    <a:cubicBezTo>
                      <a:pt x="294674" y="621"/>
                      <a:pt x="304199" y="4431"/>
                      <a:pt x="310867" y="12051"/>
                    </a:cubicBezTo>
                    <a:lnTo>
                      <a:pt x="310867" y="12051"/>
                    </a:lnTo>
                    <a:lnTo>
                      <a:pt x="427072" y="128256"/>
                    </a:lnTo>
                    <a:cubicBezTo>
                      <a:pt x="434692" y="135876"/>
                      <a:pt x="438502" y="145401"/>
                      <a:pt x="438502" y="154926"/>
                    </a:cubicBezTo>
                    <a:lnTo>
                      <a:pt x="438502" y="154926"/>
                    </a:lnTo>
                    <a:lnTo>
                      <a:pt x="438502" y="495921"/>
                    </a:lnTo>
                    <a:cubicBezTo>
                      <a:pt x="438502" y="516876"/>
                      <a:pt x="421357" y="534021"/>
                      <a:pt x="400402" y="534021"/>
                    </a:cubicBezTo>
                    <a:lnTo>
                      <a:pt x="400402" y="534021"/>
                    </a:lnTo>
                    <a:lnTo>
                      <a:pt x="38452" y="534021"/>
                    </a:lnTo>
                    <a:cubicBezTo>
                      <a:pt x="17497" y="534021"/>
                      <a:pt x="352" y="516876"/>
                      <a:pt x="352" y="495921"/>
                    </a:cubicBezTo>
                    <a:lnTo>
                      <a:pt x="352" y="495921"/>
                    </a:lnTo>
                    <a:lnTo>
                      <a:pt x="352" y="38721"/>
                    </a:lnTo>
                    <a:cubicBezTo>
                      <a:pt x="352" y="17766"/>
                      <a:pt x="17497" y="621"/>
                      <a:pt x="38452" y="621"/>
                    </a:cubicBezTo>
                    <a:lnTo>
                      <a:pt x="38452" y="621"/>
                    </a:lnTo>
                    <a:lnTo>
                      <a:pt x="284197" y="621"/>
                    </a:lnTo>
                    <a:close/>
                    <a:moveTo>
                      <a:pt x="284197" y="19671"/>
                    </a:moveTo>
                    <a:lnTo>
                      <a:pt x="38452" y="19671"/>
                    </a:lnTo>
                    <a:cubicBezTo>
                      <a:pt x="27974" y="19671"/>
                      <a:pt x="19402" y="28244"/>
                      <a:pt x="19402" y="38721"/>
                    </a:cubicBezTo>
                    <a:lnTo>
                      <a:pt x="19402" y="38721"/>
                    </a:lnTo>
                    <a:lnTo>
                      <a:pt x="19402" y="495921"/>
                    </a:lnTo>
                    <a:cubicBezTo>
                      <a:pt x="19402" y="506399"/>
                      <a:pt x="27974" y="514971"/>
                      <a:pt x="38452" y="514971"/>
                    </a:cubicBezTo>
                    <a:lnTo>
                      <a:pt x="38452" y="514971"/>
                    </a:lnTo>
                    <a:lnTo>
                      <a:pt x="400402" y="514971"/>
                    </a:lnTo>
                    <a:cubicBezTo>
                      <a:pt x="410880" y="514971"/>
                      <a:pt x="419452" y="506399"/>
                      <a:pt x="419452" y="495921"/>
                    </a:cubicBezTo>
                    <a:lnTo>
                      <a:pt x="419452" y="495921"/>
                    </a:lnTo>
                    <a:lnTo>
                      <a:pt x="419452" y="154926"/>
                    </a:lnTo>
                    <a:cubicBezTo>
                      <a:pt x="419452" y="153974"/>
                      <a:pt x="419452" y="153021"/>
                      <a:pt x="419452" y="153021"/>
                    </a:cubicBezTo>
                    <a:lnTo>
                      <a:pt x="314677" y="153021"/>
                    </a:lnTo>
                    <a:cubicBezTo>
                      <a:pt x="299437" y="153021"/>
                      <a:pt x="287055" y="141591"/>
                      <a:pt x="286102" y="126351"/>
                    </a:cubicBezTo>
                    <a:lnTo>
                      <a:pt x="286102" y="124446"/>
                    </a:lnTo>
                    <a:lnTo>
                      <a:pt x="286102" y="19671"/>
                    </a:lnTo>
                    <a:cubicBezTo>
                      <a:pt x="285149" y="19671"/>
                      <a:pt x="284197" y="19671"/>
                      <a:pt x="284197" y="19671"/>
                    </a:cubicBezTo>
                    <a:lnTo>
                      <a:pt x="284197" y="19671"/>
                    </a:lnTo>
                    <a:close/>
                    <a:moveTo>
                      <a:pt x="248002" y="200646"/>
                    </a:moveTo>
                    <a:cubicBezTo>
                      <a:pt x="279434" y="200646"/>
                      <a:pt x="305152" y="226364"/>
                      <a:pt x="305152" y="257796"/>
                    </a:cubicBezTo>
                    <a:cubicBezTo>
                      <a:pt x="305152" y="289229"/>
                      <a:pt x="279434" y="314946"/>
                      <a:pt x="248002" y="314946"/>
                    </a:cubicBezTo>
                    <a:lnTo>
                      <a:pt x="248002" y="314946"/>
                    </a:lnTo>
                    <a:lnTo>
                      <a:pt x="171802" y="314946"/>
                    </a:lnTo>
                    <a:lnTo>
                      <a:pt x="171802" y="410196"/>
                    </a:lnTo>
                    <a:lnTo>
                      <a:pt x="152752" y="410196"/>
                    </a:lnTo>
                    <a:lnTo>
                      <a:pt x="152752" y="200646"/>
                    </a:ln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lnTo>
                      <a:pt x="171802" y="219696"/>
                    </a:lnTo>
                    <a:lnTo>
                      <a:pt x="171802" y="295896"/>
                    </a:lnTo>
                    <a:lnTo>
                      <a:pt x="248002" y="295896"/>
                    </a:lnTo>
                    <a:cubicBezTo>
                      <a:pt x="268957" y="295896"/>
                      <a:pt x="286102" y="278751"/>
                      <a:pt x="286102" y="257796"/>
                    </a:cubicBezTo>
                    <a:cubicBezTo>
                      <a:pt x="286102" y="236841"/>
                      <a:pt x="268957" y="219696"/>
                      <a:pt x="248002" y="219696"/>
                    </a:cubicBezTo>
                    <a:lnTo>
                      <a:pt x="248002" y="219696"/>
                    </a:lnTo>
                    <a:close/>
                    <a:moveTo>
                      <a:pt x="305152" y="33006"/>
                    </a:moveTo>
                    <a:lnTo>
                      <a:pt x="305152" y="124446"/>
                    </a:lnTo>
                    <a:cubicBezTo>
                      <a:pt x="305152" y="129209"/>
                      <a:pt x="308962" y="133019"/>
                      <a:pt x="313724" y="133971"/>
                    </a:cubicBezTo>
                    <a:lnTo>
                      <a:pt x="314677" y="133971"/>
                    </a:lnTo>
                    <a:lnTo>
                      <a:pt x="406117" y="133971"/>
                    </a:lnTo>
                    <a:lnTo>
                      <a:pt x="305152" y="3300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48" name="Bullet1" descr="3f157acb-5ad3-4744-98b9-b82a45785db7">
                <a:extLst>
                  <a:ext uri="{FF2B5EF4-FFF2-40B4-BE49-F238E27FC236}">
                    <a16:creationId xmlns:a16="http://schemas.microsoft.com/office/drawing/2014/main" id="{86CB792E-1986-4CE5-99D2-8B89F67473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83770" y="4205168"/>
                <a:ext cx="2077024" cy="607745"/>
              </a:xfrm>
              <a:prstGeom prst="rect">
                <a:avLst/>
              </a:prstGeom>
              <a:noFill/>
            </p:spPr>
            <p:txBody>
              <a:bodyPr wrap="square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454545"/>
                    </a:solidFill>
                    <a:ea typeface="微软雅黑"/>
                  </a:rPr>
                  <a:t>学习内容</a:t>
                </a:r>
              </a:p>
            </p:txBody>
          </p:sp>
          <p:sp>
            <p:nvSpPr>
              <p:cNvPr id="49" name="Text1" descr="86c63323-68ce-4dda-9b46-4516e493f1c3">
                <a:extLst>
                  <a:ext uri="{FF2B5EF4-FFF2-40B4-BE49-F238E27FC236}">
                    <a16:creationId xmlns:a16="http://schemas.microsoft.com/office/drawing/2014/main" id="{54931A12-E96C-40DF-BE42-375ADD9DF1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83771" y="4812913"/>
                <a:ext cx="2077024" cy="120054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学习接口创建、参数设置等测试相关内容。</a:t>
                </a:r>
              </a:p>
            </p:txBody>
          </p:sp>
        </p:grpSp>
        <p:sp>
          <p:nvSpPr>
            <p:cNvPr id="25" name="ïṩḷiḍé" descr="d0cc1efa-815f-4ab7-8113-b0957b2bbf37">
              <a:extLst>
                <a:ext uri="{FF2B5EF4-FFF2-40B4-BE49-F238E27FC236}">
                  <a16:creationId xmlns:a16="http://schemas.microsoft.com/office/drawing/2014/main" id="{E8F9E0B7-E436-46B3-A2F3-E721C3E99D95}"/>
                </a:ext>
              </a:extLst>
            </p:cNvPr>
            <p:cNvSpPr/>
            <p:nvPr/>
          </p:nvSpPr>
          <p:spPr>
            <a:xfrm>
              <a:off x="4762772" y="3031560"/>
              <a:ext cx="1013472" cy="1013471"/>
            </a:xfrm>
            <a:prstGeom prst="arc">
              <a:avLst>
                <a:gd name="adj1" fmla="val 15460543"/>
                <a:gd name="adj2" fmla="val 13051901"/>
              </a:avLst>
            </a:prstGeom>
            <a:ln w="25400" cap="rnd">
              <a:solidFill>
                <a:schemeClr val="tx2">
                  <a:alpha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grpSp>
          <p:nvGrpSpPr>
            <p:cNvPr id="6" name="组合 5" descr="e63d4c4a-2df3-4ce8-b9bb-89305cd1bb6c">
              <a:extLst>
                <a:ext uri="{FF2B5EF4-FFF2-40B4-BE49-F238E27FC236}">
                  <a16:creationId xmlns:a16="http://schemas.microsoft.com/office/drawing/2014/main" id="{2E1B95B9-36AF-5883-D7D9-9DF345BB9D3B}"/>
                </a:ext>
              </a:extLst>
            </p:cNvPr>
            <p:cNvGrpSpPr/>
            <p:nvPr/>
          </p:nvGrpSpPr>
          <p:grpSpPr>
            <a:xfrm>
              <a:off x="4909508" y="2671173"/>
              <a:ext cx="2922716" cy="1808285"/>
              <a:chOff x="4909508" y="2671173"/>
              <a:chExt cx="2922716" cy="1808285"/>
            </a:xfrm>
          </p:grpSpPr>
          <p:sp>
            <p:nvSpPr>
              <p:cNvPr id="11" name="IconBackground2" descr="388a6bba-df19-418e-9376-32de8f8e7197">
                <a:extLst>
                  <a:ext uri="{FF2B5EF4-FFF2-40B4-BE49-F238E27FC236}">
                    <a16:creationId xmlns:a16="http://schemas.microsoft.com/office/drawing/2014/main" id="{BD3142C2-0D3F-4A68-8E7B-2354E583BE3E}"/>
                  </a:ext>
                </a:extLst>
              </p:cNvPr>
              <p:cNvSpPr/>
              <p:nvPr/>
            </p:nvSpPr>
            <p:spPr>
              <a:xfrm>
                <a:off x="4909508" y="3178295"/>
                <a:ext cx="720000" cy="720000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 w="1905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" name="Icon2" descr="bd216b28-5e3d-4462-a605-c9808afdf3a9">
                <a:extLst>
                  <a:ext uri="{FF2B5EF4-FFF2-40B4-BE49-F238E27FC236}">
                    <a16:creationId xmlns:a16="http://schemas.microsoft.com/office/drawing/2014/main" id="{9C25F29D-BA74-4518-8534-97688B3BF241}"/>
                  </a:ext>
                </a:extLst>
              </p:cNvPr>
              <p:cNvSpPr/>
              <p:nvPr/>
            </p:nvSpPr>
            <p:spPr>
              <a:xfrm>
                <a:off x="5096461" y="3351937"/>
                <a:ext cx="346094" cy="372717"/>
              </a:xfrm>
              <a:custGeom>
                <a:avLst/>
                <a:gdLst>
                  <a:gd name="connsiteX0" fmla="*/ 362430 w 495300"/>
                  <a:gd name="connsiteY0" fmla="*/ 621 h 533400"/>
                  <a:gd name="connsiteX1" fmla="*/ 400530 w 495300"/>
                  <a:gd name="connsiteY1" fmla="*/ 38721 h 533400"/>
                  <a:gd name="connsiteX2" fmla="*/ 400530 w 495300"/>
                  <a:gd name="connsiteY2" fmla="*/ 38721 h 533400"/>
                  <a:gd name="connsiteX3" fmla="*/ 400530 w 495300"/>
                  <a:gd name="connsiteY3" fmla="*/ 124446 h 533400"/>
                  <a:gd name="connsiteX4" fmla="*/ 362430 w 495300"/>
                  <a:gd name="connsiteY4" fmla="*/ 162546 h 533400"/>
                  <a:gd name="connsiteX5" fmla="*/ 362430 w 495300"/>
                  <a:gd name="connsiteY5" fmla="*/ 162546 h 533400"/>
                  <a:gd name="connsiteX6" fmla="*/ 257655 w 495300"/>
                  <a:gd name="connsiteY6" fmla="*/ 162546 h 533400"/>
                  <a:gd name="connsiteX7" fmla="*/ 257655 w 495300"/>
                  <a:gd name="connsiteY7" fmla="*/ 295896 h 533400"/>
                  <a:gd name="connsiteX8" fmla="*/ 419580 w 495300"/>
                  <a:gd name="connsiteY8" fmla="*/ 295896 h 533400"/>
                  <a:gd name="connsiteX9" fmla="*/ 457680 w 495300"/>
                  <a:gd name="connsiteY9" fmla="*/ 332091 h 533400"/>
                  <a:gd name="connsiteX10" fmla="*/ 457680 w 495300"/>
                  <a:gd name="connsiteY10" fmla="*/ 333996 h 533400"/>
                  <a:gd name="connsiteX11" fmla="*/ 457680 w 495300"/>
                  <a:gd name="connsiteY11" fmla="*/ 438771 h 533400"/>
                  <a:gd name="connsiteX12" fmla="*/ 467205 w 495300"/>
                  <a:gd name="connsiteY12" fmla="*/ 438771 h 533400"/>
                  <a:gd name="connsiteX13" fmla="*/ 495780 w 495300"/>
                  <a:gd name="connsiteY13" fmla="*/ 465441 h 533400"/>
                  <a:gd name="connsiteX14" fmla="*/ 495780 w 495300"/>
                  <a:gd name="connsiteY14" fmla="*/ 467346 h 533400"/>
                  <a:gd name="connsiteX15" fmla="*/ 495780 w 495300"/>
                  <a:gd name="connsiteY15" fmla="*/ 505446 h 533400"/>
                  <a:gd name="connsiteX16" fmla="*/ 467205 w 495300"/>
                  <a:gd name="connsiteY16" fmla="*/ 534021 h 533400"/>
                  <a:gd name="connsiteX17" fmla="*/ 467205 w 495300"/>
                  <a:gd name="connsiteY17" fmla="*/ 534021 h 533400"/>
                  <a:gd name="connsiteX18" fmla="*/ 429105 w 495300"/>
                  <a:gd name="connsiteY18" fmla="*/ 534021 h 533400"/>
                  <a:gd name="connsiteX19" fmla="*/ 400530 w 495300"/>
                  <a:gd name="connsiteY19" fmla="*/ 505446 h 533400"/>
                  <a:gd name="connsiteX20" fmla="*/ 400530 w 495300"/>
                  <a:gd name="connsiteY20" fmla="*/ 505446 h 533400"/>
                  <a:gd name="connsiteX21" fmla="*/ 400530 w 495300"/>
                  <a:gd name="connsiteY21" fmla="*/ 467346 h 533400"/>
                  <a:gd name="connsiteX22" fmla="*/ 429105 w 495300"/>
                  <a:gd name="connsiteY22" fmla="*/ 438771 h 533400"/>
                  <a:gd name="connsiteX23" fmla="*/ 429105 w 495300"/>
                  <a:gd name="connsiteY23" fmla="*/ 438771 h 533400"/>
                  <a:gd name="connsiteX24" fmla="*/ 438630 w 495300"/>
                  <a:gd name="connsiteY24" fmla="*/ 438771 h 533400"/>
                  <a:gd name="connsiteX25" fmla="*/ 438630 w 495300"/>
                  <a:gd name="connsiteY25" fmla="*/ 333996 h 533400"/>
                  <a:gd name="connsiteX26" fmla="*/ 420533 w 495300"/>
                  <a:gd name="connsiteY26" fmla="*/ 314946 h 533400"/>
                  <a:gd name="connsiteX27" fmla="*/ 419580 w 495300"/>
                  <a:gd name="connsiteY27" fmla="*/ 314946 h 533400"/>
                  <a:gd name="connsiteX28" fmla="*/ 257655 w 495300"/>
                  <a:gd name="connsiteY28" fmla="*/ 314946 h 533400"/>
                  <a:gd name="connsiteX29" fmla="*/ 257655 w 495300"/>
                  <a:gd name="connsiteY29" fmla="*/ 438771 h 533400"/>
                  <a:gd name="connsiteX30" fmla="*/ 267180 w 495300"/>
                  <a:gd name="connsiteY30" fmla="*/ 438771 h 533400"/>
                  <a:gd name="connsiteX31" fmla="*/ 295755 w 495300"/>
                  <a:gd name="connsiteY31" fmla="*/ 465441 h 533400"/>
                  <a:gd name="connsiteX32" fmla="*/ 295755 w 495300"/>
                  <a:gd name="connsiteY32" fmla="*/ 467346 h 533400"/>
                  <a:gd name="connsiteX33" fmla="*/ 295755 w 495300"/>
                  <a:gd name="connsiteY33" fmla="*/ 505446 h 533400"/>
                  <a:gd name="connsiteX34" fmla="*/ 267180 w 495300"/>
                  <a:gd name="connsiteY34" fmla="*/ 534021 h 533400"/>
                  <a:gd name="connsiteX35" fmla="*/ 267180 w 495300"/>
                  <a:gd name="connsiteY35" fmla="*/ 534021 h 533400"/>
                  <a:gd name="connsiteX36" fmla="*/ 229080 w 495300"/>
                  <a:gd name="connsiteY36" fmla="*/ 534021 h 533400"/>
                  <a:gd name="connsiteX37" fmla="*/ 200505 w 495300"/>
                  <a:gd name="connsiteY37" fmla="*/ 505446 h 533400"/>
                  <a:gd name="connsiteX38" fmla="*/ 200505 w 495300"/>
                  <a:gd name="connsiteY38" fmla="*/ 505446 h 533400"/>
                  <a:gd name="connsiteX39" fmla="*/ 200505 w 495300"/>
                  <a:gd name="connsiteY39" fmla="*/ 467346 h 533400"/>
                  <a:gd name="connsiteX40" fmla="*/ 229080 w 495300"/>
                  <a:gd name="connsiteY40" fmla="*/ 438771 h 533400"/>
                  <a:gd name="connsiteX41" fmla="*/ 229080 w 495300"/>
                  <a:gd name="connsiteY41" fmla="*/ 438771 h 533400"/>
                  <a:gd name="connsiteX42" fmla="*/ 238605 w 495300"/>
                  <a:gd name="connsiteY42" fmla="*/ 438771 h 533400"/>
                  <a:gd name="connsiteX43" fmla="*/ 238605 w 495300"/>
                  <a:gd name="connsiteY43" fmla="*/ 314946 h 533400"/>
                  <a:gd name="connsiteX44" fmla="*/ 76680 w 495300"/>
                  <a:gd name="connsiteY44" fmla="*/ 314946 h 533400"/>
                  <a:gd name="connsiteX45" fmla="*/ 57630 w 495300"/>
                  <a:gd name="connsiteY45" fmla="*/ 333044 h 533400"/>
                  <a:gd name="connsiteX46" fmla="*/ 57630 w 495300"/>
                  <a:gd name="connsiteY46" fmla="*/ 333996 h 533400"/>
                  <a:gd name="connsiteX47" fmla="*/ 57630 w 495300"/>
                  <a:gd name="connsiteY47" fmla="*/ 438771 h 533400"/>
                  <a:gd name="connsiteX48" fmla="*/ 67155 w 495300"/>
                  <a:gd name="connsiteY48" fmla="*/ 438771 h 533400"/>
                  <a:gd name="connsiteX49" fmla="*/ 95730 w 495300"/>
                  <a:gd name="connsiteY49" fmla="*/ 465441 h 533400"/>
                  <a:gd name="connsiteX50" fmla="*/ 95730 w 495300"/>
                  <a:gd name="connsiteY50" fmla="*/ 467346 h 533400"/>
                  <a:gd name="connsiteX51" fmla="*/ 95730 w 495300"/>
                  <a:gd name="connsiteY51" fmla="*/ 505446 h 533400"/>
                  <a:gd name="connsiteX52" fmla="*/ 67155 w 495300"/>
                  <a:gd name="connsiteY52" fmla="*/ 534021 h 533400"/>
                  <a:gd name="connsiteX53" fmla="*/ 67155 w 495300"/>
                  <a:gd name="connsiteY53" fmla="*/ 534021 h 533400"/>
                  <a:gd name="connsiteX54" fmla="*/ 29055 w 495300"/>
                  <a:gd name="connsiteY54" fmla="*/ 534021 h 533400"/>
                  <a:gd name="connsiteX55" fmla="*/ 480 w 495300"/>
                  <a:gd name="connsiteY55" fmla="*/ 505446 h 533400"/>
                  <a:gd name="connsiteX56" fmla="*/ 480 w 495300"/>
                  <a:gd name="connsiteY56" fmla="*/ 505446 h 533400"/>
                  <a:gd name="connsiteX57" fmla="*/ 480 w 495300"/>
                  <a:gd name="connsiteY57" fmla="*/ 467346 h 533400"/>
                  <a:gd name="connsiteX58" fmla="*/ 29055 w 495300"/>
                  <a:gd name="connsiteY58" fmla="*/ 438771 h 533400"/>
                  <a:gd name="connsiteX59" fmla="*/ 29055 w 495300"/>
                  <a:gd name="connsiteY59" fmla="*/ 438771 h 533400"/>
                  <a:gd name="connsiteX60" fmla="*/ 38580 w 495300"/>
                  <a:gd name="connsiteY60" fmla="*/ 438771 h 533400"/>
                  <a:gd name="connsiteX61" fmla="*/ 38580 w 495300"/>
                  <a:gd name="connsiteY61" fmla="*/ 333996 h 533400"/>
                  <a:gd name="connsiteX62" fmla="*/ 74775 w 495300"/>
                  <a:gd name="connsiteY62" fmla="*/ 295896 h 533400"/>
                  <a:gd name="connsiteX63" fmla="*/ 76680 w 495300"/>
                  <a:gd name="connsiteY63" fmla="*/ 295896 h 533400"/>
                  <a:gd name="connsiteX64" fmla="*/ 238605 w 495300"/>
                  <a:gd name="connsiteY64" fmla="*/ 295896 h 533400"/>
                  <a:gd name="connsiteX65" fmla="*/ 238605 w 495300"/>
                  <a:gd name="connsiteY65" fmla="*/ 162546 h 533400"/>
                  <a:gd name="connsiteX66" fmla="*/ 133830 w 495300"/>
                  <a:gd name="connsiteY66" fmla="*/ 162546 h 533400"/>
                  <a:gd name="connsiteX67" fmla="*/ 95730 w 495300"/>
                  <a:gd name="connsiteY67" fmla="*/ 126351 h 533400"/>
                  <a:gd name="connsiteX68" fmla="*/ 95730 w 495300"/>
                  <a:gd name="connsiteY68" fmla="*/ 124446 h 533400"/>
                  <a:gd name="connsiteX69" fmla="*/ 95730 w 495300"/>
                  <a:gd name="connsiteY69" fmla="*/ 38721 h 533400"/>
                  <a:gd name="connsiteX70" fmla="*/ 133830 w 495300"/>
                  <a:gd name="connsiteY70" fmla="*/ 621 h 533400"/>
                  <a:gd name="connsiteX71" fmla="*/ 133830 w 495300"/>
                  <a:gd name="connsiteY71" fmla="*/ 621 h 533400"/>
                  <a:gd name="connsiteX72" fmla="*/ 362430 w 495300"/>
                  <a:gd name="connsiteY72" fmla="*/ 621 h 533400"/>
                  <a:gd name="connsiteX73" fmla="*/ 67155 w 495300"/>
                  <a:gd name="connsiteY73" fmla="*/ 457821 h 533400"/>
                  <a:gd name="connsiteX74" fmla="*/ 29055 w 495300"/>
                  <a:gd name="connsiteY74" fmla="*/ 457821 h 533400"/>
                  <a:gd name="connsiteX75" fmla="*/ 19530 w 495300"/>
                  <a:gd name="connsiteY75" fmla="*/ 467346 h 533400"/>
                  <a:gd name="connsiteX76" fmla="*/ 19530 w 495300"/>
                  <a:gd name="connsiteY76" fmla="*/ 467346 h 533400"/>
                  <a:gd name="connsiteX77" fmla="*/ 19530 w 495300"/>
                  <a:gd name="connsiteY77" fmla="*/ 505446 h 533400"/>
                  <a:gd name="connsiteX78" fmla="*/ 29055 w 495300"/>
                  <a:gd name="connsiteY78" fmla="*/ 514971 h 533400"/>
                  <a:gd name="connsiteX79" fmla="*/ 29055 w 495300"/>
                  <a:gd name="connsiteY79" fmla="*/ 514971 h 533400"/>
                  <a:gd name="connsiteX80" fmla="*/ 67155 w 495300"/>
                  <a:gd name="connsiteY80" fmla="*/ 514971 h 533400"/>
                  <a:gd name="connsiteX81" fmla="*/ 76680 w 495300"/>
                  <a:gd name="connsiteY81" fmla="*/ 505446 h 533400"/>
                  <a:gd name="connsiteX82" fmla="*/ 76680 w 495300"/>
                  <a:gd name="connsiteY82" fmla="*/ 505446 h 533400"/>
                  <a:gd name="connsiteX83" fmla="*/ 76680 w 495300"/>
                  <a:gd name="connsiteY83" fmla="*/ 467346 h 533400"/>
                  <a:gd name="connsiteX84" fmla="*/ 67155 w 495300"/>
                  <a:gd name="connsiteY84" fmla="*/ 457821 h 533400"/>
                  <a:gd name="connsiteX85" fmla="*/ 67155 w 495300"/>
                  <a:gd name="connsiteY85" fmla="*/ 457821 h 533400"/>
                  <a:gd name="connsiteX86" fmla="*/ 267180 w 495300"/>
                  <a:gd name="connsiteY86" fmla="*/ 457821 h 533400"/>
                  <a:gd name="connsiteX87" fmla="*/ 229080 w 495300"/>
                  <a:gd name="connsiteY87" fmla="*/ 457821 h 533400"/>
                  <a:gd name="connsiteX88" fmla="*/ 219555 w 495300"/>
                  <a:gd name="connsiteY88" fmla="*/ 467346 h 533400"/>
                  <a:gd name="connsiteX89" fmla="*/ 219555 w 495300"/>
                  <a:gd name="connsiteY89" fmla="*/ 467346 h 533400"/>
                  <a:gd name="connsiteX90" fmla="*/ 219555 w 495300"/>
                  <a:gd name="connsiteY90" fmla="*/ 505446 h 533400"/>
                  <a:gd name="connsiteX91" fmla="*/ 229080 w 495300"/>
                  <a:gd name="connsiteY91" fmla="*/ 514971 h 533400"/>
                  <a:gd name="connsiteX92" fmla="*/ 229080 w 495300"/>
                  <a:gd name="connsiteY92" fmla="*/ 514971 h 533400"/>
                  <a:gd name="connsiteX93" fmla="*/ 267180 w 495300"/>
                  <a:gd name="connsiteY93" fmla="*/ 514971 h 533400"/>
                  <a:gd name="connsiteX94" fmla="*/ 276705 w 495300"/>
                  <a:gd name="connsiteY94" fmla="*/ 505446 h 533400"/>
                  <a:gd name="connsiteX95" fmla="*/ 276705 w 495300"/>
                  <a:gd name="connsiteY95" fmla="*/ 505446 h 533400"/>
                  <a:gd name="connsiteX96" fmla="*/ 276705 w 495300"/>
                  <a:gd name="connsiteY96" fmla="*/ 467346 h 533400"/>
                  <a:gd name="connsiteX97" fmla="*/ 267180 w 495300"/>
                  <a:gd name="connsiteY97" fmla="*/ 457821 h 533400"/>
                  <a:gd name="connsiteX98" fmla="*/ 267180 w 495300"/>
                  <a:gd name="connsiteY98" fmla="*/ 457821 h 533400"/>
                  <a:gd name="connsiteX99" fmla="*/ 467205 w 495300"/>
                  <a:gd name="connsiteY99" fmla="*/ 457821 h 533400"/>
                  <a:gd name="connsiteX100" fmla="*/ 429105 w 495300"/>
                  <a:gd name="connsiteY100" fmla="*/ 457821 h 533400"/>
                  <a:gd name="connsiteX101" fmla="*/ 419580 w 495300"/>
                  <a:gd name="connsiteY101" fmla="*/ 467346 h 533400"/>
                  <a:gd name="connsiteX102" fmla="*/ 419580 w 495300"/>
                  <a:gd name="connsiteY102" fmla="*/ 467346 h 533400"/>
                  <a:gd name="connsiteX103" fmla="*/ 419580 w 495300"/>
                  <a:gd name="connsiteY103" fmla="*/ 505446 h 533400"/>
                  <a:gd name="connsiteX104" fmla="*/ 429105 w 495300"/>
                  <a:gd name="connsiteY104" fmla="*/ 514971 h 533400"/>
                  <a:gd name="connsiteX105" fmla="*/ 429105 w 495300"/>
                  <a:gd name="connsiteY105" fmla="*/ 514971 h 533400"/>
                  <a:gd name="connsiteX106" fmla="*/ 467205 w 495300"/>
                  <a:gd name="connsiteY106" fmla="*/ 514971 h 533400"/>
                  <a:gd name="connsiteX107" fmla="*/ 476730 w 495300"/>
                  <a:gd name="connsiteY107" fmla="*/ 505446 h 533400"/>
                  <a:gd name="connsiteX108" fmla="*/ 476730 w 495300"/>
                  <a:gd name="connsiteY108" fmla="*/ 505446 h 533400"/>
                  <a:gd name="connsiteX109" fmla="*/ 476730 w 495300"/>
                  <a:gd name="connsiteY109" fmla="*/ 467346 h 533400"/>
                  <a:gd name="connsiteX110" fmla="*/ 467205 w 495300"/>
                  <a:gd name="connsiteY110" fmla="*/ 457821 h 533400"/>
                  <a:gd name="connsiteX111" fmla="*/ 467205 w 495300"/>
                  <a:gd name="connsiteY111" fmla="*/ 457821 h 533400"/>
                  <a:gd name="connsiteX112" fmla="*/ 362430 w 495300"/>
                  <a:gd name="connsiteY112" fmla="*/ 19671 h 533400"/>
                  <a:gd name="connsiteX113" fmla="*/ 133830 w 495300"/>
                  <a:gd name="connsiteY113" fmla="*/ 19671 h 533400"/>
                  <a:gd name="connsiteX114" fmla="*/ 114780 w 495300"/>
                  <a:gd name="connsiteY114" fmla="*/ 38721 h 533400"/>
                  <a:gd name="connsiteX115" fmla="*/ 114780 w 495300"/>
                  <a:gd name="connsiteY115" fmla="*/ 38721 h 533400"/>
                  <a:gd name="connsiteX116" fmla="*/ 114780 w 495300"/>
                  <a:gd name="connsiteY116" fmla="*/ 124446 h 533400"/>
                  <a:gd name="connsiteX117" fmla="*/ 133830 w 495300"/>
                  <a:gd name="connsiteY117" fmla="*/ 143496 h 533400"/>
                  <a:gd name="connsiteX118" fmla="*/ 133830 w 495300"/>
                  <a:gd name="connsiteY118" fmla="*/ 143496 h 533400"/>
                  <a:gd name="connsiteX119" fmla="*/ 362430 w 495300"/>
                  <a:gd name="connsiteY119" fmla="*/ 143496 h 533400"/>
                  <a:gd name="connsiteX120" fmla="*/ 381480 w 495300"/>
                  <a:gd name="connsiteY120" fmla="*/ 124446 h 533400"/>
                  <a:gd name="connsiteX121" fmla="*/ 381480 w 495300"/>
                  <a:gd name="connsiteY121" fmla="*/ 124446 h 533400"/>
                  <a:gd name="connsiteX122" fmla="*/ 381480 w 495300"/>
                  <a:gd name="connsiteY122" fmla="*/ 38721 h 533400"/>
                  <a:gd name="connsiteX123" fmla="*/ 362430 w 495300"/>
                  <a:gd name="connsiteY123" fmla="*/ 19671 h 533400"/>
                  <a:gd name="connsiteX124" fmla="*/ 362430 w 495300"/>
                  <a:gd name="connsiteY124" fmla="*/ 19671 h 533400"/>
                  <a:gd name="connsiteX125" fmla="*/ 157643 w 495300"/>
                  <a:gd name="connsiteY125" fmla="*/ 86346 h 533400"/>
                  <a:gd name="connsiteX126" fmla="*/ 171930 w 495300"/>
                  <a:gd name="connsiteY126" fmla="*/ 100634 h 533400"/>
                  <a:gd name="connsiteX127" fmla="*/ 157643 w 495300"/>
                  <a:gd name="connsiteY127" fmla="*/ 114921 h 533400"/>
                  <a:gd name="connsiteX128" fmla="*/ 143355 w 495300"/>
                  <a:gd name="connsiteY128" fmla="*/ 100634 h 533400"/>
                  <a:gd name="connsiteX129" fmla="*/ 157643 w 495300"/>
                  <a:gd name="connsiteY129" fmla="*/ 86346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</a:cxnLst>
                <a:rect l="l" t="t" r="r" b="b"/>
                <a:pathLst>
                  <a:path w="495300" h="533400">
                    <a:moveTo>
                      <a:pt x="362430" y="621"/>
                    </a:moveTo>
                    <a:cubicBezTo>
                      <a:pt x="383385" y="621"/>
                      <a:pt x="400530" y="17766"/>
                      <a:pt x="400530" y="38721"/>
                    </a:cubicBezTo>
                    <a:lnTo>
                      <a:pt x="400530" y="38721"/>
                    </a:lnTo>
                    <a:lnTo>
                      <a:pt x="400530" y="124446"/>
                    </a:lnTo>
                    <a:cubicBezTo>
                      <a:pt x="400530" y="145401"/>
                      <a:pt x="383385" y="162546"/>
                      <a:pt x="362430" y="162546"/>
                    </a:cubicBezTo>
                    <a:lnTo>
                      <a:pt x="362430" y="162546"/>
                    </a:lnTo>
                    <a:lnTo>
                      <a:pt x="257655" y="162546"/>
                    </a:lnTo>
                    <a:lnTo>
                      <a:pt x="257655" y="295896"/>
                    </a:lnTo>
                    <a:lnTo>
                      <a:pt x="419580" y="295896"/>
                    </a:lnTo>
                    <a:cubicBezTo>
                      <a:pt x="439583" y="295896"/>
                      <a:pt x="456727" y="312089"/>
                      <a:pt x="457680" y="332091"/>
                    </a:cubicBezTo>
                    <a:lnTo>
                      <a:pt x="457680" y="333996"/>
                    </a:lnTo>
                    <a:lnTo>
                      <a:pt x="457680" y="438771"/>
                    </a:lnTo>
                    <a:lnTo>
                      <a:pt x="467205" y="438771"/>
                    </a:lnTo>
                    <a:cubicBezTo>
                      <a:pt x="482445" y="438771"/>
                      <a:pt x="494827" y="450201"/>
                      <a:pt x="495780" y="465441"/>
                    </a:cubicBezTo>
                    <a:lnTo>
                      <a:pt x="495780" y="467346"/>
                    </a:lnTo>
                    <a:lnTo>
                      <a:pt x="495780" y="505446"/>
                    </a:lnTo>
                    <a:cubicBezTo>
                      <a:pt x="495780" y="521639"/>
                      <a:pt x="483398" y="534021"/>
                      <a:pt x="467205" y="534021"/>
                    </a:cubicBezTo>
                    <a:lnTo>
                      <a:pt x="467205" y="534021"/>
                    </a:lnTo>
                    <a:lnTo>
                      <a:pt x="429105" y="534021"/>
                    </a:lnTo>
                    <a:cubicBezTo>
                      <a:pt x="412912" y="534021"/>
                      <a:pt x="400530" y="521639"/>
                      <a:pt x="400530" y="505446"/>
                    </a:cubicBezTo>
                    <a:lnTo>
                      <a:pt x="400530" y="505446"/>
                    </a:lnTo>
                    <a:lnTo>
                      <a:pt x="400530" y="467346"/>
                    </a:lnTo>
                    <a:cubicBezTo>
                      <a:pt x="400530" y="451154"/>
                      <a:pt x="412912" y="438771"/>
                      <a:pt x="429105" y="438771"/>
                    </a:cubicBezTo>
                    <a:lnTo>
                      <a:pt x="429105" y="438771"/>
                    </a:lnTo>
                    <a:lnTo>
                      <a:pt x="438630" y="438771"/>
                    </a:lnTo>
                    <a:lnTo>
                      <a:pt x="438630" y="333996"/>
                    </a:lnTo>
                    <a:cubicBezTo>
                      <a:pt x="438630" y="323519"/>
                      <a:pt x="431010" y="315899"/>
                      <a:pt x="420533" y="314946"/>
                    </a:cubicBezTo>
                    <a:lnTo>
                      <a:pt x="419580" y="314946"/>
                    </a:lnTo>
                    <a:lnTo>
                      <a:pt x="257655" y="314946"/>
                    </a:lnTo>
                    <a:lnTo>
                      <a:pt x="257655" y="438771"/>
                    </a:lnTo>
                    <a:lnTo>
                      <a:pt x="267180" y="438771"/>
                    </a:lnTo>
                    <a:cubicBezTo>
                      <a:pt x="282420" y="438771"/>
                      <a:pt x="294802" y="450201"/>
                      <a:pt x="295755" y="465441"/>
                    </a:cubicBezTo>
                    <a:lnTo>
                      <a:pt x="295755" y="467346"/>
                    </a:lnTo>
                    <a:lnTo>
                      <a:pt x="295755" y="505446"/>
                    </a:lnTo>
                    <a:cubicBezTo>
                      <a:pt x="295755" y="521639"/>
                      <a:pt x="283373" y="534021"/>
                      <a:pt x="267180" y="534021"/>
                    </a:cubicBezTo>
                    <a:lnTo>
                      <a:pt x="267180" y="534021"/>
                    </a:lnTo>
                    <a:lnTo>
                      <a:pt x="229080" y="534021"/>
                    </a:lnTo>
                    <a:cubicBezTo>
                      <a:pt x="212887" y="534021"/>
                      <a:pt x="200505" y="521639"/>
                      <a:pt x="200505" y="505446"/>
                    </a:cubicBezTo>
                    <a:lnTo>
                      <a:pt x="200505" y="505446"/>
                    </a:lnTo>
                    <a:lnTo>
                      <a:pt x="200505" y="467346"/>
                    </a:lnTo>
                    <a:cubicBezTo>
                      <a:pt x="200505" y="451154"/>
                      <a:pt x="212887" y="438771"/>
                      <a:pt x="229080" y="438771"/>
                    </a:cubicBezTo>
                    <a:lnTo>
                      <a:pt x="229080" y="438771"/>
                    </a:lnTo>
                    <a:lnTo>
                      <a:pt x="238605" y="438771"/>
                    </a:lnTo>
                    <a:lnTo>
                      <a:pt x="238605" y="314946"/>
                    </a:lnTo>
                    <a:lnTo>
                      <a:pt x="76680" y="314946"/>
                    </a:lnTo>
                    <a:cubicBezTo>
                      <a:pt x="66202" y="314946"/>
                      <a:pt x="58583" y="322566"/>
                      <a:pt x="57630" y="333044"/>
                    </a:cubicBezTo>
                    <a:lnTo>
                      <a:pt x="57630" y="333996"/>
                    </a:lnTo>
                    <a:lnTo>
                      <a:pt x="57630" y="438771"/>
                    </a:lnTo>
                    <a:lnTo>
                      <a:pt x="67155" y="438771"/>
                    </a:lnTo>
                    <a:cubicBezTo>
                      <a:pt x="82395" y="438771"/>
                      <a:pt x="94777" y="450201"/>
                      <a:pt x="95730" y="465441"/>
                    </a:cubicBezTo>
                    <a:lnTo>
                      <a:pt x="95730" y="467346"/>
                    </a:lnTo>
                    <a:lnTo>
                      <a:pt x="95730" y="505446"/>
                    </a:lnTo>
                    <a:cubicBezTo>
                      <a:pt x="95730" y="521639"/>
                      <a:pt x="83348" y="534021"/>
                      <a:pt x="67155" y="534021"/>
                    </a:cubicBezTo>
                    <a:lnTo>
                      <a:pt x="67155" y="534021"/>
                    </a:lnTo>
                    <a:lnTo>
                      <a:pt x="29055" y="534021"/>
                    </a:lnTo>
                    <a:cubicBezTo>
                      <a:pt x="12862" y="534021"/>
                      <a:pt x="480" y="521639"/>
                      <a:pt x="480" y="505446"/>
                    </a:cubicBezTo>
                    <a:lnTo>
                      <a:pt x="480" y="505446"/>
                    </a:lnTo>
                    <a:lnTo>
                      <a:pt x="480" y="467346"/>
                    </a:lnTo>
                    <a:cubicBezTo>
                      <a:pt x="480" y="451154"/>
                      <a:pt x="12862" y="438771"/>
                      <a:pt x="29055" y="438771"/>
                    </a:cubicBezTo>
                    <a:lnTo>
                      <a:pt x="29055" y="438771"/>
                    </a:lnTo>
                    <a:lnTo>
                      <a:pt x="38580" y="438771"/>
                    </a:lnTo>
                    <a:lnTo>
                      <a:pt x="38580" y="333996"/>
                    </a:lnTo>
                    <a:cubicBezTo>
                      <a:pt x="38580" y="313994"/>
                      <a:pt x="54773" y="296849"/>
                      <a:pt x="74775" y="295896"/>
                    </a:cubicBezTo>
                    <a:lnTo>
                      <a:pt x="76680" y="295896"/>
                    </a:lnTo>
                    <a:lnTo>
                      <a:pt x="238605" y="295896"/>
                    </a:lnTo>
                    <a:lnTo>
                      <a:pt x="238605" y="162546"/>
                    </a:lnTo>
                    <a:lnTo>
                      <a:pt x="133830" y="162546"/>
                    </a:lnTo>
                    <a:cubicBezTo>
                      <a:pt x="113827" y="162546"/>
                      <a:pt x="96683" y="146354"/>
                      <a:pt x="95730" y="126351"/>
                    </a:cubicBezTo>
                    <a:lnTo>
                      <a:pt x="95730" y="124446"/>
                    </a:lnTo>
                    <a:lnTo>
                      <a:pt x="95730" y="38721"/>
                    </a:lnTo>
                    <a:cubicBezTo>
                      <a:pt x="95730" y="17766"/>
                      <a:pt x="112875" y="621"/>
                      <a:pt x="133830" y="621"/>
                    </a:cubicBezTo>
                    <a:lnTo>
                      <a:pt x="133830" y="621"/>
                    </a:lnTo>
                    <a:lnTo>
                      <a:pt x="362430" y="621"/>
                    </a:lnTo>
                    <a:close/>
                    <a:moveTo>
                      <a:pt x="67155" y="457821"/>
                    </a:moveTo>
                    <a:lnTo>
                      <a:pt x="29055" y="457821"/>
                    </a:lnTo>
                    <a:cubicBezTo>
                      <a:pt x="23340" y="457821"/>
                      <a:pt x="19530" y="461631"/>
                      <a:pt x="19530" y="467346"/>
                    </a:cubicBezTo>
                    <a:lnTo>
                      <a:pt x="19530" y="467346"/>
                    </a:lnTo>
                    <a:lnTo>
                      <a:pt x="19530" y="505446"/>
                    </a:lnTo>
                    <a:cubicBezTo>
                      <a:pt x="19530" y="511161"/>
                      <a:pt x="23340" y="514971"/>
                      <a:pt x="29055" y="514971"/>
                    </a:cubicBezTo>
                    <a:lnTo>
                      <a:pt x="29055" y="514971"/>
                    </a:lnTo>
                    <a:lnTo>
                      <a:pt x="67155" y="514971"/>
                    </a:lnTo>
                    <a:cubicBezTo>
                      <a:pt x="72870" y="514971"/>
                      <a:pt x="76680" y="511161"/>
                      <a:pt x="76680" y="505446"/>
                    </a:cubicBezTo>
                    <a:lnTo>
                      <a:pt x="76680" y="505446"/>
                    </a:lnTo>
                    <a:lnTo>
                      <a:pt x="76680" y="467346"/>
                    </a:lnTo>
                    <a:cubicBezTo>
                      <a:pt x="76680" y="461631"/>
                      <a:pt x="72870" y="457821"/>
                      <a:pt x="67155" y="457821"/>
                    </a:cubicBezTo>
                    <a:lnTo>
                      <a:pt x="67155" y="457821"/>
                    </a:lnTo>
                    <a:close/>
                    <a:moveTo>
                      <a:pt x="267180" y="457821"/>
                    </a:moveTo>
                    <a:lnTo>
                      <a:pt x="229080" y="457821"/>
                    </a:lnTo>
                    <a:cubicBezTo>
                      <a:pt x="223365" y="457821"/>
                      <a:pt x="219555" y="461631"/>
                      <a:pt x="219555" y="467346"/>
                    </a:cubicBezTo>
                    <a:lnTo>
                      <a:pt x="219555" y="467346"/>
                    </a:lnTo>
                    <a:lnTo>
                      <a:pt x="219555" y="505446"/>
                    </a:lnTo>
                    <a:cubicBezTo>
                      <a:pt x="219555" y="511161"/>
                      <a:pt x="223365" y="514971"/>
                      <a:pt x="229080" y="514971"/>
                    </a:cubicBezTo>
                    <a:lnTo>
                      <a:pt x="229080" y="514971"/>
                    </a:lnTo>
                    <a:lnTo>
                      <a:pt x="267180" y="514971"/>
                    </a:lnTo>
                    <a:cubicBezTo>
                      <a:pt x="272895" y="514971"/>
                      <a:pt x="276705" y="511161"/>
                      <a:pt x="276705" y="505446"/>
                    </a:cubicBezTo>
                    <a:lnTo>
                      <a:pt x="276705" y="505446"/>
                    </a:lnTo>
                    <a:lnTo>
                      <a:pt x="276705" y="467346"/>
                    </a:lnTo>
                    <a:cubicBezTo>
                      <a:pt x="276705" y="461631"/>
                      <a:pt x="272895" y="457821"/>
                      <a:pt x="267180" y="457821"/>
                    </a:cubicBezTo>
                    <a:lnTo>
                      <a:pt x="267180" y="457821"/>
                    </a:lnTo>
                    <a:close/>
                    <a:moveTo>
                      <a:pt x="467205" y="457821"/>
                    </a:moveTo>
                    <a:lnTo>
                      <a:pt x="429105" y="457821"/>
                    </a:lnTo>
                    <a:cubicBezTo>
                      <a:pt x="423390" y="457821"/>
                      <a:pt x="419580" y="461631"/>
                      <a:pt x="419580" y="467346"/>
                    </a:cubicBezTo>
                    <a:lnTo>
                      <a:pt x="419580" y="467346"/>
                    </a:lnTo>
                    <a:lnTo>
                      <a:pt x="419580" y="505446"/>
                    </a:lnTo>
                    <a:cubicBezTo>
                      <a:pt x="419580" y="511161"/>
                      <a:pt x="423390" y="514971"/>
                      <a:pt x="429105" y="514971"/>
                    </a:cubicBezTo>
                    <a:lnTo>
                      <a:pt x="429105" y="514971"/>
                    </a:lnTo>
                    <a:lnTo>
                      <a:pt x="467205" y="514971"/>
                    </a:lnTo>
                    <a:cubicBezTo>
                      <a:pt x="472920" y="514971"/>
                      <a:pt x="476730" y="511161"/>
                      <a:pt x="476730" y="505446"/>
                    </a:cubicBezTo>
                    <a:lnTo>
                      <a:pt x="476730" y="505446"/>
                    </a:lnTo>
                    <a:lnTo>
                      <a:pt x="476730" y="467346"/>
                    </a:lnTo>
                    <a:cubicBezTo>
                      <a:pt x="476730" y="461631"/>
                      <a:pt x="472920" y="457821"/>
                      <a:pt x="467205" y="457821"/>
                    </a:cubicBezTo>
                    <a:lnTo>
                      <a:pt x="467205" y="457821"/>
                    </a:lnTo>
                    <a:close/>
                    <a:moveTo>
                      <a:pt x="362430" y="19671"/>
                    </a:moveTo>
                    <a:lnTo>
                      <a:pt x="133830" y="19671"/>
                    </a:lnTo>
                    <a:cubicBezTo>
                      <a:pt x="123352" y="19671"/>
                      <a:pt x="114780" y="28244"/>
                      <a:pt x="114780" y="38721"/>
                    </a:cubicBezTo>
                    <a:lnTo>
                      <a:pt x="114780" y="38721"/>
                    </a:lnTo>
                    <a:lnTo>
                      <a:pt x="114780" y="124446"/>
                    </a:lnTo>
                    <a:cubicBezTo>
                      <a:pt x="114780" y="134924"/>
                      <a:pt x="123352" y="143496"/>
                      <a:pt x="133830" y="143496"/>
                    </a:cubicBezTo>
                    <a:lnTo>
                      <a:pt x="133830" y="143496"/>
                    </a:lnTo>
                    <a:lnTo>
                      <a:pt x="362430" y="143496"/>
                    </a:lnTo>
                    <a:cubicBezTo>
                      <a:pt x="372908" y="143496"/>
                      <a:pt x="381480" y="134924"/>
                      <a:pt x="381480" y="124446"/>
                    </a:cubicBezTo>
                    <a:lnTo>
                      <a:pt x="381480" y="124446"/>
                    </a:lnTo>
                    <a:lnTo>
                      <a:pt x="381480" y="38721"/>
                    </a:lnTo>
                    <a:cubicBezTo>
                      <a:pt x="381480" y="28244"/>
                      <a:pt x="372908" y="19671"/>
                      <a:pt x="362430" y="19671"/>
                    </a:cubicBezTo>
                    <a:lnTo>
                      <a:pt x="362430" y="19671"/>
                    </a:lnTo>
                    <a:close/>
                    <a:moveTo>
                      <a:pt x="157643" y="86346"/>
                    </a:moveTo>
                    <a:cubicBezTo>
                      <a:pt x="165262" y="86346"/>
                      <a:pt x="171930" y="93014"/>
                      <a:pt x="171930" y="100634"/>
                    </a:cubicBezTo>
                    <a:cubicBezTo>
                      <a:pt x="171930" y="108254"/>
                      <a:pt x="165262" y="114921"/>
                      <a:pt x="157643" y="114921"/>
                    </a:cubicBezTo>
                    <a:cubicBezTo>
                      <a:pt x="150023" y="114921"/>
                      <a:pt x="143355" y="108254"/>
                      <a:pt x="143355" y="100634"/>
                    </a:cubicBezTo>
                    <a:cubicBezTo>
                      <a:pt x="143355" y="93014"/>
                      <a:pt x="150023" y="86346"/>
                      <a:pt x="157643" y="863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50" name="Bullet2" descr="ebba4d94-294b-469b-8caa-a8195c4e5661">
                <a:extLst>
                  <a:ext uri="{FF2B5EF4-FFF2-40B4-BE49-F238E27FC236}">
                    <a16:creationId xmlns:a16="http://schemas.microsoft.com/office/drawing/2014/main" id="{86CB792E-1986-4CE5-99D2-8B89F67473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55199" y="2671173"/>
                <a:ext cx="2077024" cy="607745"/>
              </a:xfrm>
              <a:prstGeom prst="rect">
                <a:avLst/>
              </a:prstGeom>
              <a:noFill/>
            </p:spPr>
            <p:txBody>
              <a:bodyPr wrap="square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实践场景</a:t>
                </a:r>
              </a:p>
            </p:txBody>
          </p:sp>
          <p:sp>
            <p:nvSpPr>
              <p:cNvPr id="51" name="Text2" descr="e7b412ca-8ce0-4578-aced-219be9ad8c77">
                <a:extLst>
                  <a:ext uri="{FF2B5EF4-FFF2-40B4-BE49-F238E27FC236}">
                    <a16:creationId xmlns:a16="http://schemas.microsoft.com/office/drawing/2014/main" id="{54931A12-E96C-40DF-BE42-375ADD9DF1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755200" y="3278918"/>
                <a:ext cx="2077024" cy="120054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测试数据组、模型组的不同接口，制定测试用例。</a:t>
                </a:r>
              </a:p>
            </p:txBody>
          </p:sp>
        </p:grpSp>
        <p:sp>
          <p:nvSpPr>
            <p:cNvPr id="27" name="iṧļiḓé" descr="c40c66ae-48a7-48c3-af94-c51bda3624d0">
              <a:extLst>
                <a:ext uri="{FF2B5EF4-FFF2-40B4-BE49-F238E27FC236}">
                  <a16:creationId xmlns:a16="http://schemas.microsoft.com/office/drawing/2014/main" id="{E8F9E0B7-E436-46B3-A2F3-E721C3E99D95}"/>
                </a:ext>
              </a:extLst>
            </p:cNvPr>
            <p:cNvSpPr/>
            <p:nvPr/>
          </p:nvSpPr>
          <p:spPr>
            <a:xfrm>
              <a:off x="8399619" y="4697575"/>
              <a:ext cx="1013472" cy="1013471"/>
            </a:xfrm>
            <a:prstGeom prst="arc">
              <a:avLst>
                <a:gd name="adj1" fmla="val 15460543"/>
                <a:gd name="adj2" fmla="val 13051901"/>
              </a:avLst>
            </a:prstGeom>
            <a:ln w="25400" cap="rnd">
              <a:solidFill>
                <a:schemeClr val="tx2">
                  <a:alpha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grpSp>
          <p:nvGrpSpPr>
            <p:cNvPr id="13" name="组合 12" descr="7150a495-cafe-4fcd-8b91-7d6614e03c76">
              <a:extLst>
                <a:ext uri="{FF2B5EF4-FFF2-40B4-BE49-F238E27FC236}">
                  <a16:creationId xmlns:a16="http://schemas.microsoft.com/office/drawing/2014/main" id="{8A4297F5-ED7F-F27F-410B-4141AC5DCF5B}"/>
                </a:ext>
              </a:extLst>
            </p:cNvPr>
            <p:cNvGrpSpPr/>
            <p:nvPr/>
          </p:nvGrpSpPr>
          <p:grpSpPr>
            <a:xfrm>
              <a:off x="8546355" y="4325815"/>
              <a:ext cx="2986834" cy="1808285"/>
              <a:chOff x="8546355" y="4325815"/>
              <a:chExt cx="2986834" cy="1808285"/>
            </a:xfrm>
          </p:grpSpPr>
          <p:sp>
            <p:nvSpPr>
              <p:cNvPr id="17" name="IconBackground3" descr="c7b34c30-f5f8-4efb-955d-0df686e53891">
                <a:extLst>
                  <a:ext uri="{FF2B5EF4-FFF2-40B4-BE49-F238E27FC236}">
                    <a16:creationId xmlns:a16="http://schemas.microsoft.com/office/drawing/2014/main" id="{DCE27AA2-C9E7-488B-AE89-FC8E0292AB88}"/>
                  </a:ext>
                </a:extLst>
              </p:cNvPr>
              <p:cNvSpPr/>
              <p:nvPr/>
            </p:nvSpPr>
            <p:spPr>
              <a:xfrm>
                <a:off x="8546355" y="4844310"/>
                <a:ext cx="720000" cy="720000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 w="1905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8" name="Icon3" descr="a0a20701-44af-43aa-b8b4-e1fbaccfad2a">
                <a:extLst>
                  <a:ext uri="{FF2B5EF4-FFF2-40B4-BE49-F238E27FC236}">
                    <a16:creationId xmlns:a16="http://schemas.microsoft.com/office/drawing/2014/main" id="{A8AD03E6-A836-4E81-A74D-9EC9CDD9F969}"/>
                  </a:ext>
                </a:extLst>
              </p:cNvPr>
              <p:cNvSpPr/>
              <p:nvPr/>
            </p:nvSpPr>
            <p:spPr>
              <a:xfrm>
                <a:off x="8736165" y="5017952"/>
                <a:ext cx="340379" cy="372717"/>
              </a:xfrm>
              <a:custGeom>
                <a:avLst/>
                <a:gdLst>
                  <a:gd name="connsiteX0" fmla="*/ 367478 w 487121"/>
                  <a:gd name="connsiteY0" fmla="*/ 621 h 533400"/>
                  <a:gd name="connsiteX1" fmla="*/ 367478 w 487121"/>
                  <a:gd name="connsiteY1" fmla="*/ 19671 h 533400"/>
                  <a:gd name="connsiteX2" fmla="*/ 338903 w 487121"/>
                  <a:gd name="connsiteY2" fmla="*/ 19671 h 533400"/>
                  <a:gd name="connsiteX3" fmla="*/ 338903 w 487121"/>
                  <a:gd name="connsiteY3" fmla="*/ 135876 h 533400"/>
                  <a:gd name="connsiteX4" fmla="*/ 340808 w 487121"/>
                  <a:gd name="connsiteY4" fmla="*/ 145401 h 533400"/>
                  <a:gd name="connsiteX5" fmla="*/ 341761 w 487121"/>
                  <a:gd name="connsiteY5" fmla="*/ 147306 h 533400"/>
                  <a:gd name="connsiteX6" fmla="*/ 482731 w 487121"/>
                  <a:gd name="connsiteY6" fmla="*/ 464489 h 533400"/>
                  <a:gd name="connsiteX7" fmla="*/ 483683 w 487121"/>
                  <a:gd name="connsiteY7" fmla="*/ 509256 h 533400"/>
                  <a:gd name="connsiteX8" fmla="*/ 447488 w 487121"/>
                  <a:gd name="connsiteY8" fmla="*/ 534021 h 533400"/>
                  <a:gd name="connsiteX9" fmla="*/ 447488 w 487121"/>
                  <a:gd name="connsiteY9" fmla="*/ 534021 h 533400"/>
                  <a:gd name="connsiteX10" fmla="*/ 40771 w 487121"/>
                  <a:gd name="connsiteY10" fmla="*/ 534021 h 533400"/>
                  <a:gd name="connsiteX11" fmla="*/ 4576 w 487121"/>
                  <a:gd name="connsiteY11" fmla="*/ 509256 h 533400"/>
                  <a:gd name="connsiteX12" fmla="*/ 5528 w 487121"/>
                  <a:gd name="connsiteY12" fmla="*/ 464489 h 533400"/>
                  <a:gd name="connsiteX13" fmla="*/ 5528 w 487121"/>
                  <a:gd name="connsiteY13" fmla="*/ 464489 h 533400"/>
                  <a:gd name="connsiteX14" fmla="*/ 146498 w 487121"/>
                  <a:gd name="connsiteY14" fmla="*/ 147306 h 533400"/>
                  <a:gd name="connsiteX15" fmla="*/ 149356 w 487121"/>
                  <a:gd name="connsiteY15" fmla="*/ 135876 h 533400"/>
                  <a:gd name="connsiteX16" fmla="*/ 149356 w 487121"/>
                  <a:gd name="connsiteY16" fmla="*/ 135876 h 533400"/>
                  <a:gd name="connsiteX17" fmla="*/ 149356 w 487121"/>
                  <a:gd name="connsiteY17" fmla="*/ 19671 h 533400"/>
                  <a:gd name="connsiteX18" fmla="*/ 120781 w 487121"/>
                  <a:gd name="connsiteY18" fmla="*/ 19671 h 533400"/>
                  <a:gd name="connsiteX19" fmla="*/ 120781 w 487121"/>
                  <a:gd name="connsiteY19" fmla="*/ 621 h 533400"/>
                  <a:gd name="connsiteX20" fmla="*/ 367478 w 487121"/>
                  <a:gd name="connsiteY20" fmla="*/ 621 h 533400"/>
                  <a:gd name="connsiteX21" fmla="*/ 252226 w 487121"/>
                  <a:gd name="connsiteY21" fmla="*/ 415911 h 533400"/>
                  <a:gd name="connsiteX22" fmla="*/ 249368 w 487121"/>
                  <a:gd name="connsiteY22" fmla="*/ 417816 h 533400"/>
                  <a:gd name="connsiteX23" fmla="*/ 50296 w 487121"/>
                  <a:gd name="connsiteY23" fmla="*/ 409244 h 533400"/>
                  <a:gd name="connsiteX24" fmla="*/ 22673 w 487121"/>
                  <a:gd name="connsiteY24" fmla="*/ 471156 h 533400"/>
                  <a:gd name="connsiteX25" fmla="*/ 21721 w 487121"/>
                  <a:gd name="connsiteY25" fmla="*/ 501636 h 533400"/>
                  <a:gd name="connsiteX26" fmla="*/ 39818 w 487121"/>
                  <a:gd name="connsiteY26" fmla="*/ 514019 h 533400"/>
                  <a:gd name="connsiteX27" fmla="*/ 39818 w 487121"/>
                  <a:gd name="connsiteY27" fmla="*/ 514019 h 533400"/>
                  <a:gd name="connsiteX28" fmla="*/ 446536 w 487121"/>
                  <a:gd name="connsiteY28" fmla="*/ 514019 h 533400"/>
                  <a:gd name="connsiteX29" fmla="*/ 464633 w 487121"/>
                  <a:gd name="connsiteY29" fmla="*/ 501636 h 533400"/>
                  <a:gd name="connsiteX30" fmla="*/ 463681 w 487121"/>
                  <a:gd name="connsiteY30" fmla="*/ 471156 h 533400"/>
                  <a:gd name="connsiteX31" fmla="*/ 463681 w 487121"/>
                  <a:gd name="connsiteY31" fmla="*/ 471156 h 533400"/>
                  <a:gd name="connsiteX32" fmla="*/ 435106 w 487121"/>
                  <a:gd name="connsiteY32" fmla="*/ 407339 h 533400"/>
                  <a:gd name="connsiteX33" fmla="*/ 434153 w 487121"/>
                  <a:gd name="connsiteY33" fmla="*/ 407339 h 533400"/>
                  <a:gd name="connsiteX34" fmla="*/ 252226 w 487121"/>
                  <a:gd name="connsiteY34" fmla="*/ 415911 h 533400"/>
                  <a:gd name="connsiteX35" fmla="*/ 319853 w 487121"/>
                  <a:gd name="connsiteY35" fmla="*/ 19671 h 533400"/>
                  <a:gd name="connsiteX36" fmla="*/ 167453 w 487121"/>
                  <a:gd name="connsiteY36" fmla="*/ 19671 h 533400"/>
                  <a:gd name="connsiteX37" fmla="*/ 167453 w 487121"/>
                  <a:gd name="connsiteY37" fmla="*/ 135876 h 533400"/>
                  <a:gd name="connsiteX38" fmla="*/ 164596 w 487121"/>
                  <a:gd name="connsiteY38" fmla="*/ 153021 h 533400"/>
                  <a:gd name="connsiteX39" fmla="*/ 164596 w 487121"/>
                  <a:gd name="connsiteY39" fmla="*/ 153021 h 533400"/>
                  <a:gd name="connsiteX40" fmla="*/ 163643 w 487121"/>
                  <a:gd name="connsiteY40" fmla="*/ 155879 h 533400"/>
                  <a:gd name="connsiteX41" fmla="*/ 57916 w 487121"/>
                  <a:gd name="connsiteY41" fmla="*/ 393051 h 533400"/>
                  <a:gd name="connsiteX42" fmla="*/ 235081 w 487121"/>
                  <a:gd name="connsiteY42" fmla="*/ 405434 h 533400"/>
                  <a:gd name="connsiteX43" fmla="*/ 237938 w 487121"/>
                  <a:gd name="connsiteY43" fmla="*/ 403529 h 533400"/>
                  <a:gd name="connsiteX44" fmla="*/ 424628 w 487121"/>
                  <a:gd name="connsiteY44" fmla="*/ 383526 h 533400"/>
                  <a:gd name="connsiteX45" fmla="*/ 323663 w 487121"/>
                  <a:gd name="connsiteY45" fmla="*/ 155879 h 533400"/>
                  <a:gd name="connsiteX46" fmla="*/ 319853 w 487121"/>
                  <a:gd name="connsiteY46" fmla="*/ 136829 h 533400"/>
                  <a:gd name="connsiteX47" fmla="*/ 319853 w 487121"/>
                  <a:gd name="connsiteY47" fmla="*/ 136829 h 533400"/>
                  <a:gd name="connsiteX48" fmla="*/ 319853 w 487121"/>
                  <a:gd name="connsiteY48" fmla="*/ 19671 h 533400"/>
                  <a:gd name="connsiteX49" fmla="*/ 305566 w 487121"/>
                  <a:gd name="connsiteY49" fmla="*/ 248271 h 533400"/>
                  <a:gd name="connsiteX50" fmla="*/ 348428 w 487121"/>
                  <a:gd name="connsiteY50" fmla="*/ 291134 h 533400"/>
                  <a:gd name="connsiteX51" fmla="*/ 305566 w 487121"/>
                  <a:gd name="connsiteY51" fmla="*/ 333996 h 533400"/>
                  <a:gd name="connsiteX52" fmla="*/ 262703 w 487121"/>
                  <a:gd name="connsiteY52" fmla="*/ 291134 h 533400"/>
                  <a:gd name="connsiteX53" fmla="*/ 305566 w 487121"/>
                  <a:gd name="connsiteY53" fmla="*/ 248271 h 533400"/>
                  <a:gd name="connsiteX54" fmla="*/ 305566 w 487121"/>
                  <a:gd name="connsiteY54" fmla="*/ 267321 h 533400"/>
                  <a:gd name="connsiteX55" fmla="*/ 281753 w 487121"/>
                  <a:gd name="connsiteY55" fmla="*/ 291134 h 533400"/>
                  <a:gd name="connsiteX56" fmla="*/ 305566 w 487121"/>
                  <a:gd name="connsiteY56" fmla="*/ 314946 h 533400"/>
                  <a:gd name="connsiteX57" fmla="*/ 329378 w 487121"/>
                  <a:gd name="connsiteY57" fmla="*/ 291134 h 533400"/>
                  <a:gd name="connsiteX58" fmla="*/ 305566 w 487121"/>
                  <a:gd name="connsiteY58" fmla="*/ 26732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87121" h="533400">
                    <a:moveTo>
                      <a:pt x="367478" y="621"/>
                    </a:moveTo>
                    <a:lnTo>
                      <a:pt x="367478" y="19671"/>
                    </a:lnTo>
                    <a:lnTo>
                      <a:pt x="338903" y="19671"/>
                    </a:lnTo>
                    <a:lnTo>
                      <a:pt x="338903" y="135876"/>
                    </a:lnTo>
                    <a:cubicBezTo>
                      <a:pt x="338903" y="138734"/>
                      <a:pt x="339856" y="142544"/>
                      <a:pt x="340808" y="145401"/>
                    </a:cubicBezTo>
                    <a:lnTo>
                      <a:pt x="341761" y="147306"/>
                    </a:lnTo>
                    <a:lnTo>
                      <a:pt x="482731" y="464489"/>
                    </a:lnTo>
                    <a:cubicBezTo>
                      <a:pt x="489398" y="478776"/>
                      <a:pt x="489398" y="494969"/>
                      <a:pt x="483683" y="509256"/>
                    </a:cubicBezTo>
                    <a:cubicBezTo>
                      <a:pt x="477968" y="524496"/>
                      <a:pt x="463681" y="534021"/>
                      <a:pt x="447488" y="534021"/>
                    </a:cubicBezTo>
                    <a:lnTo>
                      <a:pt x="447488" y="534021"/>
                    </a:lnTo>
                    <a:lnTo>
                      <a:pt x="40771" y="534021"/>
                    </a:lnTo>
                    <a:cubicBezTo>
                      <a:pt x="24578" y="534021"/>
                      <a:pt x="10291" y="524496"/>
                      <a:pt x="4576" y="509256"/>
                    </a:cubicBezTo>
                    <a:cubicBezTo>
                      <a:pt x="-1139" y="494969"/>
                      <a:pt x="-187" y="478776"/>
                      <a:pt x="5528" y="464489"/>
                    </a:cubicBezTo>
                    <a:lnTo>
                      <a:pt x="5528" y="464489"/>
                    </a:lnTo>
                    <a:lnTo>
                      <a:pt x="146498" y="147306"/>
                    </a:lnTo>
                    <a:cubicBezTo>
                      <a:pt x="148403" y="143496"/>
                      <a:pt x="149356" y="139686"/>
                      <a:pt x="149356" y="135876"/>
                    </a:cubicBezTo>
                    <a:lnTo>
                      <a:pt x="149356" y="135876"/>
                    </a:lnTo>
                    <a:lnTo>
                      <a:pt x="149356" y="19671"/>
                    </a:lnTo>
                    <a:lnTo>
                      <a:pt x="120781" y="19671"/>
                    </a:lnTo>
                    <a:lnTo>
                      <a:pt x="120781" y="621"/>
                    </a:lnTo>
                    <a:lnTo>
                      <a:pt x="367478" y="621"/>
                    </a:lnTo>
                    <a:close/>
                    <a:moveTo>
                      <a:pt x="252226" y="415911"/>
                    </a:moveTo>
                    <a:lnTo>
                      <a:pt x="249368" y="417816"/>
                    </a:lnTo>
                    <a:cubicBezTo>
                      <a:pt x="194123" y="456869"/>
                      <a:pt x="118876" y="453059"/>
                      <a:pt x="50296" y="409244"/>
                    </a:cubicBezTo>
                    <a:lnTo>
                      <a:pt x="22673" y="471156"/>
                    </a:lnTo>
                    <a:cubicBezTo>
                      <a:pt x="18863" y="480681"/>
                      <a:pt x="17911" y="491159"/>
                      <a:pt x="21721" y="501636"/>
                    </a:cubicBezTo>
                    <a:cubicBezTo>
                      <a:pt x="24578" y="509256"/>
                      <a:pt x="32198" y="514019"/>
                      <a:pt x="39818" y="514019"/>
                    </a:cubicBezTo>
                    <a:lnTo>
                      <a:pt x="39818" y="514019"/>
                    </a:lnTo>
                    <a:lnTo>
                      <a:pt x="446536" y="514019"/>
                    </a:lnTo>
                    <a:cubicBezTo>
                      <a:pt x="455108" y="514019"/>
                      <a:pt x="461776" y="509256"/>
                      <a:pt x="464633" y="501636"/>
                    </a:cubicBezTo>
                    <a:cubicBezTo>
                      <a:pt x="468443" y="492111"/>
                      <a:pt x="468443" y="480681"/>
                      <a:pt x="463681" y="471156"/>
                    </a:cubicBezTo>
                    <a:lnTo>
                      <a:pt x="463681" y="471156"/>
                    </a:lnTo>
                    <a:lnTo>
                      <a:pt x="435106" y="407339"/>
                    </a:lnTo>
                    <a:lnTo>
                      <a:pt x="434153" y="407339"/>
                    </a:lnTo>
                    <a:cubicBezTo>
                      <a:pt x="374146" y="378764"/>
                      <a:pt x="301756" y="382574"/>
                      <a:pt x="252226" y="415911"/>
                    </a:cubicBezTo>
                    <a:close/>
                    <a:moveTo>
                      <a:pt x="319853" y="19671"/>
                    </a:moveTo>
                    <a:lnTo>
                      <a:pt x="167453" y="19671"/>
                    </a:lnTo>
                    <a:lnTo>
                      <a:pt x="167453" y="135876"/>
                    </a:lnTo>
                    <a:cubicBezTo>
                      <a:pt x="167453" y="141591"/>
                      <a:pt x="166501" y="147306"/>
                      <a:pt x="164596" y="153021"/>
                    </a:cubicBezTo>
                    <a:lnTo>
                      <a:pt x="164596" y="153021"/>
                    </a:lnTo>
                    <a:lnTo>
                      <a:pt x="163643" y="155879"/>
                    </a:lnTo>
                    <a:lnTo>
                      <a:pt x="57916" y="393051"/>
                    </a:lnTo>
                    <a:cubicBezTo>
                      <a:pt x="119828" y="433056"/>
                      <a:pt x="186503" y="437819"/>
                      <a:pt x="235081" y="405434"/>
                    </a:cubicBezTo>
                    <a:lnTo>
                      <a:pt x="237938" y="403529"/>
                    </a:lnTo>
                    <a:cubicBezTo>
                      <a:pt x="289373" y="367334"/>
                      <a:pt x="360811" y="360666"/>
                      <a:pt x="424628" y="383526"/>
                    </a:cubicBezTo>
                    <a:lnTo>
                      <a:pt x="323663" y="155879"/>
                    </a:lnTo>
                    <a:cubicBezTo>
                      <a:pt x="320806" y="150164"/>
                      <a:pt x="319853" y="143496"/>
                      <a:pt x="319853" y="136829"/>
                    </a:cubicBezTo>
                    <a:lnTo>
                      <a:pt x="319853" y="136829"/>
                    </a:lnTo>
                    <a:lnTo>
                      <a:pt x="319853" y="19671"/>
                    </a:lnTo>
                    <a:close/>
                    <a:moveTo>
                      <a:pt x="305566" y="248271"/>
                    </a:moveTo>
                    <a:cubicBezTo>
                      <a:pt x="329378" y="248271"/>
                      <a:pt x="348428" y="267321"/>
                      <a:pt x="348428" y="291134"/>
                    </a:cubicBezTo>
                    <a:cubicBezTo>
                      <a:pt x="348428" y="314946"/>
                      <a:pt x="329378" y="333996"/>
                      <a:pt x="305566" y="333996"/>
                    </a:cubicBezTo>
                    <a:cubicBezTo>
                      <a:pt x="281753" y="333996"/>
                      <a:pt x="262703" y="314946"/>
                      <a:pt x="262703" y="291134"/>
                    </a:cubicBezTo>
                    <a:cubicBezTo>
                      <a:pt x="262703" y="267321"/>
                      <a:pt x="281753" y="248271"/>
                      <a:pt x="305566" y="248271"/>
                    </a:cubicBezTo>
                    <a:close/>
                    <a:moveTo>
                      <a:pt x="305566" y="267321"/>
                    </a:moveTo>
                    <a:cubicBezTo>
                      <a:pt x="292231" y="267321"/>
                      <a:pt x="281753" y="277799"/>
                      <a:pt x="281753" y="291134"/>
                    </a:cubicBezTo>
                    <a:cubicBezTo>
                      <a:pt x="281753" y="304469"/>
                      <a:pt x="292231" y="314946"/>
                      <a:pt x="305566" y="314946"/>
                    </a:cubicBezTo>
                    <a:cubicBezTo>
                      <a:pt x="318901" y="314946"/>
                      <a:pt x="329378" y="304469"/>
                      <a:pt x="329378" y="291134"/>
                    </a:cubicBezTo>
                    <a:cubicBezTo>
                      <a:pt x="329378" y="277799"/>
                      <a:pt x="318901" y="267321"/>
                      <a:pt x="305566" y="2673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52" name="Bullet3" descr="c303889b-bfd0-4c4b-a6d0-91303f387c9a">
                <a:extLst>
                  <a:ext uri="{FF2B5EF4-FFF2-40B4-BE49-F238E27FC236}">
                    <a16:creationId xmlns:a16="http://schemas.microsoft.com/office/drawing/2014/main" id="{86CB792E-1986-4CE5-99D2-8B89F67473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56164" y="4325815"/>
                <a:ext cx="2077024" cy="607745"/>
              </a:xfrm>
              <a:prstGeom prst="rect">
                <a:avLst/>
              </a:prstGeom>
              <a:noFill/>
            </p:spPr>
            <p:txBody>
              <a:bodyPr wrap="square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负责人</a:t>
                </a:r>
              </a:p>
            </p:txBody>
          </p:sp>
          <p:sp>
            <p:nvSpPr>
              <p:cNvPr id="53" name="Text3" descr="0a6a0ea3-092a-463d-b686-40638ae9e1d6">
                <a:extLst>
                  <a:ext uri="{FF2B5EF4-FFF2-40B4-BE49-F238E27FC236}">
                    <a16:creationId xmlns:a16="http://schemas.microsoft.com/office/drawing/2014/main" id="{54931A12-E96C-40DF-BE42-375ADD9DF1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56165" y="4933560"/>
                <a:ext cx="2077024" cy="120054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由张贵新负责测试工作，已完成全员培训。</a:t>
                </a:r>
              </a:p>
            </p:txBody>
          </p:sp>
        </p:grp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/>
              </a:rPr>
              <a:t>Postman接口测试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0b8ed32a-c149-4ffd-879b-a448e704ef0f.source.3.zh-Hans.pptx" descr="58a037fc-4952-42e4-a3df-ed8a34b94245">
            <a:extLst>
              <a:ext uri="{FF2B5EF4-FFF2-40B4-BE49-F238E27FC236}">
                <a16:creationId xmlns:a16="http://schemas.microsoft.com/office/drawing/2014/main" id="{1AB135B7-4F04-04D8-1DCC-3653EAEDE79B}"/>
              </a:ext>
            </a:extLst>
          </p:cNvPr>
          <p:cNvGrpSpPr/>
          <p:nvPr/>
        </p:nvGrpSpPr>
        <p:grpSpPr>
          <a:xfrm>
            <a:off x="660400" y="1130299"/>
            <a:ext cx="10859926" cy="4504437"/>
            <a:chOff x="660400" y="1130299"/>
            <a:chExt cx="10859926" cy="4504437"/>
          </a:xfrm>
        </p:grpSpPr>
        <p:grpSp>
          <p:nvGrpSpPr>
            <p:cNvPr id="5" name="组合 4" descr="7d2d40f7-6b4d-4487-b241-793ef6a40ae2"/>
            <p:cNvGrpSpPr/>
            <p:nvPr/>
          </p:nvGrpSpPr>
          <p:grpSpPr>
            <a:xfrm>
              <a:off x="660400" y="2443578"/>
              <a:ext cx="10859926" cy="3191158"/>
              <a:chOff x="660400" y="2443578"/>
              <a:chExt cx="10859926" cy="3191158"/>
            </a:xfrm>
          </p:grpSpPr>
          <p:grpSp>
            <p:nvGrpSpPr>
              <p:cNvPr id="4" name="组合 3" descr="23016b03-af97-4647-bea0-8d6b785ca191">
                <a:extLst>
                  <a:ext uri="{FF2B5EF4-FFF2-40B4-BE49-F238E27FC236}">
                    <a16:creationId xmlns:a16="http://schemas.microsoft.com/office/drawing/2014/main" id="{E5666097-597F-9B05-F664-8D456AFDB891}"/>
                  </a:ext>
                </a:extLst>
              </p:cNvPr>
              <p:cNvGrpSpPr/>
              <p:nvPr/>
            </p:nvGrpSpPr>
            <p:grpSpPr>
              <a:xfrm>
                <a:off x="660400" y="2443578"/>
                <a:ext cx="3191158" cy="3191158"/>
                <a:chOff x="660400" y="2443578"/>
                <a:chExt cx="3191158" cy="3191158"/>
              </a:xfrm>
            </p:grpSpPr>
            <p:sp>
              <p:nvSpPr>
                <p:cNvPr id="27" name="任意多边形: 形状 26" descr="149aefa9-43ef-40e7-9169-21c4ef0667b2">
                  <a:extLst>
                    <a:ext uri="{FF2B5EF4-FFF2-40B4-BE49-F238E27FC236}">
                      <a16:creationId xmlns:a16="http://schemas.microsoft.com/office/drawing/2014/main" id="{D29A827E-44D3-028C-FA4A-FB8A7839383A}"/>
                    </a:ext>
                  </a:extLst>
                </p:cNvPr>
                <p:cNvSpPr/>
                <p:nvPr/>
              </p:nvSpPr>
              <p:spPr bwMode="auto">
                <a:xfrm>
                  <a:off x="660400" y="2443578"/>
                  <a:ext cx="3191158" cy="3191158"/>
                </a:xfrm>
                <a:custGeom>
                  <a:avLst/>
                  <a:gdLst>
                    <a:gd name="T0" fmla="*/ 283 w 566"/>
                    <a:gd name="T1" fmla="*/ 566 h 566"/>
                    <a:gd name="T2" fmla="*/ 0 w 566"/>
                    <a:gd name="T3" fmla="*/ 383 h 566"/>
                    <a:gd name="T4" fmla="*/ 97 w 566"/>
                    <a:gd name="T5" fmla="*/ 136 h 566"/>
                    <a:gd name="T6" fmla="*/ 283 w 566"/>
                    <a:gd name="T7" fmla="*/ 0 h 566"/>
                    <a:gd name="T8" fmla="*/ 469 w 566"/>
                    <a:gd name="T9" fmla="*/ 136 h 566"/>
                    <a:gd name="T10" fmla="*/ 566 w 566"/>
                    <a:gd name="T11" fmla="*/ 383 h 566"/>
                    <a:gd name="T12" fmla="*/ 283 w 566"/>
                    <a:gd name="T13" fmla="*/ 566 h 5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66" h="566">
                      <a:moveTo>
                        <a:pt x="283" y="566"/>
                      </a:moveTo>
                      <a:cubicBezTo>
                        <a:pt x="93" y="566"/>
                        <a:pt x="0" y="506"/>
                        <a:pt x="0" y="383"/>
                      </a:cubicBezTo>
                      <a:cubicBezTo>
                        <a:pt x="0" y="314"/>
                        <a:pt x="37" y="219"/>
                        <a:pt x="97" y="136"/>
                      </a:cubicBezTo>
                      <a:cubicBezTo>
                        <a:pt x="158" y="51"/>
                        <a:pt x="228" y="0"/>
                        <a:pt x="283" y="0"/>
                      </a:cubicBezTo>
                      <a:cubicBezTo>
                        <a:pt x="338" y="0"/>
                        <a:pt x="408" y="51"/>
                        <a:pt x="469" y="136"/>
                      </a:cubicBezTo>
                      <a:cubicBezTo>
                        <a:pt x="529" y="219"/>
                        <a:pt x="566" y="314"/>
                        <a:pt x="566" y="383"/>
                      </a:cubicBezTo>
                      <a:cubicBezTo>
                        <a:pt x="566" y="506"/>
                        <a:pt x="473" y="566"/>
                        <a:pt x="283" y="566"/>
                      </a:cubicBez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  <a:endParaRPr/>
                </a:p>
              </p:txBody>
            </p:sp>
            <p:sp>
              <p:nvSpPr>
                <p:cNvPr id="11" name="Number1" descr="75f1b7cc-63df-4a30-9165-2cbaa6bd0922">
                  <a:extLst>
                    <a:ext uri="{FF2B5EF4-FFF2-40B4-BE49-F238E27FC236}">
                      <a16:creationId xmlns:a16="http://schemas.microsoft.com/office/drawing/2014/main" id="{1E32FD11-DE4E-4490-8A56-BFED0A23E6A3}"/>
                    </a:ext>
                  </a:extLst>
                </p:cNvPr>
                <p:cNvSpPr txBox="1"/>
                <p:nvPr/>
              </p:nvSpPr>
              <p:spPr>
                <a:xfrm>
                  <a:off x="1849458" y="3057263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b" anchorCtr="0">
                  <a:spAutoFit/>
                </a:bodyPr>
                <a:lstStyle/>
                <a:p>
                  <a:pPr algn="ctr"/>
                  <a:r>
                    <a:rPr lang="en-US" sz="4400" b="1" i="0" u="none">
                      <a:solidFill>
                        <a:srgbClr val="768394"/>
                      </a:solidFill>
                      <a:latin typeface="Arial"/>
                    </a:rPr>
                    <a:t>01</a:t>
                  </a:r>
                </a:p>
              </p:txBody>
            </p:sp>
            <p:sp>
              <p:nvSpPr>
                <p:cNvPr id="12" name="Bullet1" descr="6ef76004-67e9-4f42-be9d-e913977692b6">
                  <a:extLst>
                    <a:ext uri="{FF2B5EF4-FFF2-40B4-BE49-F238E27FC236}">
                      <a16:creationId xmlns:a16="http://schemas.microsoft.com/office/drawing/2014/main" id="{9A220221-6B27-4C0E-85A7-3EDD492A3815}"/>
                    </a:ext>
                  </a:extLst>
                </p:cNvPr>
                <p:cNvSpPr/>
                <p:nvPr/>
              </p:nvSpPr>
              <p:spPr>
                <a:xfrm>
                  <a:off x="926472" y="3945871"/>
                  <a:ext cx="2659014" cy="45379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sz="1800" b="1" i="0" u="none">
                      <a:solidFill>
                        <a:srgbClr val="000000"/>
                      </a:solidFill>
                      <a:ea typeface="微软雅黑"/>
                    </a:rPr>
                    <a:t>学习内容</a:t>
                  </a:r>
                </a:p>
              </p:txBody>
            </p:sp>
            <p:sp>
              <p:nvSpPr>
                <p:cNvPr id="13" name="Text1" descr="ada3acfa-26af-4faa-b229-f1deb19dc9c4">
                  <a:extLst>
                    <a:ext uri="{FF2B5EF4-FFF2-40B4-BE49-F238E27FC236}">
                      <a16:creationId xmlns:a16="http://schemas.microsoft.com/office/drawing/2014/main" id="{8F246B1B-F2D7-41AC-A402-26CE399425AA}"/>
                    </a:ext>
                  </a:extLst>
                </p:cNvPr>
                <p:cNvSpPr/>
                <p:nvPr/>
              </p:nvSpPr>
              <p:spPr>
                <a:xfrm>
                  <a:off x="926472" y="4399669"/>
                  <a:ext cx="2659014" cy="67165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/>
                    </a:rPr>
                    <a:t>学习服务器连接、文件传输等远程管理操作。</a:t>
                  </a:r>
                </a:p>
              </p:txBody>
            </p:sp>
          </p:grpSp>
          <p:grpSp>
            <p:nvGrpSpPr>
              <p:cNvPr id="3" name="组合 2" descr="c8bb901f-d55a-494c-959f-8e1bff4a7816">
                <a:extLst>
                  <a:ext uri="{FF2B5EF4-FFF2-40B4-BE49-F238E27FC236}">
                    <a16:creationId xmlns:a16="http://schemas.microsoft.com/office/drawing/2014/main" id="{F8A98A6B-4DAC-36FE-A9E8-650F1546CCC2}"/>
                  </a:ext>
                </a:extLst>
              </p:cNvPr>
              <p:cNvGrpSpPr/>
              <p:nvPr/>
            </p:nvGrpSpPr>
            <p:grpSpPr>
              <a:xfrm>
                <a:off x="4494784" y="2443578"/>
                <a:ext cx="3191158" cy="3191158"/>
                <a:chOff x="4580128" y="2443578"/>
                <a:chExt cx="3191158" cy="3191158"/>
              </a:xfrm>
            </p:grpSpPr>
            <p:sp>
              <p:nvSpPr>
                <p:cNvPr id="28" name="任意多边形: 形状 27" descr="e5294424-d267-4b05-a522-f9557ffeb718">
                  <a:extLst>
                    <a:ext uri="{FF2B5EF4-FFF2-40B4-BE49-F238E27FC236}">
                      <a16:creationId xmlns:a16="http://schemas.microsoft.com/office/drawing/2014/main" id="{9731DC42-95DE-C4E6-63C2-CE9D9C2D9622}"/>
                    </a:ext>
                  </a:extLst>
                </p:cNvPr>
                <p:cNvSpPr/>
                <p:nvPr/>
              </p:nvSpPr>
              <p:spPr bwMode="auto">
                <a:xfrm>
                  <a:off x="4580128" y="2443578"/>
                  <a:ext cx="3191158" cy="3191158"/>
                </a:xfrm>
                <a:custGeom>
                  <a:avLst/>
                  <a:gdLst>
                    <a:gd name="T0" fmla="*/ 283 w 566"/>
                    <a:gd name="T1" fmla="*/ 566 h 566"/>
                    <a:gd name="T2" fmla="*/ 0 w 566"/>
                    <a:gd name="T3" fmla="*/ 383 h 566"/>
                    <a:gd name="T4" fmla="*/ 97 w 566"/>
                    <a:gd name="T5" fmla="*/ 136 h 566"/>
                    <a:gd name="T6" fmla="*/ 283 w 566"/>
                    <a:gd name="T7" fmla="*/ 0 h 566"/>
                    <a:gd name="T8" fmla="*/ 469 w 566"/>
                    <a:gd name="T9" fmla="*/ 136 h 566"/>
                    <a:gd name="T10" fmla="*/ 566 w 566"/>
                    <a:gd name="T11" fmla="*/ 383 h 566"/>
                    <a:gd name="T12" fmla="*/ 283 w 566"/>
                    <a:gd name="T13" fmla="*/ 566 h 5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66" h="566">
                      <a:moveTo>
                        <a:pt x="283" y="566"/>
                      </a:moveTo>
                      <a:cubicBezTo>
                        <a:pt x="93" y="566"/>
                        <a:pt x="0" y="506"/>
                        <a:pt x="0" y="383"/>
                      </a:cubicBezTo>
                      <a:cubicBezTo>
                        <a:pt x="0" y="314"/>
                        <a:pt x="37" y="219"/>
                        <a:pt x="97" y="136"/>
                      </a:cubicBezTo>
                      <a:cubicBezTo>
                        <a:pt x="158" y="51"/>
                        <a:pt x="228" y="0"/>
                        <a:pt x="283" y="0"/>
                      </a:cubicBezTo>
                      <a:cubicBezTo>
                        <a:pt x="338" y="0"/>
                        <a:pt x="408" y="51"/>
                        <a:pt x="469" y="136"/>
                      </a:cubicBezTo>
                      <a:cubicBezTo>
                        <a:pt x="529" y="219"/>
                        <a:pt x="566" y="314"/>
                        <a:pt x="566" y="383"/>
                      </a:cubicBezTo>
                      <a:cubicBezTo>
                        <a:pt x="566" y="506"/>
                        <a:pt x="473" y="566"/>
                        <a:pt x="283" y="566"/>
                      </a:cubicBezTo>
                      <a:close/>
                    </a:path>
                  </a:pathLst>
                </a:custGeom>
                <a:solidFill>
                  <a:schemeClr val="accent1">
                    <a:alpha val="15000"/>
                  </a:scheme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  <a:endParaRPr/>
                </a:p>
              </p:txBody>
            </p:sp>
            <p:sp>
              <p:nvSpPr>
                <p:cNvPr id="17" name="Number2" descr="1030a037-592c-4036-84d1-3f4b3df1c616">
                  <a:extLst>
                    <a:ext uri="{FF2B5EF4-FFF2-40B4-BE49-F238E27FC236}">
                      <a16:creationId xmlns:a16="http://schemas.microsoft.com/office/drawing/2014/main" id="{16F13626-5669-4780-B2D5-F379A7DA4BD1}"/>
                    </a:ext>
                  </a:extLst>
                </p:cNvPr>
                <p:cNvSpPr txBox="1"/>
                <p:nvPr/>
              </p:nvSpPr>
              <p:spPr>
                <a:xfrm>
                  <a:off x="5769186" y="3057263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b" anchorCtr="0">
                  <a:spAutoFit/>
                </a:bodyPr>
                <a:lstStyle/>
                <a:p>
                  <a:pPr algn="ctr"/>
                  <a:r>
                    <a:rPr lang="en-US" sz="4400" b="1" i="0" u="none">
                      <a:solidFill>
                        <a:srgbClr val="454545"/>
                      </a:solidFill>
                      <a:latin typeface="Arial"/>
                    </a:rPr>
                    <a:t>02</a:t>
                  </a:r>
                </a:p>
              </p:txBody>
            </p:sp>
            <p:sp>
              <p:nvSpPr>
                <p:cNvPr id="18" name="Bullet2" descr="df508b9e-62f7-43d2-ba52-207b8df4c1b8">
                  <a:extLst>
                    <a:ext uri="{FF2B5EF4-FFF2-40B4-BE49-F238E27FC236}">
                      <a16:creationId xmlns:a16="http://schemas.microsoft.com/office/drawing/2014/main" id="{68404E4A-0E7C-4624-85CD-F71732334EE2}"/>
                    </a:ext>
                  </a:extLst>
                </p:cNvPr>
                <p:cNvSpPr/>
                <p:nvPr/>
              </p:nvSpPr>
              <p:spPr>
                <a:xfrm>
                  <a:off x="4846200" y="3928286"/>
                  <a:ext cx="2659014" cy="45379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sz="1800" b="1" i="0" u="none">
                      <a:solidFill>
                        <a:srgbClr val="000000"/>
                      </a:solidFill>
                      <a:ea typeface="微软雅黑"/>
                    </a:rPr>
                    <a:t>实践应用</a:t>
                  </a:r>
                </a:p>
              </p:txBody>
            </p:sp>
            <p:sp>
              <p:nvSpPr>
                <p:cNvPr id="19" name="Text2" descr="371f5756-66d5-491e-b6c3-fd72911fda1c">
                  <a:extLst>
                    <a:ext uri="{FF2B5EF4-FFF2-40B4-BE49-F238E27FC236}">
                      <a16:creationId xmlns:a16="http://schemas.microsoft.com/office/drawing/2014/main" id="{E210FED3-BE82-4846-8731-A8FF955C0621}"/>
                    </a:ext>
                  </a:extLst>
                </p:cNvPr>
                <p:cNvSpPr/>
                <p:nvPr/>
              </p:nvSpPr>
              <p:spPr>
                <a:xfrm>
                  <a:off x="4846200" y="4382084"/>
                  <a:ext cx="2659014" cy="67165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/>
                    </a:rPr>
                    <a:t>连接测试服务器，部署数据库，传输项目代码。</a:t>
                  </a:r>
                </a:p>
              </p:txBody>
            </p:sp>
          </p:grpSp>
          <p:grpSp>
            <p:nvGrpSpPr>
              <p:cNvPr id="6" name="组合 1" descr="aa7c4ea2-111a-49c8-8174-f5745cbaaea4">
                <a:extLst>
                  <a:ext uri="{FF2B5EF4-FFF2-40B4-BE49-F238E27FC236}">
                    <a16:creationId xmlns:a16="http://schemas.microsoft.com/office/drawing/2014/main" id="{1001A18D-ED0B-0036-2373-C2844DE4C65A}"/>
                  </a:ext>
                </a:extLst>
              </p:cNvPr>
              <p:cNvGrpSpPr/>
              <p:nvPr/>
            </p:nvGrpSpPr>
            <p:grpSpPr>
              <a:xfrm>
                <a:off x="8329168" y="2443578"/>
                <a:ext cx="3191158" cy="3191158"/>
                <a:chOff x="8438896" y="2443578"/>
                <a:chExt cx="3191158" cy="3191158"/>
              </a:xfrm>
            </p:grpSpPr>
            <p:sp>
              <p:nvSpPr>
                <p:cNvPr id="29" name="任意多边形: 形状 28" descr="7754dc00-37d9-4cbb-b4c6-99d9ab7b24e1">
                  <a:extLst>
                    <a:ext uri="{FF2B5EF4-FFF2-40B4-BE49-F238E27FC236}">
                      <a16:creationId xmlns:a16="http://schemas.microsoft.com/office/drawing/2014/main" id="{F628E3E3-61BA-95E8-C2B9-B7FA293F1F91}"/>
                    </a:ext>
                  </a:extLst>
                </p:cNvPr>
                <p:cNvSpPr/>
                <p:nvPr/>
              </p:nvSpPr>
              <p:spPr bwMode="auto">
                <a:xfrm>
                  <a:off x="8438896" y="2443578"/>
                  <a:ext cx="3191158" cy="3191158"/>
                </a:xfrm>
                <a:custGeom>
                  <a:avLst/>
                  <a:gdLst>
                    <a:gd name="T0" fmla="*/ 283 w 566"/>
                    <a:gd name="T1" fmla="*/ 566 h 566"/>
                    <a:gd name="T2" fmla="*/ 0 w 566"/>
                    <a:gd name="T3" fmla="*/ 383 h 566"/>
                    <a:gd name="T4" fmla="*/ 97 w 566"/>
                    <a:gd name="T5" fmla="*/ 136 h 566"/>
                    <a:gd name="T6" fmla="*/ 283 w 566"/>
                    <a:gd name="T7" fmla="*/ 0 h 566"/>
                    <a:gd name="T8" fmla="*/ 469 w 566"/>
                    <a:gd name="T9" fmla="*/ 136 h 566"/>
                    <a:gd name="T10" fmla="*/ 566 w 566"/>
                    <a:gd name="T11" fmla="*/ 383 h 566"/>
                    <a:gd name="T12" fmla="*/ 283 w 566"/>
                    <a:gd name="T13" fmla="*/ 566 h 5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66" h="566">
                      <a:moveTo>
                        <a:pt x="283" y="566"/>
                      </a:moveTo>
                      <a:cubicBezTo>
                        <a:pt x="93" y="566"/>
                        <a:pt x="0" y="506"/>
                        <a:pt x="0" y="383"/>
                      </a:cubicBezTo>
                      <a:cubicBezTo>
                        <a:pt x="0" y="314"/>
                        <a:pt x="37" y="219"/>
                        <a:pt x="97" y="136"/>
                      </a:cubicBezTo>
                      <a:cubicBezTo>
                        <a:pt x="158" y="51"/>
                        <a:pt x="228" y="0"/>
                        <a:pt x="283" y="0"/>
                      </a:cubicBezTo>
                      <a:cubicBezTo>
                        <a:pt x="338" y="0"/>
                        <a:pt x="408" y="51"/>
                        <a:pt x="469" y="136"/>
                      </a:cubicBezTo>
                      <a:cubicBezTo>
                        <a:pt x="529" y="219"/>
                        <a:pt x="566" y="314"/>
                        <a:pt x="566" y="383"/>
                      </a:cubicBezTo>
                      <a:cubicBezTo>
                        <a:pt x="566" y="506"/>
                        <a:pt x="473" y="566"/>
                        <a:pt x="283" y="566"/>
                      </a:cubicBez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  <a:endParaRPr/>
                </a:p>
              </p:txBody>
            </p:sp>
            <p:sp>
              <p:nvSpPr>
                <p:cNvPr id="23" name="Number3" descr="d4c1faef-ab4e-439f-ada6-b3620019d7e0">
                  <a:extLst>
                    <a:ext uri="{FF2B5EF4-FFF2-40B4-BE49-F238E27FC236}">
                      <a16:creationId xmlns:a16="http://schemas.microsoft.com/office/drawing/2014/main" id="{2E8094F7-DAFF-4A39-B0AA-DEC430869666}"/>
                    </a:ext>
                  </a:extLst>
                </p:cNvPr>
                <p:cNvSpPr txBox="1"/>
                <p:nvPr/>
              </p:nvSpPr>
              <p:spPr>
                <a:xfrm>
                  <a:off x="9627954" y="3057263"/>
                  <a:ext cx="813043" cy="769441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b" anchorCtr="0">
                  <a:spAutoFit/>
                </a:bodyPr>
                <a:lstStyle/>
                <a:p>
                  <a:pPr algn="ctr"/>
                  <a:r>
                    <a:rPr lang="en-US" sz="4400" b="1" i="0" u="none">
                      <a:solidFill>
                        <a:srgbClr val="768394"/>
                      </a:solidFill>
                      <a:latin typeface="Arial"/>
                    </a:rPr>
                    <a:t>03</a:t>
                  </a:r>
                </a:p>
              </p:txBody>
            </p:sp>
            <p:sp>
              <p:nvSpPr>
                <p:cNvPr id="24" name="Bullet3" descr="589e42e7-0fd2-4838-a3c5-202c69a278cd">
                  <a:extLst>
                    <a:ext uri="{FF2B5EF4-FFF2-40B4-BE49-F238E27FC236}">
                      <a16:creationId xmlns:a16="http://schemas.microsoft.com/office/drawing/2014/main" id="{F10AC845-A24D-43C3-8AD9-F04B03AD3A83}"/>
                    </a:ext>
                  </a:extLst>
                </p:cNvPr>
                <p:cNvSpPr/>
                <p:nvPr/>
              </p:nvSpPr>
              <p:spPr>
                <a:xfrm>
                  <a:off x="8704968" y="3884325"/>
                  <a:ext cx="2659014" cy="45379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sz="1800" b="1" i="0" u="none">
                      <a:solidFill>
                        <a:srgbClr val="000000"/>
                      </a:solidFill>
                      <a:ea typeface="微软雅黑"/>
                    </a:rPr>
                    <a:t>价值</a:t>
                  </a:r>
                </a:p>
              </p:txBody>
            </p:sp>
            <p:sp>
              <p:nvSpPr>
                <p:cNvPr id="25" name="Text3" descr="5d805b20-30ed-466f-9947-3d2369e92c99">
                  <a:extLst>
                    <a:ext uri="{FF2B5EF4-FFF2-40B4-BE49-F238E27FC236}">
                      <a16:creationId xmlns:a16="http://schemas.microsoft.com/office/drawing/2014/main" id="{6F8E3171-7202-4B9F-AB1E-1214A1FDEE15}"/>
                    </a:ext>
                  </a:extLst>
                </p:cNvPr>
                <p:cNvSpPr/>
                <p:nvPr/>
              </p:nvSpPr>
              <p:spPr>
                <a:xfrm>
                  <a:off x="8704968" y="4338123"/>
                  <a:ext cx="2659014" cy="67165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/>
                    </a:rPr>
                    <a:t>为后续Web应用部署奠定基础，核心成员已掌握。</a:t>
                  </a:r>
                </a:p>
              </p:txBody>
            </p:sp>
          </p:grpSp>
          <p:sp>
            <p:nvSpPr>
              <p:cNvPr id="14" name="箭头: V 形 13" descr="f32c7970-9856-494d-b203-ff0ec449b376">
                <a:extLst>
                  <a:ext uri="{FF2B5EF4-FFF2-40B4-BE49-F238E27FC236}">
                    <a16:creationId xmlns:a16="http://schemas.microsoft.com/office/drawing/2014/main" id="{FCAB9DDD-092F-410C-958C-B7C0E5F97B99}"/>
                  </a:ext>
                </a:extLst>
              </p:cNvPr>
              <p:cNvSpPr/>
              <p:nvPr/>
            </p:nvSpPr>
            <p:spPr>
              <a:xfrm>
                <a:off x="3971804" y="4101463"/>
                <a:ext cx="398650" cy="398650"/>
              </a:xfrm>
              <a:prstGeom prst="chevron">
                <a:avLst/>
              </a:prstGeom>
              <a:solidFill>
                <a:schemeClr val="tx2">
                  <a:alpha val="5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lIns="108000" tIns="108000" rIns="108000" bIns="108000"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20" name="箭头: V 形 19" descr="a660e71f-9a0e-4673-8555-03ecc5f5d871">
                <a:extLst>
                  <a:ext uri="{FF2B5EF4-FFF2-40B4-BE49-F238E27FC236}">
                    <a16:creationId xmlns:a16="http://schemas.microsoft.com/office/drawing/2014/main" id="{EEC0A97F-7DBF-41A0-ABDE-3EF4BC2AE7A0}"/>
                  </a:ext>
                </a:extLst>
              </p:cNvPr>
              <p:cNvSpPr/>
              <p:nvPr/>
            </p:nvSpPr>
            <p:spPr>
              <a:xfrm>
                <a:off x="7829844" y="4074302"/>
                <a:ext cx="398650" cy="398650"/>
              </a:xfrm>
              <a:prstGeom prst="chevron">
                <a:avLst/>
              </a:prstGeom>
              <a:solidFill>
                <a:schemeClr val="tx2">
                  <a:alpha val="5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lIns="108000" tIns="108000" rIns="108000" bIns="108000" rtlCol="0" anchor="ctr" anchorCtr="0"/>
              <a:lstStyle/>
              <a:p>
                <a:pPr algn="l"/>
                <a:endParaRPr/>
              </a:p>
            </p:txBody>
          </p:sp>
        </p:grpSp>
        <p:sp>
          <p:nvSpPr>
            <p:cNvPr id="7" name="Title" descr="7bc51f4a-e8cf-49ce-9f15-e954baaf4c4a">
              <a:extLst>
                <a:ext uri="{FF2B5EF4-FFF2-40B4-BE49-F238E27FC236}">
                  <a16:creationId xmlns:a16="http://schemas.microsoft.com/office/drawing/2014/main" id="{797C2639-799C-8E19-27D7-B9C65E8D4823}"/>
                </a:ext>
              </a:extLst>
            </p:cNvPr>
            <p:cNvSpPr txBox="1">
              <a:spLocks/>
            </p:cNvSpPr>
            <p:nvPr/>
          </p:nvSpPr>
          <p:spPr>
            <a:xfrm>
              <a:off x="660401" y="1130299"/>
              <a:ext cx="10858499" cy="744459"/>
            </a:xfrm>
            <a:prstGeom prst="rect">
              <a:avLst/>
            </a:prstGeom>
            <a:noFill/>
          </p:spPr>
          <p:txBody>
            <a:bodyPr wrap="square" anchor="b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实现服务器高效操作</a:t>
              </a:r>
            </a:p>
          </p:txBody>
        </p: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/>
              </a:rPr>
              <a:t>FinalShell远程管理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9013383-3f65-45b1-8242-cc7a2542e207.source.3.zh-Hans.pptx" descr="54c65975-c8f5-4fc0-b8c8-e76b1ecb34a2">
            <a:extLst>
              <a:ext uri="{FF2B5EF4-FFF2-40B4-BE49-F238E27FC236}">
                <a16:creationId xmlns:a16="http://schemas.microsoft.com/office/drawing/2014/main" id="{BFEEF312-CA92-9249-8A9D-C81008AB3CF8}"/>
              </a:ext>
            </a:extLst>
          </p:cNvPr>
          <p:cNvGrpSpPr/>
          <p:nvPr/>
        </p:nvGrpSpPr>
        <p:grpSpPr>
          <a:xfrm>
            <a:off x="906895" y="1630497"/>
            <a:ext cx="10365511" cy="4003406"/>
            <a:chOff x="906895" y="1630497"/>
            <a:chExt cx="10365511" cy="4003406"/>
          </a:xfrm>
        </p:grpSpPr>
        <p:grpSp>
          <p:nvGrpSpPr>
            <p:cNvPr id="24" name="组合 23" descr="560f9759-d5c1-4686-b09a-dbd42b4d34a1">
              <a:extLst>
                <a:ext uri="{FF2B5EF4-FFF2-40B4-BE49-F238E27FC236}">
                  <a16:creationId xmlns:a16="http://schemas.microsoft.com/office/drawing/2014/main" id="{DE9E44DB-2CD7-6776-7FCF-3E5CBF1006D0}"/>
                </a:ext>
              </a:extLst>
            </p:cNvPr>
            <p:cNvGrpSpPr/>
            <p:nvPr/>
          </p:nvGrpSpPr>
          <p:grpSpPr>
            <a:xfrm>
              <a:off x="1844689" y="1630497"/>
              <a:ext cx="9427717" cy="1875649"/>
              <a:chOff x="1844689" y="1630497"/>
              <a:chExt cx="9427717" cy="1875649"/>
            </a:xfrm>
          </p:grpSpPr>
          <p:sp>
            <p:nvSpPr>
              <p:cNvPr id="3" name="IconBackground1" descr="db2981fd-b322-40a1-9d55-247580649063">
                <a:extLst>
                  <a:ext uri="{FF2B5EF4-FFF2-40B4-BE49-F238E27FC236}">
                    <a16:creationId xmlns:a16="http://schemas.microsoft.com/office/drawing/2014/main" id="{022A6C22-E987-7DCC-577C-ACF0D8755A92}"/>
                  </a:ext>
                </a:extLst>
              </p:cNvPr>
              <p:cNvSpPr/>
              <p:nvPr/>
            </p:nvSpPr>
            <p:spPr>
              <a:xfrm>
                <a:off x="1844689" y="1731823"/>
                <a:ext cx="1774330" cy="1774323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7" name="Icon1" descr="d8bf1983-876e-4081-8ba6-2c65d611415f">
                <a:extLst>
                  <a:ext uri="{FF2B5EF4-FFF2-40B4-BE49-F238E27FC236}">
                    <a16:creationId xmlns:a16="http://schemas.microsoft.com/office/drawing/2014/main" id="{8D451899-CECD-E2BD-C3FB-A5F592683883}"/>
                  </a:ext>
                </a:extLst>
              </p:cNvPr>
              <p:cNvSpPr/>
              <p:nvPr/>
            </p:nvSpPr>
            <p:spPr bwMode="auto">
              <a:xfrm>
                <a:off x="2490596" y="2128859"/>
                <a:ext cx="459810" cy="459810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0" name="Bullet1" descr="82f579b3-3589-4945-9f07-85ce7820fe4a">
                <a:extLst>
                  <a:ext uri="{FF2B5EF4-FFF2-40B4-BE49-F238E27FC236}">
                    <a16:creationId xmlns:a16="http://schemas.microsoft.com/office/drawing/2014/main" id="{E4835B68-C0C8-438F-8722-ABC5E3B94A47}"/>
                  </a:ext>
                </a:extLst>
              </p:cNvPr>
              <p:cNvSpPr/>
              <p:nvPr/>
            </p:nvSpPr>
            <p:spPr>
              <a:xfrm>
                <a:off x="5485402" y="1630497"/>
                <a:ext cx="5787004" cy="361764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anchor="ctr" anchorCtr="0" forceAA="0" compatLnSpc="1">
                <a:prstTxWarp prst="textNoShape">
                  <a:avLst/>
                </a:prstTxWarp>
                <a:normAutofit fontScale="70000" lnSpcReduction="20000"/>
              </a:bodyPr>
              <a:lstStyle/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学习内容</a:t>
                </a:r>
              </a:p>
            </p:txBody>
          </p:sp>
          <p:sp>
            <p:nvSpPr>
              <p:cNvPr id="11" name="Text1" descr="6d462445-25da-4453-84b6-c212fa7b3c1b">
                <a:extLst>
                  <a:ext uri="{FF2B5EF4-FFF2-40B4-BE49-F238E27FC236}">
                    <a16:creationId xmlns:a16="http://schemas.microsoft.com/office/drawing/2014/main" id="{62A25E04-B6C3-384C-3640-125ABB6F3FF8}"/>
                  </a:ext>
                </a:extLst>
              </p:cNvPr>
              <p:cNvSpPr txBox="1"/>
              <p:nvPr/>
            </p:nvSpPr>
            <p:spPr bwMode="auto">
              <a:xfrm>
                <a:off x="5485401" y="2051308"/>
                <a:ext cx="5787005" cy="554826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学习依赖管理、项目构建和生命周期配置。</a:t>
                </a:r>
              </a:p>
            </p:txBody>
          </p:sp>
        </p:grpSp>
        <p:grpSp>
          <p:nvGrpSpPr>
            <p:cNvPr id="25" name="组合 24" descr="1cb8d970-9cb7-4016-ab00-e928cc3f429b">
              <a:extLst>
                <a:ext uri="{FF2B5EF4-FFF2-40B4-BE49-F238E27FC236}">
                  <a16:creationId xmlns:a16="http://schemas.microsoft.com/office/drawing/2014/main" id="{F0674202-8548-C023-CB46-E694F74ACA49}"/>
                </a:ext>
              </a:extLst>
            </p:cNvPr>
            <p:cNvGrpSpPr/>
            <p:nvPr/>
          </p:nvGrpSpPr>
          <p:grpSpPr>
            <a:xfrm>
              <a:off x="906895" y="3144382"/>
              <a:ext cx="9322411" cy="1971209"/>
              <a:chOff x="906895" y="3144382"/>
              <a:chExt cx="9322411" cy="1971209"/>
            </a:xfrm>
          </p:grpSpPr>
          <p:sp>
            <p:nvSpPr>
              <p:cNvPr id="4" name="IconBackground2" descr="3473579f-703b-42bd-b6b4-c774d4a11250">
                <a:extLst>
                  <a:ext uri="{FF2B5EF4-FFF2-40B4-BE49-F238E27FC236}">
                    <a16:creationId xmlns:a16="http://schemas.microsoft.com/office/drawing/2014/main" id="{28340717-2DAF-40ED-923C-DCE3C104B11C}"/>
                  </a:ext>
                </a:extLst>
              </p:cNvPr>
              <p:cNvSpPr/>
              <p:nvPr/>
            </p:nvSpPr>
            <p:spPr>
              <a:xfrm>
                <a:off x="906895" y="3341268"/>
                <a:ext cx="1774330" cy="1774323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" name="Icon2" descr="4f43359a-13d6-4fa6-beb4-da5e6d589955">
                <a:extLst>
                  <a:ext uri="{FF2B5EF4-FFF2-40B4-BE49-F238E27FC236}">
                    <a16:creationId xmlns:a16="http://schemas.microsoft.com/office/drawing/2014/main" id="{4E26B247-2156-E165-91F1-C663433B2B7D}"/>
                  </a:ext>
                </a:extLst>
              </p:cNvPr>
              <p:cNvSpPr/>
              <p:nvPr/>
            </p:nvSpPr>
            <p:spPr bwMode="auto">
              <a:xfrm>
                <a:off x="1338039" y="4224199"/>
                <a:ext cx="434068" cy="434068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" name="Bullet2" descr="f117d3ee-4c09-4f7b-895f-b56df9447747">
                <a:extLst>
                  <a:ext uri="{FF2B5EF4-FFF2-40B4-BE49-F238E27FC236}">
                    <a16:creationId xmlns:a16="http://schemas.microsoft.com/office/drawing/2014/main" id="{FE5FBA08-782C-9E0C-A24D-451355D7F1A1}"/>
                  </a:ext>
                </a:extLst>
              </p:cNvPr>
              <p:cNvSpPr/>
              <p:nvPr/>
            </p:nvSpPr>
            <p:spPr>
              <a:xfrm>
                <a:off x="4743370" y="3144382"/>
                <a:ext cx="5485936" cy="361764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anchor="ctr" anchorCtr="0" forceAA="0" compatLnSpc="1">
                <a:prstTxWarp prst="textNoShape">
                  <a:avLst/>
                </a:prstTxWarp>
                <a:normAutofit fontScale="70000" lnSpcReduction="20000"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实践场景</a:t>
                </a:r>
              </a:p>
            </p:txBody>
          </p:sp>
          <p:sp>
            <p:nvSpPr>
              <p:cNvPr id="13" name="Text2" descr="6e5a5c95-9500-4b8d-a180-c3a8a5b11fa5">
                <a:extLst>
                  <a:ext uri="{FF2B5EF4-FFF2-40B4-BE49-F238E27FC236}">
                    <a16:creationId xmlns:a16="http://schemas.microsoft.com/office/drawing/2014/main" id="{AF46F336-0B96-FB94-15B9-59D2895F1523}"/>
                  </a:ext>
                </a:extLst>
              </p:cNvPr>
              <p:cNvSpPr txBox="1"/>
              <p:nvPr/>
            </p:nvSpPr>
            <p:spPr bwMode="auto">
              <a:xfrm>
                <a:off x="4743369" y="3565193"/>
                <a:ext cx="5485937" cy="554826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管理Web项目依赖，配置打包流程，解决依赖冲突。</a:t>
                </a:r>
              </a:p>
            </p:txBody>
          </p:sp>
        </p:grpSp>
        <p:grpSp>
          <p:nvGrpSpPr>
            <p:cNvPr id="26" name="组合 25" descr="b395bcf3-cdcd-4d9a-a272-2ad9efec8e24">
              <a:extLst>
                <a:ext uri="{FF2B5EF4-FFF2-40B4-BE49-F238E27FC236}">
                  <a16:creationId xmlns:a16="http://schemas.microsoft.com/office/drawing/2014/main" id="{76BE0DAF-F530-FF65-3262-8EE07879316A}"/>
                </a:ext>
              </a:extLst>
            </p:cNvPr>
            <p:cNvGrpSpPr/>
            <p:nvPr/>
          </p:nvGrpSpPr>
          <p:grpSpPr>
            <a:xfrm>
              <a:off x="2773068" y="3341268"/>
              <a:ext cx="8499338" cy="2292635"/>
              <a:chOff x="2773068" y="3341268"/>
              <a:chExt cx="8499338" cy="2292635"/>
            </a:xfrm>
          </p:grpSpPr>
          <p:sp>
            <p:nvSpPr>
              <p:cNvPr id="5" name="IconBackground3" descr="d1372d3f-074c-4abe-87c7-9a167a1b3cce">
                <a:extLst>
                  <a:ext uri="{FF2B5EF4-FFF2-40B4-BE49-F238E27FC236}">
                    <a16:creationId xmlns:a16="http://schemas.microsoft.com/office/drawing/2014/main" id="{C4D395F2-46E5-3859-67BB-4372E2C0B85A}"/>
                  </a:ext>
                </a:extLst>
              </p:cNvPr>
              <p:cNvSpPr/>
              <p:nvPr/>
            </p:nvSpPr>
            <p:spPr>
              <a:xfrm>
                <a:off x="2773068" y="3341268"/>
                <a:ext cx="1774330" cy="1774323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9" name="Icon3" descr="c043a41b-a31d-4f54-8b2e-78530ee7bb59">
                <a:extLst>
                  <a:ext uri="{FF2B5EF4-FFF2-40B4-BE49-F238E27FC236}">
                    <a16:creationId xmlns:a16="http://schemas.microsoft.com/office/drawing/2014/main" id="{4B69D5B5-9611-F805-EC9F-250A697C7392}"/>
                  </a:ext>
                </a:extLst>
              </p:cNvPr>
              <p:cNvSpPr/>
              <p:nvPr/>
            </p:nvSpPr>
            <p:spPr bwMode="auto">
              <a:xfrm>
                <a:off x="3782523" y="4185734"/>
                <a:ext cx="459220" cy="45922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24 w 236"/>
                  <a:gd name="T11" fmla="*/ 56 h 236"/>
                  <a:gd name="T12" fmla="*/ 144 w 236"/>
                  <a:gd name="T13" fmla="*/ 46 h 236"/>
                  <a:gd name="T14" fmla="*/ 137 w 236"/>
                  <a:gd name="T15" fmla="*/ 67 h 236"/>
                  <a:gd name="T16" fmla="*/ 117 w 236"/>
                  <a:gd name="T17" fmla="*/ 77 h 236"/>
                  <a:gd name="T18" fmla="*/ 124 w 236"/>
                  <a:gd name="T19" fmla="*/ 56 h 236"/>
                  <a:gd name="T20" fmla="*/ 162 w 236"/>
                  <a:gd name="T21" fmla="*/ 164 h 236"/>
                  <a:gd name="T22" fmla="*/ 142 w 236"/>
                  <a:gd name="T23" fmla="*/ 181 h 236"/>
                  <a:gd name="T24" fmla="*/ 119 w 236"/>
                  <a:gd name="T25" fmla="*/ 175 h 236"/>
                  <a:gd name="T26" fmla="*/ 97 w 236"/>
                  <a:gd name="T27" fmla="*/ 181 h 236"/>
                  <a:gd name="T28" fmla="*/ 76 w 236"/>
                  <a:gd name="T29" fmla="*/ 164 h 236"/>
                  <a:gd name="T30" fmla="*/ 67 w 236"/>
                  <a:gd name="T31" fmla="*/ 96 h 236"/>
                  <a:gd name="T32" fmla="*/ 95 w 236"/>
                  <a:gd name="T33" fmla="*/ 79 h 236"/>
                  <a:gd name="T34" fmla="*/ 118 w 236"/>
                  <a:gd name="T35" fmla="*/ 85 h 236"/>
                  <a:gd name="T36" fmla="*/ 143 w 236"/>
                  <a:gd name="T37" fmla="*/ 79 h 236"/>
                  <a:gd name="T38" fmla="*/ 168 w 236"/>
                  <a:gd name="T39" fmla="*/ 92 h 236"/>
                  <a:gd name="T40" fmla="*/ 154 w 236"/>
                  <a:gd name="T41" fmla="*/ 118 h 236"/>
                  <a:gd name="T42" fmla="*/ 172 w 236"/>
                  <a:gd name="T43" fmla="*/ 145 h 236"/>
                  <a:gd name="T44" fmla="*/ 162 w 236"/>
                  <a:gd name="T45" fmla="*/ 16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4" y="56"/>
                    </a:moveTo>
                    <a:cubicBezTo>
                      <a:pt x="129" y="50"/>
                      <a:pt x="137" y="46"/>
                      <a:pt x="144" y="46"/>
                    </a:cubicBezTo>
                    <a:cubicBezTo>
                      <a:pt x="144" y="54"/>
                      <a:pt x="141" y="62"/>
                      <a:pt x="137" y="67"/>
                    </a:cubicBezTo>
                    <a:cubicBezTo>
                      <a:pt x="132" y="73"/>
                      <a:pt x="124" y="78"/>
                      <a:pt x="117" y="77"/>
                    </a:cubicBezTo>
                    <a:cubicBezTo>
                      <a:pt x="115" y="69"/>
                      <a:pt x="119" y="61"/>
                      <a:pt x="124" y="56"/>
                    </a:cubicBezTo>
                    <a:close/>
                    <a:moveTo>
                      <a:pt x="162" y="164"/>
                    </a:moveTo>
                    <a:cubicBezTo>
                      <a:pt x="157" y="172"/>
                      <a:pt x="151" y="180"/>
                      <a:pt x="142" y="181"/>
                    </a:cubicBezTo>
                    <a:cubicBezTo>
                      <a:pt x="133" y="181"/>
                      <a:pt x="130" y="175"/>
                      <a:pt x="119" y="175"/>
                    </a:cubicBezTo>
                    <a:cubicBezTo>
                      <a:pt x="109" y="175"/>
                      <a:pt x="106" y="180"/>
                      <a:pt x="97" y="181"/>
                    </a:cubicBezTo>
                    <a:cubicBezTo>
                      <a:pt x="88" y="181"/>
                      <a:pt x="82" y="172"/>
                      <a:pt x="76" y="164"/>
                    </a:cubicBezTo>
                    <a:cubicBezTo>
                      <a:pt x="64" y="147"/>
                      <a:pt x="55" y="116"/>
                      <a:pt x="67" y="96"/>
                    </a:cubicBezTo>
                    <a:cubicBezTo>
                      <a:pt x="73" y="85"/>
                      <a:pt x="84" y="79"/>
                      <a:pt x="95" y="79"/>
                    </a:cubicBezTo>
                    <a:cubicBezTo>
                      <a:pt x="104" y="79"/>
                      <a:pt x="112" y="85"/>
                      <a:pt x="118" y="85"/>
                    </a:cubicBezTo>
                    <a:cubicBezTo>
                      <a:pt x="123" y="85"/>
                      <a:pt x="133" y="77"/>
                      <a:pt x="143" y="79"/>
                    </a:cubicBezTo>
                    <a:cubicBezTo>
                      <a:pt x="148" y="79"/>
                      <a:pt x="160" y="80"/>
                      <a:pt x="168" y="92"/>
                    </a:cubicBezTo>
                    <a:cubicBezTo>
                      <a:pt x="167" y="92"/>
                      <a:pt x="153" y="100"/>
                      <a:pt x="154" y="118"/>
                    </a:cubicBezTo>
                    <a:cubicBezTo>
                      <a:pt x="154" y="138"/>
                      <a:pt x="171" y="145"/>
                      <a:pt x="172" y="145"/>
                    </a:cubicBezTo>
                    <a:cubicBezTo>
                      <a:pt x="171" y="145"/>
                      <a:pt x="169" y="155"/>
                      <a:pt x="162" y="164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" name="Bullet3" descr="1b2c514e-78d3-406b-91bf-9947b0438553">
                <a:extLst>
                  <a:ext uri="{FF2B5EF4-FFF2-40B4-BE49-F238E27FC236}">
                    <a16:creationId xmlns:a16="http://schemas.microsoft.com/office/drawing/2014/main" id="{7EDDF348-F3C0-B32D-8B21-898C6D39C21E}"/>
                  </a:ext>
                </a:extLst>
              </p:cNvPr>
              <p:cNvSpPr/>
              <p:nvPr/>
            </p:nvSpPr>
            <p:spPr>
              <a:xfrm>
                <a:off x="5485402" y="4658266"/>
                <a:ext cx="5787004" cy="361764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anchor="ctr" anchorCtr="0" forceAA="0" compatLnSpc="1">
                <a:prstTxWarp prst="textNoShape">
                  <a:avLst/>
                </a:prstTxWarp>
                <a:normAutofit fontScale="70000" lnSpcReduction="20000"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负责人</a:t>
                </a:r>
              </a:p>
            </p:txBody>
          </p:sp>
          <p:sp>
            <p:nvSpPr>
              <p:cNvPr id="15" name="Text3" descr="7eacf463-44be-4639-865f-4c3791aed7c2">
                <a:extLst>
                  <a:ext uri="{FF2B5EF4-FFF2-40B4-BE49-F238E27FC236}">
                    <a16:creationId xmlns:a16="http://schemas.microsoft.com/office/drawing/2014/main" id="{272EEAA2-6CCC-11EE-9554-6A828D16C4BF}"/>
                  </a:ext>
                </a:extLst>
              </p:cNvPr>
              <p:cNvSpPr txBox="1"/>
              <p:nvPr/>
            </p:nvSpPr>
            <p:spPr bwMode="auto">
              <a:xfrm>
                <a:off x="5485401" y="5079077"/>
                <a:ext cx="5787005" cy="554826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由沈蕴涵负责，输出《Maven配置指南》。</a:t>
                </a:r>
              </a:p>
            </p:txBody>
          </p:sp>
        </p:grpSp>
        <p:sp>
          <p:nvSpPr>
            <p:cNvPr id="6" name="ïṥľídé" descr="98029d71-e530-4053-9e96-72e1e8e10ee2">
              <a:extLst>
                <a:ext uri="{FF2B5EF4-FFF2-40B4-BE49-F238E27FC236}">
                  <a16:creationId xmlns:a16="http://schemas.microsoft.com/office/drawing/2014/main" id="{5A7B9B23-3CBF-1DAC-DDD2-5767A494FE15}"/>
                </a:ext>
              </a:extLst>
            </p:cNvPr>
            <p:cNvSpPr/>
            <p:nvPr/>
          </p:nvSpPr>
          <p:spPr>
            <a:xfrm>
              <a:off x="1661315" y="2670729"/>
              <a:ext cx="2144262" cy="2144250"/>
            </a:xfrm>
            <a:prstGeom prst="ellipse">
              <a:avLst/>
            </a:prstGeom>
            <a:solidFill>
              <a:schemeClr val="accent1"/>
            </a:solidFill>
            <a:ln w="47625">
              <a:solidFill>
                <a:srgbClr val="FFFFFF"/>
              </a:solidFill>
            </a:ln>
          </p:spPr>
          <p:txBody>
            <a:bodyPr vert="horz" wrap="square" lIns="91440" tIns="45720" rIns="91440" bIns="45720" anchor="b" anchorCtr="1" compatLnSpc="1">
              <a:prstTxWarp prst="textNoShape">
                <a:avLst/>
              </a:prstTxWarp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9" name="Title" descr="74a72592-a1d2-4921-a2d6-066c255af6b2">
              <a:extLst>
                <a:ext uri="{FF2B5EF4-FFF2-40B4-BE49-F238E27FC236}">
                  <a16:creationId xmlns:a16="http://schemas.microsoft.com/office/drawing/2014/main" id="{39CE5608-77FE-952D-B640-33B973E0C79B}"/>
                </a:ext>
              </a:extLst>
            </p:cNvPr>
            <p:cNvSpPr txBox="1"/>
            <p:nvPr/>
          </p:nvSpPr>
          <p:spPr>
            <a:xfrm>
              <a:off x="1844688" y="3304220"/>
              <a:ext cx="1774330" cy="9199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/>
                </a:rPr>
                <a:t>优化项目依赖与构建</a:t>
              </a:r>
            </a:p>
          </p:txBody>
        </p:sp>
      </p:grpSp>
      <p:sp>
        <p:nvSpPr>
          <p:cNvPr id="16" name="标题 4294967294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/>
              </a:rPr>
              <a:t>Maven项目管理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285c8d56-8460-4c77-a852-ee22b3392865.source.3.zh-Hans.pptx" descr="402e2a1f-7453-45be-82f0-c180a27d8b4e">
            <a:extLst>
              <a:ext uri="{FF2B5EF4-FFF2-40B4-BE49-F238E27FC236}">
                <a16:creationId xmlns:a16="http://schemas.microsoft.com/office/drawing/2014/main" id="{B9D08E96-39FE-56B0-58B1-ADAD0FE41C0D}"/>
              </a:ext>
            </a:extLst>
          </p:cNvPr>
          <p:cNvGrpSpPr/>
          <p:nvPr/>
        </p:nvGrpSpPr>
        <p:grpSpPr>
          <a:xfrm>
            <a:off x="660400" y="1130300"/>
            <a:ext cx="10858500" cy="4342691"/>
            <a:chOff x="660400" y="1130300"/>
            <a:chExt cx="10858500" cy="4342691"/>
          </a:xfrm>
        </p:grpSpPr>
        <p:sp>
          <p:nvSpPr>
            <p:cNvPr id="17" name="Title" descr="61f5aac1-9948-4acf-a4e5-9074d451a5ed">
              <a:extLst>
                <a:ext uri="{FF2B5EF4-FFF2-40B4-BE49-F238E27FC236}">
                  <a16:creationId xmlns:a16="http://schemas.microsoft.com/office/drawing/2014/main" id="{9D885728-307C-467B-839B-D312A75D07CC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规范项目费用报销</a:t>
              </a:r>
            </a:p>
          </p:txBody>
        </p:sp>
        <p:grpSp>
          <p:nvGrpSpPr>
            <p:cNvPr id="51" name="组合 50" descr="930fe170-51a8-4e0c-83dd-b4d5421f1949">
              <a:extLst>
                <a:ext uri="{FF2B5EF4-FFF2-40B4-BE49-F238E27FC236}">
                  <a16:creationId xmlns:a16="http://schemas.microsoft.com/office/drawing/2014/main" id="{F3A7BB99-22F8-2A5C-A5AD-D5CA7884621C}"/>
                </a:ext>
              </a:extLst>
            </p:cNvPr>
            <p:cNvGrpSpPr/>
            <p:nvPr/>
          </p:nvGrpSpPr>
          <p:grpSpPr>
            <a:xfrm>
              <a:off x="1380408" y="2239751"/>
              <a:ext cx="3009607" cy="3233240"/>
              <a:chOff x="1380408" y="2239751"/>
              <a:chExt cx="3009607" cy="3233240"/>
            </a:xfrm>
          </p:grpSpPr>
          <p:sp>
            <p:nvSpPr>
              <p:cNvPr id="15" name="IconBackground1" descr="e2705d17-709a-4a45-8580-47f343dab8a7">
                <a:extLst>
                  <a:ext uri="{FF2B5EF4-FFF2-40B4-BE49-F238E27FC236}">
                    <a16:creationId xmlns:a16="http://schemas.microsoft.com/office/drawing/2014/main" id="{36B1743C-1144-C537-AA11-CC6E71532349}"/>
                  </a:ext>
                </a:extLst>
              </p:cNvPr>
              <p:cNvSpPr/>
              <p:nvPr/>
            </p:nvSpPr>
            <p:spPr>
              <a:xfrm flipH="1">
                <a:off x="1532267" y="2368369"/>
                <a:ext cx="2857746" cy="88488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9" name="Number1" descr="eb26831d-2910-478a-a3c9-7bf9c053ed2d">
                <a:extLst>
                  <a:ext uri="{FF2B5EF4-FFF2-40B4-BE49-F238E27FC236}">
                    <a16:creationId xmlns:a16="http://schemas.microsoft.com/office/drawing/2014/main" id="{993523D3-77A0-C3DA-CE1C-8381219C9A7B}"/>
                  </a:ext>
                </a:extLst>
              </p:cNvPr>
              <p:cNvSpPr txBox="1"/>
              <p:nvPr/>
            </p:nvSpPr>
            <p:spPr>
              <a:xfrm>
                <a:off x="1656463" y="2518423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3200" b="1" i="1" u="none">
                    <a:solidFill>
                      <a:srgbClr val="000000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id="31" name="Bullet1" descr="85b035a4-b215-486b-9b36-459d1a2aafe3">
                <a:extLst>
                  <a:ext uri="{FF2B5EF4-FFF2-40B4-BE49-F238E27FC236}">
                    <a16:creationId xmlns:a16="http://schemas.microsoft.com/office/drawing/2014/main" id="{023FE61C-E08C-98F8-C3C4-49226B96B6AA}"/>
                  </a:ext>
                </a:extLst>
              </p:cNvPr>
              <p:cNvSpPr txBox="1"/>
              <p:nvPr/>
            </p:nvSpPr>
            <p:spPr>
              <a:xfrm>
                <a:off x="2296382" y="2368369"/>
                <a:ext cx="1927739" cy="88488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学习内容</a:t>
                </a:r>
              </a:p>
            </p:txBody>
          </p:sp>
          <p:sp>
            <p:nvSpPr>
              <p:cNvPr id="33" name="ComponentBackground1" descr="4db3fec7-c636-495c-8a5e-b671a24a6a10">
                <a:extLst>
                  <a:ext uri="{FF2B5EF4-FFF2-40B4-BE49-F238E27FC236}">
                    <a16:creationId xmlns:a16="http://schemas.microsoft.com/office/drawing/2014/main" id="{D1B1B632-88AB-BBD8-33B7-AA5994525603}"/>
                  </a:ext>
                </a:extLst>
              </p:cNvPr>
              <p:cNvSpPr/>
              <p:nvPr/>
            </p:nvSpPr>
            <p:spPr>
              <a:xfrm>
                <a:off x="1532267" y="3455540"/>
                <a:ext cx="2857748" cy="2017451"/>
              </a:xfrm>
              <a:prstGeom prst="roundRect">
                <a:avLst>
                  <a:gd name="adj" fmla="val 68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5" name="Text1" descr="03c04310-dbae-4a03-86ed-f3b284b070ac">
                <a:extLst>
                  <a:ext uri="{FF2B5EF4-FFF2-40B4-BE49-F238E27FC236}">
                    <a16:creationId xmlns:a16="http://schemas.microsoft.com/office/drawing/2014/main" id="{4F87243E-23F5-5AF6-21C4-5A9335930F38}"/>
                  </a:ext>
                </a:extLst>
              </p:cNvPr>
              <p:cNvSpPr txBox="1"/>
              <p:nvPr/>
            </p:nvSpPr>
            <p:spPr>
              <a:xfrm>
                <a:off x="1656463" y="3596200"/>
                <a:ext cx="2609356" cy="1781797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学习报销标准、票据要求等报销相关内容。</a:t>
                </a:r>
              </a:p>
            </p:txBody>
          </p:sp>
          <p:sp>
            <p:nvSpPr>
              <p:cNvPr id="36" name="Icon1" descr="17240059-4a7e-42f0-b1f0-a19fefe753ac">
                <a:extLst>
                  <a:ext uri="{FF2B5EF4-FFF2-40B4-BE49-F238E27FC236}">
                    <a16:creationId xmlns:a16="http://schemas.microsoft.com/office/drawing/2014/main" id="{EA1B16BD-E094-DC51-AD1B-C6CAD95E562B}"/>
                  </a:ext>
                </a:extLst>
              </p:cNvPr>
              <p:cNvSpPr/>
              <p:nvPr/>
            </p:nvSpPr>
            <p:spPr>
              <a:xfrm>
                <a:off x="1380408" y="2239751"/>
                <a:ext cx="306300" cy="306300"/>
              </a:xfrm>
              <a:prstGeom prst="ellipse">
                <a:avLst/>
              </a:prstGeom>
              <a:solidFill>
                <a:schemeClr val="tx2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52" name="组合 51" descr="923a0368-5446-4e8b-9597-953fdfef9562">
              <a:extLst>
                <a:ext uri="{FF2B5EF4-FFF2-40B4-BE49-F238E27FC236}">
                  <a16:creationId xmlns:a16="http://schemas.microsoft.com/office/drawing/2014/main" id="{9AF5368B-88A4-0E01-A574-3F3396821D01}"/>
                </a:ext>
              </a:extLst>
            </p:cNvPr>
            <p:cNvGrpSpPr/>
            <p:nvPr/>
          </p:nvGrpSpPr>
          <p:grpSpPr>
            <a:xfrm>
              <a:off x="4541211" y="2239751"/>
              <a:ext cx="3010899" cy="3233240"/>
              <a:chOff x="4541211" y="2239751"/>
              <a:chExt cx="3010899" cy="3233240"/>
            </a:xfrm>
          </p:grpSpPr>
          <p:sp>
            <p:nvSpPr>
              <p:cNvPr id="13" name="IconBackground2" descr="a7513ce7-8838-47e1-bc4c-4db6aad1a916">
                <a:extLst>
                  <a:ext uri="{FF2B5EF4-FFF2-40B4-BE49-F238E27FC236}">
                    <a16:creationId xmlns:a16="http://schemas.microsoft.com/office/drawing/2014/main" id="{71424C0D-2179-B50C-6D8A-2B73D916CC7D}"/>
                  </a:ext>
                </a:extLst>
              </p:cNvPr>
              <p:cNvSpPr/>
              <p:nvPr/>
            </p:nvSpPr>
            <p:spPr>
              <a:xfrm flipH="1">
                <a:off x="4694361" y="2368369"/>
                <a:ext cx="2857746" cy="88488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1" name="Number2" descr="28ff3a95-e00b-45bb-9f6d-3cf9ea0f834a">
                <a:extLst>
                  <a:ext uri="{FF2B5EF4-FFF2-40B4-BE49-F238E27FC236}">
                    <a16:creationId xmlns:a16="http://schemas.microsoft.com/office/drawing/2014/main" id="{93B0CC5D-A1D3-A1D4-F2C3-47E4400596A5}"/>
                  </a:ext>
                </a:extLst>
              </p:cNvPr>
              <p:cNvSpPr txBox="1"/>
              <p:nvPr/>
            </p:nvSpPr>
            <p:spPr>
              <a:xfrm>
                <a:off x="4806238" y="2518423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3200" b="1" i="1" u="none">
                    <a:solidFill>
                      <a:srgbClr val="454545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id="22" name="Bullet2" descr="cbe7b7ef-bbb9-4611-aa6b-1f7154be3f7d">
                <a:extLst>
                  <a:ext uri="{FF2B5EF4-FFF2-40B4-BE49-F238E27FC236}">
                    <a16:creationId xmlns:a16="http://schemas.microsoft.com/office/drawing/2014/main" id="{172E0EE1-28C6-5DD9-9C2F-02E2B2D6BB68}"/>
                  </a:ext>
                </a:extLst>
              </p:cNvPr>
              <p:cNvSpPr txBox="1"/>
              <p:nvPr/>
            </p:nvSpPr>
            <p:spPr>
              <a:xfrm>
                <a:off x="5500173" y="2368369"/>
                <a:ext cx="1927739" cy="88488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454545"/>
                    </a:solidFill>
                    <a:ea typeface="微软雅黑"/>
                  </a:rPr>
                  <a:t>覆盖场景</a:t>
                </a:r>
              </a:p>
            </p:txBody>
          </p:sp>
          <p:sp>
            <p:nvSpPr>
              <p:cNvPr id="23" name="ComponentBackground2" descr="d279d041-2e83-408c-ba21-e3882807e5f8">
                <a:extLst>
                  <a:ext uri="{FF2B5EF4-FFF2-40B4-BE49-F238E27FC236}">
                    <a16:creationId xmlns:a16="http://schemas.microsoft.com/office/drawing/2014/main" id="{AB037E66-71D2-C48B-A19F-33E8D5A6F822}"/>
                  </a:ext>
                </a:extLst>
              </p:cNvPr>
              <p:cNvSpPr/>
              <p:nvPr/>
            </p:nvSpPr>
            <p:spPr>
              <a:xfrm>
                <a:off x="4694362" y="3455540"/>
                <a:ext cx="2857748" cy="2017451"/>
              </a:xfrm>
              <a:prstGeom prst="roundRect">
                <a:avLst>
                  <a:gd name="adj" fmla="val 68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4" name="Text2" descr="8e0df54b-808b-4596-8a61-385aa530ee72">
                <a:extLst>
                  <a:ext uri="{FF2B5EF4-FFF2-40B4-BE49-F238E27FC236}">
                    <a16:creationId xmlns:a16="http://schemas.microsoft.com/office/drawing/2014/main" id="{4F2FD4F7-10DE-631E-A929-8F970FCBA999}"/>
                  </a:ext>
                </a:extLst>
              </p:cNvPr>
              <p:cNvSpPr txBox="1"/>
              <p:nvPr/>
            </p:nvSpPr>
            <p:spPr>
              <a:xfrm>
                <a:off x="4818556" y="3584862"/>
                <a:ext cx="2609356" cy="1781797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覆盖服务器租赁、工具订阅、打印耗材等费用。</a:t>
                </a:r>
              </a:p>
            </p:txBody>
          </p:sp>
          <p:sp>
            <p:nvSpPr>
              <p:cNvPr id="25" name="Icon2" descr="ab4a0baa-85a1-45b1-bcaf-52782bef0d56">
                <a:extLst>
                  <a:ext uri="{FF2B5EF4-FFF2-40B4-BE49-F238E27FC236}">
                    <a16:creationId xmlns:a16="http://schemas.microsoft.com/office/drawing/2014/main" id="{0ECBE44C-0BD7-9772-786D-17BED4F57E0C}"/>
                  </a:ext>
                </a:extLst>
              </p:cNvPr>
              <p:cNvSpPr/>
              <p:nvPr/>
            </p:nvSpPr>
            <p:spPr>
              <a:xfrm>
                <a:off x="4541211" y="2239751"/>
                <a:ext cx="306300" cy="3063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53" name="组合 52" descr="e75a3f73-b39e-4e54-8edd-4870f5c06ba1">
              <a:extLst>
                <a:ext uri="{FF2B5EF4-FFF2-40B4-BE49-F238E27FC236}">
                  <a16:creationId xmlns:a16="http://schemas.microsoft.com/office/drawing/2014/main" id="{437B36BA-C857-07F6-6D41-1BA818135196}"/>
                </a:ext>
              </a:extLst>
            </p:cNvPr>
            <p:cNvGrpSpPr/>
            <p:nvPr/>
          </p:nvGrpSpPr>
          <p:grpSpPr>
            <a:xfrm>
              <a:off x="7703306" y="2239750"/>
              <a:ext cx="3009607" cy="3233240"/>
              <a:chOff x="7703306" y="2239750"/>
              <a:chExt cx="3009607" cy="3233240"/>
            </a:xfrm>
          </p:grpSpPr>
          <p:sp>
            <p:nvSpPr>
              <p:cNvPr id="37" name="IconBackground3" descr="a84dfa36-2ede-4df7-9cf0-d310e865a05f">
                <a:extLst>
                  <a:ext uri="{FF2B5EF4-FFF2-40B4-BE49-F238E27FC236}">
                    <a16:creationId xmlns:a16="http://schemas.microsoft.com/office/drawing/2014/main" id="{B2F141B2-EFF3-ADD5-C1EE-6713EFC49BCD}"/>
                  </a:ext>
                </a:extLst>
              </p:cNvPr>
              <p:cNvSpPr/>
              <p:nvPr/>
            </p:nvSpPr>
            <p:spPr>
              <a:xfrm flipH="1">
                <a:off x="7855165" y="2368368"/>
                <a:ext cx="2857746" cy="88488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9" name="Number3" descr="3148f361-ecad-406c-85b1-d586924aa5db">
                <a:extLst>
                  <a:ext uri="{FF2B5EF4-FFF2-40B4-BE49-F238E27FC236}">
                    <a16:creationId xmlns:a16="http://schemas.microsoft.com/office/drawing/2014/main" id="{4A41DF49-353A-E60B-F93E-1C95FE4EA762}"/>
                  </a:ext>
                </a:extLst>
              </p:cNvPr>
              <p:cNvSpPr txBox="1"/>
              <p:nvPr/>
            </p:nvSpPr>
            <p:spPr>
              <a:xfrm>
                <a:off x="7979361" y="2518422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3200" b="1" i="1" u="none">
                    <a:solidFill>
                      <a:srgbClr val="000000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id="40" name="Bullet3" descr="9324f0cc-2fbe-4445-8a0a-2afd5f551892">
                <a:extLst>
                  <a:ext uri="{FF2B5EF4-FFF2-40B4-BE49-F238E27FC236}">
                    <a16:creationId xmlns:a16="http://schemas.microsoft.com/office/drawing/2014/main" id="{5FFA2B4C-D452-FF91-6141-6D6518C08E8C}"/>
                  </a:ext>
                </a:extLst>
              </p:cNvPr>
              <p:cNvSpPr txBox="1"/>
              <p:nvPr/>
            </p:nvSpPr>
            <p:spPr>
              <a:xfrm>
                <a:off x="8619280" y="2368368"/>
                <a:ext cx="1927739" cy="88488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成果</a:t>
                </a:r>
              </a:p>
            </p:txBody>
          </p:sp>
          <p:sp>
            <p:nvSpPr>
              <p:cNvPr id="41" name="ComponentBackground3" descr="ce278755-b5f3-4843-bb4b-3eacb1f272f2">
                <a:extLst>
                  <a:ext uri="{FF2B5EF4-FFF2-40B4-BE49-F238E27FC236}">
                    <a16:creationId xmlns:a16="http://schemas.microsoft.com/office/drawing/2014/main" id="{BC384827-E6C4-037F-30A7-70BC11BC889D}"/>
                  </a:ext>
                </a:extLst>
              </p:cNvPr>
              <p:cNvSpPr/>
              <p:nvPr/>
            </p:nvSpPr>
            <p:spPr>
              <a:xfrm>
                <a:off x="7855165" y="3455539"/>
                <a:ext cx="2857748" cy="2017451"/>
              </a:xfrm>
              <a:prstGeom prst="roundRect">
                <a:avLst>
                  <a:gd name="adj" fmla="val 68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42" name="Text3" descr="143e3bd1-6047-423d-ae26-08cea5b3c3da">
                <a:extLst>
                  <a:ext uri="{FF2B5EF4-FFF2-40B4-BE49-F238E27FC236}">
                    <a16:creationId xmlns:a16="http://schemas.microsoft.com/office/drawing/2014/main" id="{2A4FCE86-9764-C0B4-0AAF-8F7047C78D2A}"/>
                  </a:ext>
                </a:extLst>
              </p:cNvPr>
              <p:cNvSpPr txBox="1"/>
              <p:nvPr/>
            </p:nvSpPr>
            <p:spPr>
              <a:xfrm>
                <a:off x="7979361" y="3596199"/>
                <a:ext cx="2609356" cy="1781797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完成《项目报销指南》，明确规范与时间节点。</a:t>
                </a:r>
              </a:p>
            </p:txBody>
          </p:sp>
          <p:sp>
            <p:nvSpPr>
              <p:cNvPr id="43" name="Icon3" descr="2545e4f7-ba3e-4ce3-8464-1a5ab6da50b7">
                <a:extLst>
                  <a:ext uri="{FF2B5EF4-FFF2-40B4-BE49-F238E27FC236}">
                    <a16:creationId xmlns:a16="http://schemas.microsoft.com/office/drawing/2014/main" id="{E18A139C-A49F-AE5F-53B7-5D8EE4973982}"/>
                  </a:ext>
                </a:extLst>
              </p:cNvPr>
              <p:cNvSpPr/>
              <p:nvPr/>
            </p:nvSpPr>
            <p:spPr>
              <a:xfrm>
                <a:off x="7703306" y="2239750"/>
                <a:ext cx="306300" cy="306300"/>
              </a:xfrm>
              <a:prstGeom prst="ellipse">
                <a:avLst/>
              </a:prstGeom>
              <a:solidFill>
                <a:schemeClr val="tx2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企业报销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2bdf6f3f-dbb8-4116-8f5f-c4e0dac08f8f.source.3.zh-Hans.pptx" descr="4c645679-6e56-4c67-9d56-c4b2cfbce551">
            <a:extLst>
              <a:ext uri="{FF2B5EF4-FFF2-40B4-BE49-F238E27FC236}">
                <a16:creationId xmlns:a16="http://schemas.microsoft.com/office/drawing/2014/main" id="{065D95E8-CA70-F818-5D5C-D0CF6BE1167D}"/>
              </a:ext>
            </a:extLst>
          </p:cNvPr>
          <p:cNvGrpSpPr/>
          <p:nvPr/>
        </p:nvGrpSpPr>
        <p:grpSpPr>
          <a:xfrm>
            <a:off x="788596" y="1524000"/>
            <a:ext cx="10747356" cy="4610100"/>
            <a:chOff x="788596" y="1524000"/>
            <a:chExt cx="10747356" cy="4610100"/>
          </a:xfrm>
        </p:grpSpPr>
        <p:grpSp>
          <p:nvGrpSpPr>
            <p:cNvPr id="75" name="组合 74" descr="b5b562c9-3449-4bbf-929d-fa6d907b516e">
              <a:extLst>
                <a:ext uri="{FF2B5EF4-FFF2-40B4-BE49-F238E27FC236}">
                  <a16:creationId xmlns:a16="http://schemas.microsoft.com/office/drawing/2014/main" id="{19A196FE-0582-AD69-C422-16E80466A61E}"/>
                </a:ext>
              </a:extLst>
            </p:cNvPr>
            <p:cNvGrpSpPr/>
            <p:nvPr/>
          </p:nvGrpSpPr>
          <p:grpSpPr>
            <a:xfrm>
              <a:off x="7791932" y="1892300"/>
              <a:ext cx="3744020" cy="4241800"/>
              <a:chOff x="7791932" y="1892300"/>
              <a:chExt cx="3744020" cy="4241800"/>
            </a:xfrm>
          </p:grpSpPr>
          <p:sp>
            <p:nvSpPr>
              <p:cNvPr id="3" name="矩形 2" descr="18a044c6-c2cb-4bc6-ab46-c10c0c61036c">
                <a:extLst>
                  <a:ext uri="{FF2B5EF4-FFF2-40B4-BE49-F238E27FC236}">
                    <a16:creationId xmlns:a16="http://schemas.microsoft.com/office/drawing/2014/main" id="{5A0F6BC5-A258-43A7-853E-B0D69353F7A2}"/>
                  </a:ext>
                </a:extLst>
              </p:cNvPr>
              <p:cNvSpPr/>
              <p:nvPr/>
            </p:nvSpPr>
            <p:spPr bwMode="auto">
              <a:xfrm>
                <a:off x="7791932" y="1895619"/>
                <a:ext cx="3740701" cy="3080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" name="任意多边形 3" descr="996799a2-43f3-42b6-9025-e24f984dc081">
                <a:extLst>
                  <a:ext uri="{FF2B5EF4-FFF2-40B4-BE49-F238E27FC236}">
                    <a16:creationId xmlns:a16="http://schemas.microsoft.com/office/drawing/2014/main" id="{1BF6649D-82CD-49D0-B694-B7672C8A7672}"/>
                  </a:ext>
                </a:extLst>
              </p:cNvPr>
              <p:cNvSpPr/>
              <p:nvPr/>
            </p:nvSpPr>
            <p:spPr bwMode="auto">
              <a:xfrm>
                <a:off x="7811847" y="2800093"/>
                <a:ext cx="1404008" cy="1053836"/>
              </a:xfrm>
              <a:custGeom>
                <a:avLst/>
                <a:gdLst>
                  <a:gd name="T0" fmla="*/ 0 w 846"/>
                  <a:gd name="T1" fmla="*/ 212 h 635"/>
                  <a:gd name="T2" fmla="*/ 723 w 846"/>
                  <a:gd name="T3" fmla="*/ 0 h 635"/>
                  <a:gd name="T4" fmla="*/ 846 w 846"/>
                  <a:gd name="T5" fmla="*/ 423 h 635"/>
                  <a:gd name="T6" fmla="*/ 126 w 846"/>
                  <a:gd name="T7" fmla="*/ 635 h 635"/>
                  <a:gd name="T8" fmla="*/ 0 w 846"/>
                  <a:gd name="T9" fmla="*/ 212 h 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6" h="635">
                    <a:moveTo>
                      <a:pt x="0" y="212"/>
                    </a:moveTo>
                    <a:lnTo>
                      <a:pt x="723" y="0"/>
                    </a:lnTo>
                    <a:lnTo>
                      <a:pt x="846" y="423"/>
                    </a:lnTo>
                    <a:lnTo>
                      <a:pt x="126" y="635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5" name="任意多边形 4" descr="a59ef985-f33e-4110-911f-1779c871836c">
                <a:extLst>
                  <a:ext uri="{FF2B5EF4-FFF2-40B4-BE49-F238E27FC236}">
                    <a16:creationId xmlns:a16="http://schemas.microsoft.com/office/drawing/2014/main" id="{D5CAF3AF-50E5-4537-A80F-297E407D98FB}"/>
                  </a:ext>
                </a:extLst>
              </p:cNvPr>
              <p:cNvSpPr/>
              <p:nvPr/>
            </p:nvSpPr>
            <p:spPr bwMode="auto">
              <a:xfrm>
                <a:off x="7803549" y="2791794"/>
                <a:ext cx="1420604" cy="1070432"/>
              </a:xfrm>
              <a:custGeom>
                <a:avLst/>
                <a:gdLst>
                  <a:gd name="T0" fmla="*/ 55 w 360"/>
                  <a:gd name="T1" fmla="*/ 271 h 271"/>
                  <a:gd name="T2" fmla="*/ 54 w 360"/>
                  <a:gd name="T3" fmla="*/ 271 h 271"/>
                  <a:gd name="T4" fmla="*/ 53 w 360"/>
                  <a:gd name="T5" fmla="*/ 270 h 271"/>
                  <a:gd name="T6" fmla="*/ 1 w 360"/>
                  <a:gd name="T7" fmla="*/ 92 h 271"/>
                  <a:gd name="T8" fmla="*/ 2 w 360"/>
                  <a:gd name="T9" fmla="*/ 90 h 271"/>
                  <a:gd name="T10" fmla="*/ 305 w 360"/>
                  <a:gd name="T11" fmla="*/ 0 h 271"/>
                  <a:gd name="T12" fmla="*/ 308 w 360"/>
                  <a:gd name="T13" fmla="*/ 2 h 271"/>
                  <a:gd name="T14" fmla="*/ 360 w 360"/>
                  <a:gd name="T15" fmla="*/ 179 h 271"/>
                  <a:gd name="T16" fmla="*/ 360 w 360"/>
                  <a:gd name="T17" fmla="*/ 181 h 271"/>
                  <a:gd name="T18" fmla="*/ 359 w 360"/>
                  <a:gd name="T19" fmla="*/ 182 h 271"/>
                  <a:gd name="T20" fmla="*/ 55 w 360"/>
                  <a:gd name="T21" fmla="*/ 271 h 271"/>
                  <a:gd name="T22" fmla="*/ 5 w 360"/>
                  <a:gd name="T23" fmla="*/ 93 h 271"/>
                  <a:gd name="T24" fmla="*/ 56 w 360"/>
                  <a:gd name="T25" fmla="*/ 267 h 271"/>
                  <a:gd name="T26" fmla="*/ 356 w 360"/>
                  <a:gd name="T27" fmla="*/ 179 h 271"/>
                  <a:gd name="T28" fmla="*/ 305 w 360"/>
                  <a:gd name="T29" fmla="*/ 5 h 271"/>
                  <a:gd name="T30" fmla="*/ 5 w 360"/>
                  <a:gd name="T31" fmla="*/ 93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0" h="271">
                    <a:moveTo>
                      <a:pt x="55" y="271"/>
                    </a:moveTo>
                    <a:cubicBezTo>
                      <a:pt x="54" y="271"/>
                      <a:pt x="54" y="271"/>
                      <a:pt x="54" y="271"/>
                    </a:cubicBezTo>
                    <a:cubicBezTo>
                      <a:pt x="53" y="271"/>
                      <a:pt x="53" y="270"/>
                      <a:pt x="53" y="270"/>
                    </a:cubicBezTo>
                    <a:cubicBezTo>
                      <a:pt x="1" y="92"/>
                      <a:pt x="1" y="92"/>
                      <a:pt x="1" y="92"/>
                    </a:cubicBezTo>
                    <a:cubicBezTo>
                      <a:pt x="0" y="91"/>
                      <a:pt x="1" y="90"/>
                      <a:pt x="2" y="90"/>
                    </a:cubicBezTo>
                    <a:cubicBezTo>
                      <a:pt x="305" y="0"/>
                      <a:pt x="305" y="0"/>
                      <a:pt x="305" y="0"/>
                    </a:cubicBezTo>
                    <a:cubicBezTo>
                      <a:pt x="306" y="0"/>
                      <a:pt x="307" y="1"/>
                      <a:pt x="308" y="2"/>
                    </a:cubicBezTo>
                    <a:cubicBezTo>
                      <a:pt x="360" y="179"/>
                      <a:pt x="360" y="179"/>
                      <a:pt x="360" y="179"/>
                    </a:cubicBezTo>
                    <a:cubicBezTo>
                      <a:pt x="360" y="180"/>
                      <a:pt x="360" y="180"/>
                      <a:pt x="360" y="181"/>
                    </a:cubicBezTo>
                    <a:cubicBezTo>
                      <a:pt x="360" y="181"/>
                      <a:pt x="359" y="182"/>
                      <a:pt x="359" y="182"/>
                    </a:cubicBezTo>
                    <a:cubicBezTo>
                      <a:pt x="55" y="271"/>
                      <a:pt x="55" y="271"/>
                      <a:pt x="55" y="271"/>
                    </a:cubicBezTo>
                    <a:close/>
                    <a:moveTo>
                      <a:pt x="5" y="93"/>
                    </a:moveTo>
                    <a:cubicBezTo>
                      <a:pt x="56" y="267"/>
                      <a:pt x="56" y="267"/>
                      <a:pt x="56" y="267"/>
                    </a:cubicBezTo>
                    <a:cubicBezTo>
                      <a:pt x="356" y="179"/>
                      <a:pt x="356" y="179"/>
                      <a:pt x="356" y="179"/>
                    </a:cubicBezTo>
                    <a:cubicBezTo>
                      <a:pt x="305" y="5"/>
                      <a:pt x="305" y="5"/>
                      <a:pt x="305" y="5"/>
                    </a:cubicBezTo>
                    <a:lnTo>
                      <a:pt x="5" y="9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6" name="任意多边形 5" descr="2f2a5b3d-3767-472e-bfb7-55e4fc920d33">
                <a:extLst>
                  <a:ext uri="{FF2B5EF4-FFF2-40B4-BE49-F238E27FC236}">
                    <a16:creationId xmlns:a16="http://schemas.microsoft.com/office/drawing/2014/main" id="{7BB00E7A-2D5F-4797-B281-2A20D52E29A5}"/>
                  </a:ext>
                </a:extLst>
              </p:cNvPr>
              <p:cNvSpPr/>
              <p:nvPr/>
            </p:nvSpPr>
            <p:spPr bwMode="auto">
              <a:xfrm>
                <a:off x="7803549" y="2791794"/>
                <a:ext cx="1214815" cy="643918"/>
              </a:xfrm>
              <a:custGeom>
                <a:avLst/>
                <a:gdLst>
                  <a:gd name="T0" fmla="*/ 188 w 308"/>
                  <a:gd name="T1" fmla="*/ 163 h 163"/>
                  <a:gd name="T2" fmla="*/ 187 w 308"/>
                  <a:gd name="T3" fmla="*/ 163 h 163"/>
                  <a:gd name="T4" fmla="*/ 2 w 308"/>
                  <a:gd name="T5" fmla="*/ 93 h 163"/>
                  <a:gd name="T6" fmla="*/ 0 w 308"/>
                  <a:gd name="T7" fmla="*/ 91 h 163"/>
                  <a:gd name="T8" fmla="*/ 3 w 308"/>
                  <a:gd name="T9" fmla="*/ 90 h 163"/>
                  <a:gd name="T10" fmla="*/ 3 w 308"/>
                  <a:gd name="T11" fmla="*/ 90 h 163"/>
                  <a:gd name="T12" fmla="*/ 187 w 308"/>
                  <a:gd name="T13" fmla="*/ 159 h 163"/>
                  <a:gd name="T14" fmla="*/ 304 w 308"/>
                  <a:gd name="T15" fmla="*/ 1 h 163"/>
                  <a:gd name="T16" fmla="*/ 307 w 308"/>
                  <a:gd name="T17" fmla="*/ 1 h 163"/>
                  <a:gd name="T18" fmla="*/ 307 w 308"/>
                  <a:gd name="T19" fmla="*/ 3 h 163"/>
                  <a:gd name="T20" fmla="*/ 189 w 308"/>
                  <a:gd name="T21" fmla="*/ 163 h 163"/>
                  <a:gd name="T22" fmla="*/ 188 w 308"/>
                  <a:gd name="T23" fmla="*/ 16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08" h="163">
                    <a:moveTo>
                      <a:pt x="188" y="163"/>
                    </a:moveTo>
                    <a:cubicBezTo>
                      <a:pt x="188" y="163"/>
                      <a:pt x="187" y="163"/>
                      <a:pt x="187" y="163"/>
                    </a:cubicBezTo>
                    <a:cubicBezTo>
                      <a:pt x="2" y="93"/>
                      <a:pt x="2" y="93"/>
                      <a:pt x="2" y="93"/>
                    </a:cubicBezTo>
                    <a:cubicBezTo>
                      <a:pt x="1" y="93"/>
                      <a:pt x="0" y="92"/>
                      <a:pt x="0" y="91"/>
                    </a:cubicBezTo>
                    <a:cubicBezTo>
                      <a:pt x="1" y="90"/>
                      <a:pt x="2" y="89"/>
                      <a:pt x="3" y="90"/>
                    </a:cubicBezTo>
                    <a:cubicBezTo>
                      <a:pt x="3" y="90"/>
                      <a:pt x="3" y="90"/>
                      <a:pt x="3" y="90"/>
                    </a:cubicBezTo>
                    <a:cubicBezTo>
                      <a:pt x="187" y="159"/>
                      <a:pt x="187" y="159"/>
                      <a:pt x="187" y="159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305" y="0"/>
                      <a:pt x="306" y="0"/>
                      <a:pt x="307" y="1"/>
                    </a:cubicBezTo>
                    <a:cubicBezTo>
                      <a:pt x="308" y="2"/>
                      <a:pt x="308" y="3"/>
                      <a:pt x="307" y="3"/>
                    </a:cubicBezTo>
                    <a:cubicBezTo>
                      <a:pt x="189" y="163"/>
                      <a:pt x="189" y="163"/>
                      <a:pt x="189" y="163"/>
                    </a:cubicBezTo>
                    <a:cubicBezTo>
                      <a:pt x="189" y="163"/>
                      <a:pt x="188" y="163"/>
                      <a:pt x="188" y="163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7" name="任意多边形 6" descr="b60c54d6-1382-43e1-ae47-20daf435ce81">
                <a:extLst>
                  <a:ext uri="{FF2B5EF4-FFF2-40B4-BE49-F238E27FC236}">
                    <a16:creationId xmlns:a16="http://schemas.microsoft.com/office/drawing/2014/main" id="{B0F79315-1411-4C4C-8AD6-A59BB87563D3}"/>
                  </a:ext>
                </a:extLst>
              </p:cNvPr>
              <p:cNvSpPr/>
              <p:nvPr/>
            </p:nvSpPr>
            <p:spPr bwMode="auto">
              <a:xfrm>
                <a:off x="8644958" y="3278053"/>
                <a:ext cx="579195" cy="224044"/>
              </a:xfrm>
              <a:custGeom>
                <a:avLst/>
                <a:gdLst>
                  <a:gd name="T0" fmla="*/ 145 w 147"/>
                  <a:gd name="T1" fmla="*/ 57 h 57"/>
                  <a:gd name="T2" fmla="*/ 144 w 147"/>
                  <a:gd name="T3" fmla="*/ 57 h 57"/>
                  <a:gd name="T4" fmla="*/ 1 w 147"/>
                  <a:gd name="T5" fmla="*/ 3 h 57"/>
                  <a:gd name="T6" fmla="*/ 0 w 147"/>
                  <a:gd name="T7" fmla="*/ 1 h 57"/>
                  <a:gd name="T8" fmla="*/ 3 w 147"/>
                  <a:gd name="T9" fmla="*/ 0 h 57"/>
                  <a:gd name="T10" fmla="*/ 146 w 147"/>
                  <a:gd name="T11" fmla="*/ 54 h 57"/>
                  <a:gd name="T12" fmla="*/ 147 w 147"/>
                  <a:gd name="T13" fmla="*/ 56 h 57"/>
                  <a:gd name="T14" fmla="*/ 147 w 147"/>
                  <a:gd name="T15" fmla="*/ 56 h 57"/>
                  <a:gd name="T16" fmla="*/ 145 w 14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7" h="57">
                    <a:moveTo>
                      <a:pt x="145" y="57"/>
                    </a:moveTo>
                    <a:cubicBezTo>
                      <a:pt x="145" y="57"/>
                      <a:pt x="144" y="57"/>
                      <a:pt x="144" y="5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46" y="54"/>
                      <a:pt x="146" y="54"/>
                      <a:pt x="146" y="54"/>
                    </a:cubicBezTo>
                    <a:cubicBezTo>
                      <a:pt x="147" y="54"/>
                      <a:pt x="147" y="55"/>
                      <a:pt x="147" y="56"/>
                    </a:cubicBezTo>
                    <a:cubicBezTo>
                      <a:pt x="147" y="56"/>
                      <a:pt x="147" y="56"/>
                      <a:pt x="147" y="56"/>
                    </a:cubicBezTo>
                    <a:cubicBezTo>
                      <a:pt x="146" y="57"/>
                      <a:pt x="146" y="57"/>
                      <a:pt x="145" y="57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8" name="任意多边形 7" descr="fd2fc8cb-c9b2-41c9-bae1-e7856e916539">
                <a:extLst>
                  <a:ext uri="{FF2B5EF4-FFF2-40B4-BE49-F238E27FC236}">
                    <a16:creationId xmlns:a16="http://schemas.microsoft.com/office/drawing/2014/main" id="{6A31CF8B-98F5-48B9-8442-AB3E6B001DB4}"/>
                  </a:ext>
                </a:extLst>
              </p:cNvPr>
              <p:cNvSpPr/>
              <p:nvPr/>
            </p:nvSpPr>
            <p:spPr bwMode="auto">
              <a:xfrm>
                <a:off x="8009338" y="3356053"/>
                <a:ext cx="375066" cy="502855"/>
              </a:xfrm>
              <a:custGeom>
                <a:avLst/>
                <a:gdLst>
                  <a:gd name="T0" fmla="*/ 2 w 95"/>
                  <a:gd name="T1" fmla="*/ 127 h 127"/>
                  <a:gd name="T2" fmla="*/ 1 w 95"/>
                  <a:gd name="T3" fmla="*/ 126 h 127"/>
                  <a:gd name="T4" fmla="*/ 1 w 95"/>
                  <a:gd name="T5" fmla="*/ 124 h 127"/>
                  <a:gd name="T6" fmla="*/ 1 w 95"/>
                  <a:gd name="T7" fmla="*/ 124 h 127"/>
                  <a:gd name="T8" fmla="*/ 91 w 95"/>
                  <a:gd name="T9" fmla="*/ 1 h 127"/>
                  <a:gd name="T10" fmla="*/ 94 w 95"/>
                  <a:gd name="T11" fmla="*/ 1 h 127"/>
                  <a:gd name="T12" fmla="*/ 94 w 95"/>
                  <a:gd name="T13" fmla="*/ 3 h 127"/>
                  <a:gd name="T14" fmla="*/ 94 w 95"/>
                  <a:gd name="T15" fmla="*/ 3 h 127"/>
                  <a:gd name="T16" fmla="*/ 4 w 95"/>
                  <a:gd name="T17" fmla="*/ 126 h 127"/>
                  <a:gd name="T18" fmla="*/ 2 w 95"/>
                  <a:gd name="T19" fmla="*/ 12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" h="127">
                    <a:moveTo>
                      <a:pt x="2" y="127"/>
                    </a:moveTo>
                    <a:cubicBezTo>
                      <a:pt x="2" y="127"/>
                      <a:pt x="1" y="127"/>
                      <a:pt x="1" y="126"/>
                    </a:cubicBezTo>
                    <a:cubicBezTo>
                      <a:pt x="0" y="126"/>
                      <a:pt x="0" y="125"/>
                      <a:pt x="1" y="124"/>
                    </a:cubicBezTo>
                    <a:cubicBezTo>
                      <a:pt x="1" y="124"/>
                      <a:pt x="1" y="124"/>
                      <a:pt x="1" y="124"/>
                    </a:cubicBezTo>
                    <a:cubicBezTo>
                      <a:pt x="91" y="1"/>
                      <a:pt x="91" y="1"/>
                      <a:pt x="91" y="1"/>
                    </a:cubicBezTo>
                    <a:cubicBezTo>
                      <a:pt x="92" y="0"/>
                      <a:pt x="93" y="0"/>
                      <a:pt x="94" y="1"/>
                    </a:cubicBezTo>
                    <a:cubicBezTo>
                      <a:pt x="95" y="1"/>
                      <a:pt x="95" y="3"/>
                      <a:pt x="94" y="3"/>
                    </a:cubicBezTo>
                    <a:cubicBezTo>
                      <a:pt x="94" y="3"/>
                      <a:pt x="94" y="3"/>
                      <a:pt x="94" y="3"/>
                    </a:cubicBezTo>
                    <a:cubicBezTo>
                      <a:pt x="4" y="126"/>
                      <a:pt x="4" y="126"/>
                      <a:pt x="4" y="126"/>
                    </a:cubicBezTo>
                    <a:cubicBezTo>
                      <a:pt x="3" y="126"/>
                      <a:pt x="3" y="127"/>
                      <a:pt x="2" y="127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9" name="任意多边形 8" descr="d5acfa7e-8180-43bf-aa57-bf331b41ff19">
                <a:extLst>
                  <a:ext uri="{FF2B5EF4-FFF2-40B4-BE49-F238E27FC236}">
                    <a16:creationId xmlns:a16="http://schemas.microsoft.com/office/drawing/2014/main" id="{3E40638B-EA36-4F0E-B9B5-EA96DF3B9DCC}"/>
                  </a:ext>
                </a:extLst>
              </p:cNvPr>
              <p:cNvSpPr/>
              <p:nvPr/>
            </p:nvSpPr>
            <p:spPr bwMode="auto">
              <a:xfrm>
                <a:off x="7803549" y="2026727"/>
                <a:ext cx="1448817" cy="1254645"/>
              </a:xfrm>
              <a:custGeom>
                <a:avLst/>
                <a:gdLst>
                  <a:gd name="T0" fmla="*/ 219 w 873"/>
                  <a:gd name="T1" fmla="*/ 0 h 756"/>
                  <a:gd name="T2" fmla="*/ 873 w 873"/>
                  <a:gd name="T3" fmla="*/ 373 h 756"/>
                  <a:gd name="T4" fmla="*/ 654 w 873"/>
                  <a:gd name="T5" fmla="*/ 756 h 756"/>
                  <a:gd name="T6" fmla="*/ 0 w 873"/>
                  <a:gd name="T7" fmla="*/ 383 h 756"/>
                  <a:gd name="T8" fmla="*/ 219 w 873"/>
                  <a:gd name="T9" fmla="*/ 0 h 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3" h="756">
                    <a:moveTo>
                      <a:pt x="219" y="0"/>
                    </a:moveTo>
                    <a:lnTo>
                      <a:pt x="873" y="373"/>
                    </a:lnTo>
                    <a:lnTo>
                      <a:pt x="654" y="756"/>
                    </a:lnTo>
                    <a:lnTo>
                      <a:pt x="0" y="383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0" name="任意多边形 9" descr="ef08da9c-0402-4145-99b8-891f28d3f252">
                <a:extLst>
                  <a:ext uri="{FF2B5EF4-FFF2-40B4-BE49-F238E27FC236}">
                    <a16:creationId xmlns:a16="http://schemas.microsoft.com/office/drawing/2014/main" id="{C8079E59-D088-42B5-934F-1A2E87995B99}"/>
                  </a:ext>
                </a:extLst>
              </p:cNvPr>
              <p:cNvSpPr/>
              <p:nvPr/>
            </p:nvSpPr>
            <p:spPr bwMode="auto">
              <a:xfrm>
                <a:off x="7795251" y="2018429"/>
                <a:ext cx="1463753" cy="1271241"/>
              </a:xfrm>
              <a:custGeom>
                <a:avLst/>
                <a:gdLst>
                  <a:gd name="T0" fmla="*/ 277 w 371"/>
                  <a:gd name="T1" fmla="*/ 322 h 322"/>
                  <a:gd name="T2" fmla="*/ 276 w 371"/>
                  <a:gd name="T3" fmla="*/ 322 h 322"/>
                  <a:gd name="T4" fmla="*/ 1 w 371"/>
                  <a:gd name="T5" fmla="*/ 165 h 322"/>
                  <a:gd name="T6" fmla="*/ 0 w 371"/>
                  <a:gd name="T7" fmla="*/ 164 h 322"/>
                  <a:gd name="T8" fmla="*/ 0 w 371"/>
                  <a:gd name="T9" fmla="*/ 162 h 322"/>
                  <a:gd name="T10" fmla="*/ 92 w 371"/>
                  <a:gd name="T11" fmla="*/ 1 h 322"/>
                  <a:gd name="T12" fmla="*/ 95 w 371"/>
                  <a:gd name="T13" fmla="*/ 1 h 322"/>
                  <a:gd name="T14" fmla="*/ 370 w 371"/>
                  <a:gd name="T15" fmla="*/ 157 h 322"/>
                  <a:gd name="T16" fmla="*/ 370 w 371"/>
                  <a:gd name="T17" fmla="*/ 160 h 322"/>
                  <a:gd name="T18" fmla="*/ 370 w 371"/>
                  <a:gd name="T19" fmla="*/ 160 h 322"/>
                  <a:gd name="T20" fmla="*/ 279 w 371"/>
                  <a:gd name="T21" fmla="*/ 321 h 322"/>
                  <a:gd name="T22" fmla="*/ 277 w 371"/>
                  <a:gd name="T23" fmla="*/ 322 h 322"/>
                  <a:gd name="T24" fmla="*/ 5 w 371"/>
                  <a:gd name="T25" fmla="*/ 162 h 322"/>
                  <a:gd name="T26" fmla="*/ 276 w 371"/>
                  <a:gd name="T27" fmla="*/ 317 h 322"/>
                  <a:gd name="T28" fmla="*/ 366 w 371"/>
                  <a:gd name="T29" fmla="*/ 160 h 322"/>
                  <a:gd name="T30" fmla="*/ 95 w 371"/>
                  <a:gd name="T31" fmla="*/ 5 h 322"/>
                  <a:gd name="T32" fmla="*/ 5 w 371"/>
                  <a:gd name="T33" fmla="*/ 162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71" h="322">
                    <a:moveTo>
                      <a:pt x="277" y="322"/>
                    </a:moveTo>
                    <a:cubicBezTo>
                      <a:pt x="277" y="322"/>
                      <a:pt x="276" y="322"/>
                      <a:pt x="276" y="322"/>
                    </a:cubicBezTo>
                    <a:cubicBezTo>
                      <a:pt x="1" y="165"/>
                      <a:pt x="1" y="165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3"/>
                      <a:pt x="0" y="163"/>
                      <a:pt x="0" y="162"/>
                    </a:cubicBezTo>
                    <a:cubicBezTo>
                      <a:pt x="92" y="1"/>
                      <a:pt x="92" y="1"/>
                      <a:pt x="92" y="1"/>
                    </a:cubicBezTo>
                    <a:cubicBezTo>
                      <a:pt x="93" y="0"/>
                      <a:pt x="94" y="0"/>
                      <a:pt x="95" y="1"/>
                    </a:cubicBezTo>
                    <a:cubicBezTo>
                      <a:pt x="370" y="157"/>
                      <a:pt x="370" y="157"/>
                      <a:pt x="370" y="157"/>
                    </a:cubicBezTo>
                    <a:cubicBezTo>
                      <a:pt x="371" y="158"/>
                      <a:pt x="371" y="159"/>
                      <a:pt x="370" y="160"/>
                    </a:cubicBezTo>
                    <a:cubicBezTo>
                      <a:pt x="370" y="160"/>
                      <a:pt x="370" y="160"/>
                      <a:pt x="370" y="160"/>
                    </a:cubicBezTo>
                    <a:cubicBezTo>
                      <a:pt x="279" y="321"/>
                      <a:pt x="279" y="321"/>
                      <a:pt x="279" y="321"/>
                    </a:cubicBezTo>
                    <a:cubicBezTo>
                      <a:pt x="278" y="321"/>
                      <a:pt x="278" y="322"/>
                      <a:pt x="277" y="322"/>
                    </a:cubicBezTo>
                    <a:close/>
                    <a:moveTo>
                      <a:pt x="5" y="162"/>
                    </a:moveTo>
                    <a:cubicBezTo>
                      <a:pt x="276" y="317"/>
                      <a:pt x="276" y="317"/>
                      <a:pt x="276" y="317"/>
                    </a:cubicBezTo>
                    <a:cubicBezTo>
                      <a:pt x="366" y="160"/>
                      <a:pt x="366" y="160"/>
                      <a:pt x="366" y="160"/>
                    </a:cubicBezTo>
                    <a:cubicBezTo>
                      <a:pt x="95" y="5"/>
                      <a:pt x="95" y="5"/>
                      <a:pt x="95" y="5"/>
                    </a:cubicBezTo>
                    <a:lnTo>
                      <a:pt x="5" y="162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1" name="任意多边形 10" descr="01f4afaf-039c-4738-bd70-052910c36197">
                <a:extLst>
                  <a:ext uri="{FF2B5EF4-FFF2-40B4-BE49-F238E27FC236}">
                    <a16:creationId xmlns:a16="http://schemas.microsoft.com/office/drawing/2014/main" id="{DCD83DE8-BE74-4AB3-8602-1ECDBF7D435C}"/>
                  </a:ext>
                </a:extLst>
              </p:cNvPr>
              <p:cNvSpPr/>
              <p:nvPr/>
            </p:nvSpPr>
            <p:spPr bwMode="auto">
              <a:xfrm>
                <a:off x="8158701" y="2018429"/>
                <a:ext cx="1100304" cy="733536"/>
              </a:xfrm>
              <a:custGeom>
                <a:avLst/>
                <a:gdLst>
                  <a:gd name="T0" fmla="*/ 80 w 279"/>
                  <a:gd name="T1" fmla="*/ 186 h 186"/>
                  <a:gd name="T2" fmla="*/ 78 w 279"/>
                  <a:gd name="T3" fmla="*/ 185 h 186"/>
                  <a:gd name="T4" fmla="*/ 0 w 279"/>
                  <a:gd name="T5" fmla="*/ 3 h 186"/>
                  <a:gd name="T6" fmla="*/ 1 w 279"/>
                  <a:gd name="T7" fmla="*/ 1 h 186"/>
                  <a:gd name="T8" fmla="*/ 4 w 279"/>
                  <a:gd name="T9" fmla="*/ 2 h 186"/>
                  <a:gd name="T10" fmla="*/ 4 w 279"/>
                  <a:gd name="T11" fmla="*/ 2 h 186"/>
                  <a:gd name="T12" fmla="*/ 81 w 279"/>
                  <a:gd name="T13" fmla="*/ 182 h 186"/>
                  <a:gd name="T14" fmla="*/ 277 w 279"/>
                  <a:gd name="T15" fmla="*/ 157 h 186"/>
                  <a:gd name="T16" fmla="*/ 279 w 279"/>
                  <a:gd name="T17" fmla="*/ 159 h 186"/>
                  <a:gd name="T18" fmla="*/ 279 w 279"/>
                  <a:gd name="T19" fmla="*/ 159 h 186"/>
                  <a:gd name="T20" fmla="*/ 277 w 279"/>
                  <a:gd name="T21" fmla="*/ 161 h 186"/>
                  <a:gd name="T22" fmla="*/ 277 w 279"/>
                  <a:gd name="T23" fmla="*/ 161 h 186"/>
                  <a:gd name="T24" fmla="*/ 81 w 279"/>
                  <a:gd name="T25" fmla="*/ 186 h 186"/>
                  <a:gd name="T26" fmla="*/ 80 w 279"/>
                  <a:gd name="T27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9" h="186">
                    <a:moveTo>
                      <a:pt x="80" y="186"/>
                    </a:moveTo>
                    <a:cubicBezTo>
                      <a:pt x="79" y="186"/>
                      <a:pt x="79" y="186"/>
                      <a:pt x="78" y="18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1" y="182"/>
                      <a:pt x="81" y="182"/>
                      <a:pt x="81" y="182"/>
                    </a:cubicBezTo>
                    <a:cubicBezTo>
                      <a:pt x="277" y="157"/>
                      <a:pt x="277" y="157"/>
                      <a:pt x="277" y="157"/>
                    </a:cubicBezTo>
                    <a:cubicBezTo>
                      <a:pt x="278" y="157"/>
                      <a:pt x="279" y="158"/>
                      <a:pt x="279" y="159"/>
                    </a:cubicBezTo>
                    <a:cubicBezTo>
                      <a:pt x="279" y="159"/>
                      <a:pt x="279" y="159"/>
                      <a:pt x="279" y="159"/>
                    </a:cubicBezTo>
                    <a:cubicBezTo>
                      <a:pt x="279" y="160"/>
                      <a:pt x="278" y="161"/>
                      <a:pt x="277" y="161"/>
                    </a:cubicBezTo>
                    <a:cubicBezTo>
                      <a:pt x="277" y="161"/>
                      <a:pt x="277" y="161"/>
                      <a:pt x="277" y="161"/>
                    </a:cubicBezTo>
                    <a:cubicBezTo>
                      <a:pt x="81" y="186"/>
                      <a:pt x="81" y="186"/>
                      <a:pt x="81" y="186"/>
                    </a:cubicBezTo>
                    <a:lnTo>
                      <a:pt x="80" y="186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2" name="任意多边形 11" descr="c21b1523-8a5d-4a0d-9a72-2b139c06e077">
                <a:extLst>
                  <a:ext uri="{FF2B5EF4-FFF2-40B4-BE49-F238E27FC236}">
                    <a16:creationId xmlns:a16="http://schemas.microsoft.com/office/drawing/2014/main" id="{ED8EEFC8-7652-4E24-9149-56B82F0C6F24}"/>
                  </a:ext>
                </a:extLst>
              </p:cNvPr>
              <p:cNvSpPr/>
              <p:nvPr/>
            </p:nvSpPr>
            <p:spPr bwMode="auto">
              <a:xfrm>
                <a:off x="8644958" y="2713795"/>
                <a:ext cx="255576" cy="572557"/>
              </a:xfrm>
              <a:custGeom>
                <a:avLst/>
                <a:gdLst>
                  <a:gd name="T0" fmla="*/ 63 w 65"/>
                  <a:gd name="T1" fmla="*/ 145 h 145"/>
                  <a:gd name="T2" fmla="*/ 61 w 65"/>
                  <a:gd name="T3" fmla="*/ 143 h 145"/>
                  <a:gd name="T4" fmla="*/ 1 w 65"/>
                  <a:gd name="T5" fmla="*/ 3 h 145"/>
                  <a:gd name="T6" fmla="*/ 2 w 65"/>
                  <a:gd name="T7" fmla="*/ 1 h 145"/>
                  <a:gd name="T8" fmla="*/ 4 w 65"/>
                  <a:gd name="T9" fmla="*/ 2 h 145"/>
                  <a:gd name="T10" fmla="*/ 64 w 65"/>
                  <a:gd name="T11" fmla="*/ 142 h 145"/>
                  <a:gd name="T12" fmla="*/ 63 w 65"/>
                  <a:gd name="T13" fmla="*/ 144 h 145"/>
                  <a:gd name="T14" fmla="*/ 63 w 65"/>
                  <a:gd name="T15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145">
                    <a:moveTo>
                      <a:pt x="63" y="145"/>
                    </a:moveTo>
                    <a:cubicBezTo>
                      <a:pt x="62" y="145"/>
                      <a:pt x="61" y="144"/>
                      <a:pt x="61" y="14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2" y="1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64" y="142"/>
                      <a:pt x="64" y="142"/>
                      <a:pt x="64" y="142"/>
                    </a:cubicBezTo>
                    <a:cubicBezTo>
                      <a:pt x="65" y="143"/>
                      <a:pt x="64" y="144"/>
                      <a:pt x="63" y="144"/>
                    </a:cubicBezTo>
                    <a:cubicBezTo>
                      <a:pt x="63" y="144"/>
                      <a:pt x="63" y="145"/>
                      <a:pt x="63" y="145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3" name="任意多边形 12" descr="32762752-e0d5-4c9f-93aa-839eda23cef6">
                <a:extLst>
                  <a:ext uri="{FF2B5EF4-FFF2-40B4-BE49-F238E27FC236}">
                    <a16:creationId xmlns:a16="http://schemas.microsoft.com/office/drawing/2014/main" id="{DA3FF413-6037-4D3B-A7AD-ED6F228BBF31}"/>
                  </a:ext>
                </a:extLst>
              </p:cNvPr>
              <p:cNvSpPr/>
              <p:nvPr/>
            </p:nvSpPr>
            <p:spPr bwMode="auto">
              <a:xfrm>
                <a:off x="7800231" y="2571070"/>
                <a:ext cx="610726" cy="94597"/>
              </a:xfrm>
              <a:custGeom>
                <a:avLst/>
                <a:gdLst>
                  <a:gd name="T0" fmla="*/ 2 w 155"/>
                  <a:gd name="T1" fmla="*/ 24 h 24"/>
                  <a:gd name="T2" fmla="*/ 0 w 155"/>
                  <a:gd name="T3" fmla="*/ 22 h 24"/>
                  <a:gd name="T4" fmla="*/ 2 w 155"/>
                  <a:gd name="T5" fmla="*/ 20 h 24"/>
                  <a:gd name="T6" fmla="*/ 153 w 155"/>
                  <a:gd name="T7" fmla="*/ 1 h 24"/>
                  <a:gd name="T8" fmla="*/ 155 w 155"/>
                  <a:gd name="T9" fmla="*/ 2 h 24"/>
                  <a:gd name="T10" fmla="*/ 155 w 155"/>
                  <a:gd name="T11" fmla="*/ 2 h 24"/>
                  <a:gd name="T12" fmla="*/ 153 w 155"/>
                  <a:gd name="T13" fmla="*/ 4 h 24"/>
                  <a:gd name="T14" fmla="*/ 2 w 155"/>
                  <a:gd name="T1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" h="24">
                    <a:moveTo>
                      <a:pt x="2" y="24"/>
                    </a:moveTo>
                    <a:cubicBezTo>
                      <a:pt x="1" y="24"/>
                      <a:pt x="0" y="23"/>
                      <a:pt x="0" y="22"/>
                    </a:cubicBezTo>
                    <a:cubicBezTo>
                      <a:pt x="0" y="21"/>
                      <a:pt x="1" y="20"/>
                      <a:pt x="2" y="20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4" y="0"/>
                      <a:pt x="155" y="1"/>
                      <a:pt x="155" y="2"/>
                    </a:cubicBezTo>
                    <a:cubicBezTo>
                      <a:pt x="155" y="2"/>
                      <a:pt x="155" y="2"/>
                      <a:pt x="155" y="2"/>
                    </a:cubicBezTo>
                    <a:cubicBezTo>
                      <a:pt x="155" y="3"/>
                      <a:pt x="154" y="4"/>
                      <a:pt x="153" y="4"/>
                    </a:cubicBezTo>
                    <a:cubicBezTo>
                      <a:pt x="2" y="24"/>
                      <a:pt x="2" y="24"/>
                      <a:pt x="2" y="24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4" name="任意多边形 13" descr="f9982e0b-dd6c-49dd-85c1-d42306703ee3">
                <a:extLst>
                  <a:ext uri="{FF2B5EF4-FFF2-40B4-BE49-F238E27FC236}">
                    <a16:creationId xmlns:a16="http://schemas.microsoft.com/office/drawing/2014/main" id="{CF0A3F96-1569-4B72-9E54-3C9996E91FC8}"/>
                  </a:ext>
                </a:extLst>
              </p:cNvPr>
              <p:cNvSpPr/>
              <p:nvPr/>
            </p:nvSpPr>
            <p:spPr bwMode="auto">
              <a:xfrm>
                <a:off x="9453176" y="2433324"/>
                <a:ext cx="2076139" cy="1286178"/>
              </a:xfrm>
              <a:custGeom>
                <a:avLst/>
                <a:gdLst>
                  <a:gd name="T0" fmla="*/ 417 w 526"/>
                  <a:gd name="T1" fmla="*/ 0 h 326"/>
                  <a:gd name="T2" fmla="*/ 0 w 526"/>
                  <a:gd name="T3" fmla="*/ 0 h 326"/>
                  <a:gd name="T4" fmla="*/ 0 w 526"/>
                  <a:gd name="T5" fmla="*/ 326 h 326"/>
                  <a:gd name="T6" fmla="*/ 526 w 526"/>
                  <a:gd name="T7" fmla="*/ 326 h 326"/>
                  <a:gd name="T8" fmla="*/ 526 w 526"/>
                  <a:gd name="T9" fmla="*/ 101 h 326"/>
                  <a:gd name="T10" fmla="*/ 417 w 526"/>
                  <a:gd name="T1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6" h="326">
                    <a:moveTo>
                      <a:pt x="41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26"/>
                      <a:pt x="0" y="326"/>
                      <a:pt x="0" y="326"/>
                    </a:cubicBezTo>
                    <a:cubicBezTo>
                      <a:pt x="526" y="326"/>
                      <a:pt x="526" y="326"/>
                      <a:pt x="526" y="326"/>
                    </a:cubicBezTo>
                    <a:cubicBezTo>
                      <a:pt x="526" y="101"/>
                      <a:pt x="526" y="101"/>
                      <a:pt x="526" y="101"/>
                    </a:cubicBezTo>
                    <a:cubicBezTo>
                      <a:pt x="526" y="45"/>
                      <a:pt x="477" y="0"/>
                      <a:pt x="4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5" name="任意多边形 14" descr="99765ef1-5df1-47cf-9ca1-a8113da4a32f">
                <a:extLst>
                  <a:ext uri="{FF2B5EF4-FFF2-40B4-BE49-F238E27FC236}">
                    <a16:creationId xmlns:a16="http://schemas.microsoft.com/office/drawing/2014/main" id="{77AB188C-0E66-4FFA-B66E-5162497A0C7A}"/>
                  </a:ext>
                </a:extLst>
              </p:cNvPr>
              <p:cNvSpPr/>
              <p:nvPr/>
            </p:nvSpPr>
            <p:spPr bwMode="auto">
              <a:xfrm>
                <a:off x="9444877" y="2425027"/>
                <a:ext cx="2091075" cy="1302774"/>
              </a:xfrm>
              <a:custGeom>
                <a:avLst/>
                <a:gdLst>
                  <a:gd name="T0" fmla="*/ 528 w 530"/>
                  <a:gd name="T1" fmla="*/ 330 h 330"/>
                  <a:gd name="T2" fmla="*/ 2 w 530"/>
                  <a:gd name="T3" fmla="*/ 330 h 330"/>
                  <a:gd name="T4" fmla="*/ 0 w 530"/>
                  <a:gd name="T5" fmla="*/ 328 h 330"/>
                  <a:gd name="T6" fmla="*/ 0 w 530"/>
                  <a:gd name="T7" fmla="*/ 2 h 330"/>
                  <a:gd name="T8" fmla="*/ 2 w 530"/>
                  <a:gd name="T9" fmla="*/ 0 h 330"/>
                  <a:gd name="T10" fmla="*/ 419 w 530"/>
                  <a:gd name="T11" fmla="*/ 0 h 330"/>
                  <a:gd name="T12" fmla="*/ 530 w 530"/>
                  <a:gd name="T13" fmla="*/ 103 h 330"/>
                  <a:gd name="T14" fmla="*/ 530 w 530"/>
                  <a:gd name="T15" fmla="*/ 328 h 330"/>
                  <a:gd name="T16" fmla="*/ 528 w 530"/>
                  <a:gd name="T17" fmla="*/ 330 h 330"/>
                  <a:gd name="T18" fmla="*/ 4 w 530"/>
                  <a:gd name="T19" fmla="*/ 326 h 330"/>
                  <a:gd name="T20" fmla="*/ 526 w 530"/>
                  <a:gd name="T21" fmla="*/ 326 h 330"/>
                  <a:gd name="T22" fmla="*/ 526 w 530"/>
                  <a:gd name="T23" fmla="*/ 103 h 330"/>
                  <a:gd name="T24" fmla="*/ 419 w 530"/>
                  <a:gd name="T25" fmla="*/ 4 h 330"/>
                  <a:gd name="T26" fmla="*/ 4 w 530"/>
                  <a:gd name="T27" fmla="*/ 4 h 330"/>
                  <a:gd name="T28" fmla="*/ 4 w 530"/>
                  <a:gd name="T29" fmla="*/ 326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30" h="330">
                    <a:moveTo>
                      <a:pt x="528" y="330"/>
                    </a:moveTo>
                    <a:cubicBezTo>
                      <a:pt x="2" y="330"/>
                      <a:pt x="2" y="330"/>
                      <a:pt x="2" y="330"/>
                    </a:cubicBezTo>
                    <a:cubicBezTo>
                      <a:pt x="1" y="330"/>
                      <a:pt x="0" y="329"/>
                      <a:pt x="0" y="32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419" y="0"/>
                      <a:pt x="419" y="0"/>
                      <a:pt x="419" y="0"/>
                    </a:cubicBezTo>
                    <a:cubicBezTo>
                      <a:pt x="480" y="0"/>
                      <a:pt x="530" y="46"/>
                      <a:pt x="530" y="103"/>
                    </a:cubicBezTo>
                    <a:cubicBezTo>
                      <a:pt x="530" y="328"/>
                      <a:pt x="530" y="328"/>
                      <a:pt x="530" y="328"/>
                    </a:cubicBezTo>
                    <a:cubicBezTo>
                      <a:pt x="530" y="329"/>
                      <a:pt x="529" y="330"/>
                      <a:pt x="528" y="330"/>
                    </a:cubicBezTo>
                    <a:close/>
                    <a:moveTo>
                      <a:pt x="4" y="326"/>
                    </a:moveTo>
                    <a:cubicBezTo>
                      <a:pt x="526" y="326"/>
                      <a:pt x="526" y="326"/>
                      <a:pt x="526" y="326"/>
                    </a:cubicBezTo>
                    <a:cubicBezTo>
                      <a:pt x="526" y="103"/>
                      <a:pt x="526" y="103"/>
                      <a:pt x="526" y="103"/>
                    </a:cubicBezTo>
                    <a:cubicBezTo>
                      <a:pt x="526" y="48"/>
                      <a:pt x="478" y="4"/>
                      <a:pt x="419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326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6" name="任意多边形 15" descr="0e05249b-cb99-4372-82ef-6375cc767c5a">
                <a:extLst>
                  <a:ext uri="{FF2B5EF4-FFF2-40B4-BE49-F238E27FC236}">
                    <a16:creationId xmlns:a16="http://schemas.microsoft.com/office/drawing/2014/main" id="{AC2C714A-3BF5-40F8-931D-60C487A56690}"/>
                  </a:ext>
                </a:extLst>
              </p:cNvPr>
              <p:cNvSpPr/>
              <p:nvPr/>
            </p:nvSpPr>
            <p:spPr bwMode="auto">
              <a:xfrm>
                <a:off x="9018365" y="2433324"/>
                <a:ext cx="864644" cy="1286178"/>
              </a:xfrm>
              <a:custGeom>
                <a:avLst/>
                <a:gdLst>
                  <a:gd name="T0" fmla="*/ 219 w 219"/>
                  <a:gd name="T1" fmla="*/ 105 h 326"/>
                  <a:gd name="T2" fmla="*/ 219 w 219"/>
                  <a:gd name="T3" fmla="*/ 326 h 326"/>
                  <a:gd name="T4" fmla="*/ 0 w 219"/>
                  <a:gd name="T5" fmla="*/ 326 h 326"/>
                  <a:gd name="T6" fmla="*/ 0 w 219"/>
                  <a:gd name="T7" fmla="*/ 105 h 326"/>
                  <a:gd name="T8" fmla="*/ 28 w 219"/>
                  <a:gd name="T9" fmla="*/ 34 h 326"/>
                  <a:gd name="T10" fmla="*/ 105 w 219"/>
                  <a:gd name="T11" fmla="*/ 0 h 326"/>
                  <a:gd name="T12" fmla="*/ 115 w 219"/>
                  <a:gd name="T13" fmla="*/ 0 h 326"/>
                  <a:gd name="T14" fmla="*/ 212 w 219"/>
                  <a:gd name="T15" fmla="*/ 67 h 326"/>
                  <a:gd name="T16" fmla="*/ 216 w 219"/>
                  <a:gd name="T17" fmla="*/ 80 h 326"/>
                  <a:gd name="T18" fmla="*/ 216 w 219"/>
                  <a:gd name="T19" fmla="*/ 80 h 326"/>
                  <a:gd name="T20" fmla="*/ 216 w 219"/>
                  <a:gd name="T21" fmla="*/ 81 h 326"/>
                  <a:gd name="T22" fmla="*/ 219 w 219"/>
                  <a:gd name="T23" fmla="*/ 105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9" h="326">
                    <a:moveTo>
                      <a:pt x="219" y="105"/>
                    </a:moveTo>
                    <a:cubicBezTo>
                      <a:pt x="219" y="326"/>
                      <a:pt x="219" y="326"/>
                      <a:pt x="219" y="326"/>
                    </a:cubicBezTo>
                    <a:cubicBezTo>
                      <a:pt x="0" y="326"/>
                      <a:pt x="0" y="326"/>
                      <a:pt x="0" y="326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78"/>
                      <a:pt x="10" y="53"/>
                      <a:pt x="28" y="34"/>
                    </a:cubicBezTo>
                    <a:cubicBezTo>
                      <a:pt x="48" y="12"/>
                      <a:pt x="76" y="0"/>
                      <a:pt x="105" y="0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58" y="0"/>
                      <a:pt x="197" y="27"/>
                      <a:pt x="212" y="67"/>
                    </a:cubicBezTo>
                    <a:cubicBezTo>
                      <a:pt x="214" y="71"/>
                      <a:pt x="215" y="75"/>
                      <a:pt x="216" y="80"/>
                    </a:cubicBezTo>
                    <a:cubicBezTo>
                      <a:pt x="216" y="80"/>
                      <a:pt x="216" y="80"/>
                      <a:pt x="216" y="80"/>
                    </a:cubicBezTo>
                    <a:cubicBezTo>
                      <a:pt x="216" y="80"/>
                      <a:pt x="216" y="80"/>
                      <a:pt x="216" y="81"/>
                    </a:cubicBezTo>
                    <a:cubicBezTo>
                      <a:pt x="218" y="89"/>
                      <a:pt x="219" y="97"/>
                      <a:pt x="219" y="105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7" name="任意多边形 16" descr="04c9dfc9-57fc-40d8-a0b9-9cdba8e6d887">
                <a:extLst>
                  <a:ext uri="{FF2B5EF4-FFF2-40B4-BE49-F238E27FC236}">
                    <a16:creationId xmlns:a16="http://schemas.microsoft.com/office/drawing/2014/main" id="{CE8EF6FD-DBAF-4308-AFAD-C38B54A02F91}"/>
                  </a:ext>
                </a:extLst>
              </p:cNvPr>
              <p:cNvSpPr/>
              <p:nvPr/>
            </p:nvSpPr>
            <p:spPr bwMode="auto">
              <a:xfrm>
                <a:off x="9011726" y="2425027"/>
                <a:ext cx="879580" cy="1302774"/>
              </a:xfrm>
              <a:custGeom>
                <a:avLst/>
                <a:gdLst>
                  <a:gd name="T0" fmla="*/ 221 w 223"/>
                  <a:gd name="T1" fmla="*/ 330 h 330"/>
                  <a:gd name="T2" fmla="*/ 2 w 223"/>
                  <a:gd name="T3" fmla="*/ 330 h 330"/>
                  <a:gd name="T4" fmla="*/ 0 w 223"/>
                  <a:gd name="T5" fmla="*/ 328 h 330"/>
                  <a:gd name="T6" fmla="*/ 0 w 223"/>
                  <a:gd name="T7" fmla="*/ 107 h 330"/>
                  <a:gd name="T8" fmla="*/ 107 w 223"/>
                  <a:gd name="T9" fmla="*/ 0 h 330"/>
                  <a:gd name="T10" fmla="*/ 117 w 223"/>
                  <a:gd name="T11" fmla="*/ 0 h 330"/>
                  <a:gd name="T12" fmla="*/ 216 w 223"/>
                  <a:gd name="T13" fmla="*/ 69 h 330"/>
                  <a:gd name="T14" fmla="*/ 220 w 223"/>
                  <a:gd name="T15" fmla="*/ 81 h 330"/>
                  <a:gd name="T16" fmla="*/ 220 w 223"/>
                  <a:gd name="T17" fmla="*/ 81 h 330"/>
                  <a:gd name="T18" fmla="*/ 220 w 223"/>
                  <a:gd name="T19" fmla="*/ 81 h 330"/>
                  <a:gd name="T20" fmla="*/ 220 w 223"/>
                  <a:gd name="T21" fmla="*/ 83 h 330"/>
                  <a:gd name="T22" fmla="*/ 223 w 223"/>
                  <a:gd name="T23" fmla="*/ 107 h 330"/>
                  <a:gd name="T24" fmla="*/ 223 w 223"/>
                  <a:gd name="T25" fmla="*/ 328 h 330"/>
                  <a:gd name="T26" fmla="*/ 221 w 223"/>
                  <a:gd name="T27" fmla="*/ 330 h 330"/>
                  <a:gd name="T28" fmla="*/ 221 w 223"/>
                  <a:gd name="T29" fmla="*/ 330 h 330"/>
                  <a:gd name="T30" fmla="*/ 4 w 223"/>
                  <a:gd name="T31" fmla="*/ 326 h 330"/>
                  <a:gd name="T32" fmla="*/ 219 w 223"/>
                  <a:gd name="T33" fmla="*/ 326 h 330"/>
                  <a:gd name="T34" fmla="*/ 219 w 223"/>
                  <a:gd name="T35" fmla="*/ 107 h 330"/>
                  <a:gd name="T36" fmla="*/ 216 w 223"/>
                  <a:gd name="T37" fmla="*/ 83 h 330"/>
                  <a:gd name="T38" fmla="*/ 216 w 223"/>
                  <a:gd name="T39" fmla="*/ 82 h 330"/>
                  <a:gd name="T40" fmla="*/ 216 w 223"/>
                  <a:gd name="T41" fmla="*/ 82 h 330"/>
                  <a:gd name="T42" fmla="*/ 216 w 223"/>
                  <a:gd name="T43" fmla="*/ 82 h 330"/>
                  <a:gd name="T44" fmla="*/ 212 w 223"/>
                  <a:gd name="T45" fmla="*/ 70 h 330"/>
                  <a:gd name="T46" fmla="*/ 117 w 223"/>
                  <a:gd name="T47" fmla="*/ 4 h 330"/>
                  <a:gd name="T48" fmla="*/ 107 w 223"/>
                  <a:gd name="T49" fmla="*/ 4 h 330"/>
                  <a:gd name="T50" fmla="*/ 4 w 223"/>
                  <a:gd name="T51" fmla="*/ 107 h 330"/>
                  <a:gd name="T52" fmla="*/ 4 w 223"/>
                  <a:gd name="T53" fmla="*/ 107 h 330"/>
                  <a:gd name="T54" fmla="*/ 4 w 223"/>
                  <a:gd name="T55" fmla="*/ 326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23" h="330">
                    <a:moveTo>
                      <a:pt x="221" y="330"/>
                    </a:moveTo>
                    <a:cubicBezTo>
                      <a:pt x="2" y="330"/>
                      <a:pt x="2" y="330"/>
                      <a:pt x="2" y="330"/>
                    </a:cubicBezTo>
                    <a:cubicBezTo>
                      <a:pt x="1" y="330"/>
                      <a:pt x="0" y="329"/>
                      <a:pt x="0" y="328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161" y="0"/>
                      <a:pt x="200" y="27"/>
                      <a:pt x="216" y="69"/>
                    </a:cubicBezTo>
                    <a:cubicBezTo>
                      <a:pt x="218" y="73"/>
                      <a:pt x="219" y="77"/>
                      <a:pt x="220" y="81"/>
                    </a:cubicBezTo>
                    <a:cubicBezTo>
                      <a:pt x="220" y="81"/>
                      <a:pt x="220" y="81"/>
                      <a:pt x="220" y="81"/>
                    </a:cubicBezTo>
                    <a:cubicBezTo>
                      <a:pt x="220" y="81"/>
                      <a:pt x="220" y="81"/>
                      <a:pt x="220" y="81"/>
                    </a:cubicBezTo>
                    <a:cubicBezTo>
                      <a:pt x="220" y="81"/>
                      <a:pt x="220" y="82"/>
                      <a:pt x="220" y="83"/>
                    </a:cubicBezTo>
                    <a:cubicBezTo>
                      <a:pt x="222" y="90"/>
                      <a:pt x="223" y="99"/>
                      <a:pt x="223" y="107"/>
                    </a:cubicBezTo>
                    <a:cubicBezTo>
                      <a:pt x="223" y="328"/>
                      <a:pt x="223" y="328"/>
                      <a:pt x="223" y="328"/>
                    </a:cubicBezTo>
                    <a:cubicBezTo>
                      <a:pt x="223" y="329"/>
                      <a:pt x="222" y="330"/>
                      <a:pt x="221" y="330"/>
                    </a:cubicBezTo>
                    <a:cubicBezTo>
                      <a:pt x="221" y="330"/>
                      <a:pt x="221" y="330"/>
                      <a:pt x="221" y="330"/>
                    </a:cubicBezTo>
                    <a:close/>
                    <a:moveTo>
                      <a:pt x="4" y="326"/>
                    </a:moveTo>
                    <a:cubicBezTo>
                      <a:pt x="219" y="326"/>
                      <a:pt x="219" y="326"/>
                      <a:pt x="219" y="326"/>
                    </a:cubicBezTo>
                    <a:cubicBezTo>
                      <a:pt x="219" y="107"/>
                      <a:pt x="219" y="107"/>
                      <a:pt x="219" y="107"/>
                    </a:cubicBezTo>
                    <a:cubicBezTo>
                      <a:pt x="219" y="99"/>
                      <a:pt x="218" y="91"/>
                      <a:pt x="216" y="83"/>
                    </a:cubicBezTo>
                    <a:cubicBezTo>
                      <a:pt x="216" y="83"/>
                      <a:pt x="216" y="83"/>
                      <a:pt x="216" y="82"/>
                    </a:cubicBezTo>
                    <a:cubicBezTo>
                      <a:pt x="216" y="82"/>
                      <a:pt x="216" y="82"/>
                      <a:pt x="216" y="82"/>
                    </a:cubicBezTo>
                    <a:cubicBezTo>
                      <a:pt x="216" y="82"/>
                      <a:pt x="216" y="82"/>
                      <a:pt x="216" y="82"/>
                    </a:cubicBezTo>
                    <a:cubicBezTo>
                      <a:pt x="215" y="78"/>
                      <a:pt x="214" y="74"/>
                      <a:pt x="212" y="70"/>
                    </a:cubicBezTo>
                    <a:cubicBezTo>
                      <a:pt x="197" y="30"/>
                      <a:pt x="159" y="4"/>
                      <a:pt x="117" y="4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51" y="4"/>
                      <a:pt x="4" y="50"/>
                      <a:pt x="4" y="107"/>
                    </a:cubicBezTo>
                    <a:cubicBezTo>
                      <a:pt x="4" y="107"/>
                      <a:pt x="4" y="107"/>
                      <a:pt x="4" y="107"/>
                    </a:cubicBezTo>
                    <a:lnTo>
                      <a:pt x="4" y="326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8" name="任意多边形 17" descr="fcd8f3e0-e45b-45a8-8088-31e1b1a04544">
                <a:extLst>
                  <a:ext uri="{FF2B5EF4-FFF2-40B4-BE49-F238E27FC236}">
                    <a16:creationId xmlns:a16="http://schemas.microsoft.com/office/drawing/2014/main" id="{5A180F1E-F095-4393-BEE6-07BF0B196EA1}"/>
                  </a:ext>
                </a:extLst>
              </p:cNvPr>
              <p:cNvSpPr/>
              <p:nvPr/>
            </p:nvSpPr>
            <p:spPr bwMode="auto">
              <a:xfrm>
                <a:off x="9018365" y="3719502"/>
                <a:ext cx="864644" cy="1161709"/>
              </a:xfrm>
              <a:custGeom>
                <a:avLst/>
                <a:gdLst>
                  <a:gd name="T0" fmla="*/ 0 w 219"/>
                  <a:gd name="T1" fmla="*/ 0 h 294"/>
                  <a:gd name="T2" fmla="*/ 219 w 219"/>
                  <a:gd name="T3" fmla="*/ 0 h 294"/>
                  <a:gd name="T4" fmla="*/ 219 w 219"/>
                  <a:gd name="T5" fmla="*/ 0 h 294"/>
                  <a:gd name="T6" fmla="*/ 219 w 219"/>
                  <a:gd name="T7" fmla="*/ 194 h 294"/>
                  <a:gd name="T8" fmla="*/ 119 w 219"/>
                  <a:gd name="T9" fmla="*/ 294 h 294"/>
                  <a:gd name="T10" fmla="*/ 119 w 219"/>
                  <a:gd name="T11" fmla="*/ 294 h 294"/>
                  <a:gd name="T12" fmla="*/ 100 w 219"/>
                  <a:gd name="T13" fmla="*/ 294 h 294"/>
                  <a:gd name="T14" fmla="*/ 0 w 219"/>
                  <a:gd name="T15" fmla="*/ 194 h 294"/>
                  <a:gd name="T16" fmla="*/ 0 w 219"/>
                  <a:gd name="T17" fmla="*/ 194 h 294"/>
                  <a:gd name="T18" fmla="*/ 0 w 219"/>
                  <a:gd name="T19" fmla="*/ 0 h 294"/>
                  <a:gd name="T20" fmla="*/ 0 w 219"/>
                  <a:gd name="T21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9" h="294">
                    <a:moveTo>
                      <a:pt x="0" y="0"/>
                    </a:moveTo>
                    <a:cubicBezTo>
                      <a:pt x="219" y="0"/>
                      <a:pt x="219" y="0"/>
                      <a:pt x="219" y="0"/>
                    </a:cubicBezTo>
                    <a:cubicBezTo>
                      <a:pt x="219" y="0"/>
                      <a:pt x="219" y="0"/>
                      <a:pt x="219" y="0"/>
                    </a:cubicBezTo>
                    <a:cubicBezTo>
                      <a:pt x="219" y="194"/>
                      <a:pt x="219" y="194"/>
                      <a:pt x="219" y="194"/>
                    </a:cubicBezTo>
                    <a:cubicBezTo>
                      <a:pt x="219" y="249"/>
                      <a:pt x="174" y="294"/>
                      <a:pt x="119" y="294"/>
                    </a:cubicBezTo>
                    <a:cubicBezTo>
                      <a:pt x="119" y="294"/>
                      <a:pt x="119" y="294"/>
                      <a:pt x="119" y="294"/>
                    </a:cubicBezTo>
                    <a:cubicBezTo>
                      <a:pt x="100" y="294"/>
                      <a:pt x="100" y="294"/>
                      <a:pt x="100" y="294"/>
                    </a:cubicBezTo>
                    <a:cubicBezTo>
                      <a:pt x="45" y="294"/>
                      <a:pt x="0" y="249"/>
                      <a:pt x="0" y="194"/>
                    </a:cubicBezTo>
                    <a:cubicBezTo>
                      <a:pt x="0" y="194"/>
                      <a:pt x="0" y="194"/>
                      <a:pt x="0" y="19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19" name="任意多边形 18" descr="f9a561a1-a0d4-4faf-b79b-bb6bb73a5446">
                <a:extLst>
                  <a:ext uri="{FF2B5EF4-FFF2-40B4-BE49-F238E27FC236}">
                    <a16:creationId xmlns:a16="http://schemas.microsoft.com/office/drawing/2014/main" id="{6997A5B2-B6EE-4060-82DC-0B8B5DBA9A83}"/>
                  </a:ext>
                </a:extLst>
              </p:cNvPr>
              <p:cNvSpPr/>
              <p:nvPr/>
            </p:nvSpPr>
            <p:spPr bwMode="auto">
              <a:xfrm>
                <a:off x="9015046" y="3712864"/>
                <a:ext cx="876260" cy="1176645"/>
              </a:xfrm>
              <a:custGeom>
                <a:avLst/>
                <a:gdLst>
                  <a:gd name="T0" fmla="*/ 120 w 222"/>
                  <a:gd name="T1" fmla="*/ 298 h 298"/>
                  <a:gd name="T2" fmla="*/ 101 w 222"/>
                  <a:gd name="T3" fmla="*/ 298 h 298"/>
                  <a:gd name="T4" fmla="*/ 0 w 222"/>
                  <a:gd name="T5" fmla="*/ 196 h 298"/>
                  <a:gd name="T6" fmla="*/ 0 w 222"/>
                  <a:gd name="T7" fmla="*/ 2 h 298"/>
                  <a:gd name="T8" fmla="*/ 1 w 222"/>
                  <a:gd name="T9" fmla="*/ 0 h 298"/>
                  <a:gd name="T10" fmla="*/ 220 w 222"/>
                  <a:gd name="T11" fmla="*/ 0 h 298"/>
                  <a:gd name="T12" fmla="*/ 222 w 222"/>
                  <a:gd name="T13" fmla="*/ 2 h 298"/>
                  <a:gd name="T14" fmla="*/ 222 w 222"/>
                  <a:gd name="T15" fmla="*/ 196 h 298"/>
                  <a:gd name="T16" fmla="*/ 120 w 222"/>
                  <a:gd name="T17" fmla="*/ 298 h 298"/>
                  <a:gd name="T18" fmla="*/ 3 w 222"/>
                  <a:gd name="T19" fmla="*/ 4 h 298"/>
                  <a:gd name="T20" fmla="*/ 3 w 222"/>
                  <a:gd name="T21" fmla="*/ 196 h 298"/>
                  <a:gd name="T22" fmla="*/ 101 w 222"/>
                  <a:gd name="T23" fmla="*/ 294 h 298"/>
                  <a:gd name="T24" fmla="*/ 120 w 222"/>
                  <a:gd name="T25" fmla="*/ 294 h 298"/>
                  <a:gd name="T26" fmla="*/ 218 w 222"/>
                  <a:gd name="T27" fmla="*/ 196 h 298"/>
                  <a:gd name="T28" fmla="*/ 218 w 222"/>
                  <a:gd name="T29" fmla="*/ 4 h 298"/>
                  <a:gd name="T30" fmla="*/ 3 w 222"/>
                  <a:gd name="T31" fmla="*/ 4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2" h="298">
                    <a:moveTo>
                      <a:pt x="120" y="298"/>
                    </a:moveTo>
                    <a:cubicBezTo>
                      <a:pt x="101" y="298"/>
                      <a:pt x="101" y="298"/>
                      <a:pt x="101" y="298"/>
                    </a:cubicBezTo>
                    <a:cubicBezTo>
                      <a:pt x="45" y="298"/>
                      <a:pt x="0" y="252"/>
                      <a:pt x="0" y="19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220" y="0"/>
                      <a:pt x="220" y="0"/>
                      <a:pt x="220" y="0"/>
                    </a:cubicBezTo>
                    <a:cubicBezTo>
                      <a:pt x="221" y="1"/>
                      <a:pt x="222" y="1"/>
                      <a:pt x="222" y="2"/>
                    </a:cubicBezTo>
                    <a:cubicBezTo>
                      <a:pt x="222" y="196"/>
                      <a:pt x="222" y="196"/>
                      <a:pt x="222" y="196"/>
                    </a:cubicBezTo>
                    <a:cubicBezTo>
                      <a:pt x="222" y="252"/>
                      <a:pt x="176" y="298"/>
                      <a:pt x="120" y="298"/>
                    </a:cubicBezTo>
                    <a:close/>
                    <a:moveTo>
                      <a:pt x="3" y="4"/>
                    </a:moveTo>
                    <a:cubicBezTo>
                      <a:pt x="3" y="196"/>
                      <a:pt x="3" y="196"/>
                      <a:pt x="3" y="196"/>
                    </a:cubicBezTo>
                    <a:cubicBezTo>
                      <a:pt x="3" y="250"/>
                      <a:pt x="47" y="294"/>
                      <a:pt x="101" y="294"/>
                    </a:cubicBezTo>
                    <a:cubicBezTo>
                      <a:pt x="120" y="294"/>
                      <a:pt x="120" y="294"/>
                      <a:pt x="120" y="294"/>
                    </a:cubicBezTo>
                    <a:cubicBezTo>
                      <a:pt x="174" y="294"/>
                      <a:pt x="218" y="250"/>
                      <a:pt x="218" y="196"/>
                    </a:cubicBezTo>
                    <a:cubicBezTo>
                      <a:pt x="218" y="4"/>
                      <a:pt x="218" y="4"/>
                      <a:pt x="218" y="4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21" name="椭圆 20" descr="36aca053-2c1b-486e-90f6-2ed573313616">
                <a:extLst>
                  <a:ext uri="{FF2B5EF4-FFF2-40B4-BE49-F238E27FC236}">
                    <a16:creationId xmlns:a16="http://schemas.microsoft.com/office/drawing/2014/main" id="{71862BC9-7B99-4909-8769-3C78693378CA}"/>
                  </a:ext>
                </a:extLst>
              </p:cNvPr>
              <p:cNvSpPr/>
              <p:nvPr/>
            </p:nvSpPr>
            <p:spPr bwMode="auto">
              <a:xfrm>
                <a:off x="10261392" y="2914603"/>
                <a:ext cx="165958" cy="16595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22" name="任意多边形 21" descr="9ef5faf5-0189-4f7e-bebb-5d3ae2a71054">
                <a:extLst>
                  <a:ext uri="{FF2B5EF4-FFF2-40B4-BE49-F238E27FC236}">
                    <a16:creationId xmlns:a16="http://schemas.microsoft.com/office/drawing/2014/main" id="{3B8CFB1A-8F41-494F-BA5B-8560AEBD77B1}"/>
                  </a:ext>
                </a:extLst>
              </p:cNvPr>
              <p:cNvSpPr/>
              <p:nvPr/>
            </p:nvSpPr>
            <p:spPr bwMode="auto">
              <a:xfrm>
                <a:off x="10258073" y="2906306"/>
                <a:ext cx="177576" cy="182554"/>
              </a:xfrm>
              <a:custGeom>
                <a:avLst/>
                <a:gdLst>
                  <a:gd name="T0" fmla="*/ 22 w 45"/>
                  <a:gd name="T1" fmla="*/ 46 h 46"/>
                  <a:gd name="T2" fmla="*/ 0 w 45"/>
                  <a:gd name="T3" fmla="*/ 23 h 46"/>
                  <a:gd name="T4" fmla="*/ 22 w 45"/>
                  <a:gd name="T5" fmla="*/ 0 h 46"/>
                  <a:gd name="T6" fmla="*/ 45 w 45"/>
                  <a:gd name="T7" fmla="*/ 23 h 46"/>
                  <a:gd name="T8" fmla="*/ 45 w 45"/>
                  <a:gd name="T9" fmla="*/ 23 h 46"/>
                  <a:gd name="T10" fmla="*/ 22 w 45"/>
                  <a:gd name="T11" fmla="*/ 46 h 46"/>
                  <a:gd name="T12" fmla="*/ 22 w 45"/>
                  <a:gd name="T13" fmla="*/ 4 h 46"/>
                  <a:gd name="T14" fmla="*/ 3 w 45"/>
                  <a:gd name="T15" fmla="*/ 23 h 46"/>
                  <a:gd name="T16" fmla="*/ 22 w 45"/>
                  <a:gd name="T17" fmla="*/ 42 h 46"/>
                  <a:gd name="T18" fmla="*/ 41 w 45"/>
                  <a:gd name="T19" fmla="*/ 23 h 46"/>
                  <a:gd name="T20" fmla="*/ 22 w 45"/>
                  <a:gd name="T21" fmla="*/ 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46">
                    <a:moveTo>
                      <a:pt x="22" y="46"/>
                    </a:moveTo>
                    <a:cubicBezTo>
                      <a:pt x="10" y="46"/>
                      <a:pt x="0" y="36"/>
                      <a:pt x="0" y="23"/>
                    </a:cubicBezTo>
                    <a:cubicBezTo>
                      <a:pt x="0" y="11"/>
                      <a:pt x="10" y="0"/>
                      <a:pt x="22" y="0"/>
                    </a:cubicBezTo>
                    <a:cubicBezTo>
                      <a:pt x="35" y="0"/>
                      <a:pt x="45" y="11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36"/>
                      <a:pt x="35" y="46"/>
                      <a:pt x="22" y="46"/>
                    </a:cubicBezTo>
                    <a:close/>
                    <a:moveTo>
                      <a:pt x="22" y="4"/>
                    </a:moveTo>
                    <a:cubicBezTo>
                      <a:pt x="12" y="4"/>
                      <a:pt x="3" y="13"/>
                      <a:pt x="3" y="23"/>
                    </a:cubicBezTo>
                    <a:cubicBezTo>
                      <a:pt x="3" y="34"/>
                      <a:pt x="12" y="42"/>
                      <a:pt x="22" y="42"/>
                    </a:cubicBezTo>
                    <a:cubicBezTo>
                      <a:pt x="33" y="42"/>
                      <a:pt x="41" y="34"/>
                      <a:pt x="41" y="23"/>
                    </a:cubicBezTo>
                    <a:cubicBezTo>
                      <a:pt x="41" y="13"/>
                      <a:pt x="33" y="4"/>
                      <a:pt x="22" y="4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23" name="任意多边形 22" descr="a8a90db4-3b36-40d7-b3a5-ddb6b53cf6f1">
                <a:extLst>
                  <a:ext uri="{FF2B5EF4-FFF2-40B4-BE49-F238E27FC236}">
                    <a16:creationId xmlns:a16="http://schemas.microsoft.com/office/drawing/2014/main" id="{84943FB8-22DC-400D-BB20-ADAC87257270}"/>
                  </a:ext>
                </a:extLst>
              </p:cNvPr>
              <p:cNvSpPr/>
              <p:nvPr/>
            </p:nvSpPr>
            <p:spPr bwMode="auto">
              <a:xfrm>
                <a:off x="10341052" y="1892300"/>
                <a:ext cx="11617" cy="1030602"/>
              </a:xfrm>
              <a:custGeom>
                <a:avLst/>
                <a:gdLst>
                  <a:gd name="T0" fmla="*/ 1 w 3"/>
                  <a:gd name="T1" fmla="*/ 261 h 261"/>
                  <a:gd name="T2" fmla="*/ 0 w 3"/>
                  <a:gd name="T3" fmla="*/ 259 h 261"/>
                  <a:gd name="T4" fmla="*/ 0 w 3"/>
                  <a:gd name="T5" fmla="*/ 2 h 261"/>
                  <a:gd name="T6" fmla="*/ 1 w 3"/>
                  <a:gd name="T7" fmla="*/ 0 h 261"/>
                  <a:gd name="T8" fmla="*/ 3 w 3"/>
                  <a:gd name="T9" fmla="*/ 2 h 261"/>
                  <a:gd name="T10" fmla="*/ 3 w 3"/>
                  <a:gd name="T11" fmla="*/ 259 h 261"/>
                  <a:gd name="T12" fmla="*/ 1 w 3"/>
                  <a:gd name="T13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261">
                    <a:moveTo>
                      <a:pt x="1" y="261"/>
                    </a:moveTo>
                    <a:cubicBezTo>
                      <a:pt x="0" y="261"/>
                      <a:pt x="0" y="260"/>
                      <a:pt x="0" y="25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3" y="1"/>
                      <a:pt x="3" y="2"/>
                    </a:cubicBezTo>
                    <a:cubicBezTo>
                      <a:pt x="3" y="259"/>
                      <a:pt x="3" y="259"/>
                      <a:pt x="3" y="259"/>
                    </a:cubicBezTo>
                    <a:cubicBezTo>
                      <a:pt x="3" y="260"/>
                      <a:pt x="2" y="261"/>
                      <a:pt x="1" y="261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24" name="任意多边形 23" descr="12a9f04e-6481-4be9-a714-f42fb483bc9d">
                <a:extLst>
                  <a:ext uri="{FF2B5EF4-FFF2-40B4-BE49-F238E27FC236}">
                    <a16:creationId xmlns:a16="http://schemas.microsoft.com/office/drawing/2014/main" id="{87A352B7-5531-42F3-BC04-E92D7C0854A5}"/>
                  </a:ext>
                </a:extLst>
              </p:cNvPr>
              <p:cNvSpPr/>
              <p:nvPr/>
            </p:nvSpPr>
            <p:spPr bwMode="auto">
              <a:xfrm>
                <a:off x="10344371" y="1898939"/>
                <a:ext cx="303704" cy="214087"/>
              </a:xfrm>
              <a:custGeom>
                <a:avLst/>
                <a:gdLst>
                  <a:gd name="T0" fmla="*/ 183 w 183"/>
                  <a:gd name="T1" fmla="*/ 48 h 129"/>
                  <a:gd name="T2" fmla="*/ 0 w 183"/>
                  <a:gd name="T3" fmla="*/ 129 h 129"/>
                  <a:gd name="T4" fmla="*/ 0 w 183"/>
                  <a:gd name="T5" fmla="*/ 0 h 129"/>
                  <a:gd name="T6" fmla="*/ 183 w 183"/>
                  <a:gd name="T7" fmla="*/ 0 h 129"/>
                  <a:gd name="T8" fmla="*/ 183 w 183"/>
                  <a:gd name="T9" fmla="*/ 4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129">
                    <a:moveTo>
                      <a:pt x="183" y="48"/>
                    </a:moveTo>
                    <a:lnTo>
                      <a:pt x="0" y="129"/>
                    </a:lnTo>
                    <a:lnTo>
                      <a:pt x="0" y="0"/>
                    </a:lnTo>
                    <a:lnTo>
                      <a:pt x="183" y="0"/>
                    </a:lnTo>
                    <a:lnTo>
                      <a:pt x="183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25" name="任意多边形 24" descr="e327700e-8123-48bf-a964-ca85f204a65a">
                <a:extLst>
                  <a:ext uri="{FF2B5EF4-FFF2-40B4-BE49-F238E27FC236}">
                    <a16:creationId xmlns:a16="http://schemas.microsoft.com/office/drawing/2014/main" id="{553ACE63-51DF-439D-A7E4-EF339452F7C9}"/>
                  </a:ext>
                </a:extLst>
              </p:cNvPr>
              <p:cNvSpPr/>
              <p:nvPr/>
            </p:nvSpPr>
            <p:spPr bwMode="auto">
              <a:xfrm>
                <a:off x="10337733" y="1892300"/>
                <a:ext cx="318640" cy="229023"/>
              </a:xfrm>
              <a:custGeom>
                <a:avLst/>
                <a:gdLst>
                  <a:gd name="T0" fmla="*/ 2 w 81"/>
                  <a:gd name="T1" fmla="*/ 58 h 58"/>
                  <a:gd name="T2" fmla="*/ 1 w 81"/>
                  <a:gd name="T3" fmla="*/ 58 h 58"/>
                  <a:gd name="T4" fmla="*/ 0 w 81"/>
                  <a:gd name="T5" fmla="*/ 56 h 58"/>
                  <a:gd name="T6" fmla="*/ 0 w 81"/>
                  <a:gd name="T7" fmla="*/ 2 h 58"/>
                  <a:gd name="T8" fmla="*/ 2 w 81"/>
                  <a:gd name="T9" fmla="*/ 0 h 58"/>
                  <a:gd name="T10" fmla="*/ 79 w 81"/>
                  <a:gd name="T11" fmla="*/ 0 h 58"/>
                  <a:gd name="T12" fmla="*/ 81 w 81"/>
                  <a:gd name="T13" fmla="*/ 2 h 58"/>
                  <a:gd name="T14" fmla="*/ 81 w 81"/>
                  <a:gd name="T15" fmla="*/ 21 h 58"/>
                  <a:gd name="T16" fmla="*/ 80 w 81"/>
                  <a:gd name="T17" fmla="*/ 23 h 58"/>
                  <a:gd name="T18" fmla="*/ 3 w 81"/>
                  <a:gd name="T19" fmla="*/ 58 h 58"/>
                  <a:gd name="T20" fmla="*/ 2 w 81"/>
                  <a:gd name="T21" fmla="*/ 58 h 58"/>
                  <a:gd name="T22" fmla="*/ 4 w 81"/>
                  <a:gd name="T23" fmla="*/ 4 h 58"/>
                  <a:gd name="T24" fmla="*/ 4 w 81"/>
                  <a:gd name="T25" fmla="*/ 53 h 58"/>
                  <a:gd name="T26" fmla="*/ 77 w 81"/>
                  <a:gd name="T27" fmla="*/ 20 h 58"/>
                  <a:gd name="T28" fmla="*/ 77 w 81"/>
                  <a:gd name="T29" fmla="*/ 4 h 58"/>
                  <a:gd name="T30" fmla="*/ 4 w 81"/>
                  <a:gd name="T31" fmla="*/ 4 h 58"/>
                  <a:gd name="T32" fmla="*/ 79 w 81"/>
                  <a:gd name="T33" fmla="*/ 21 h 58"/>
                  <a:gd name="T34" fmla="*/ 79 w 81"/>
                  <a:gd name="T35" fmla="*/ 2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1" h="58">
                    <a:moveTo>
                      <a:pt x="2" y="58"/>
                    </a:moveTo>
                    <a:cubicBezTo>
                      <a:pt x="2" y="58"/>
                      <a:pt x="2" y="58"/>
                      <a:pt x="1" y="58"/>
                    </a:cubicBezTo>
                    <a:cubicBezTo>
                      <a:pt x="1" y="57"/>
                      <a:pt x="0" y="57"/>
                      <a:pt x="0" y="5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80" y="0"/>
                      <a:pt x="81" y="1"/>
                      <a:pt x="81" y="2"/>
                    </a:cubicBezTo>
                    <a:cubicBezTo>
                      <a:pt x="81" y="21"/>
                      <a:pt x="81" y="21"/>
                      <a:pt x="81" y="21"/>
                    </a:cubicBezTo>
                    <a:cubicBezTo>
                      <a:pt x="81" y="22"/>
                      <a:pt x="81" y="23"/>
                      <a:pt x="80" y="23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2" y="58"/>
                    </a:cubicBezTo>
                    <a:close/>
                    <a:moveTo>
                      <a:pt x="4" y="4"/>
                    </a:moveTo>
                    <a:cubicBezTo>
                      <a:pt x="4" y="53"/>
                      <a:pt x="4" y="53"/>
                      <a:pt x="4" y="53"/>
                    </a:cubicBezTo>
                    <a:cubicBezTo>
                      <a:pt x="77" y="20"/>
                      <a:pt x="77" y="20"/>
                      <a:pt x="77" y="20"/>
                    </a:cubicBezTo>
                    <a:cubicBezTo>
                      <a:pt x="77" y="4"/>
                      <a:pt x="77" y="4"/>
                      <a:pt x="77" y="4"/>
                    </a:cubicBezTo>
                    <a:lnTo>
                      <a:pt x="4" y="4"/>
                    </a:lnTo>
                    <a:close/>
                    <a:moveTo>
                      <a:pt x="79" y="21"/>
                    </a:moveTo>
                    <a:cubicBezTo>
                      <a:pt x="79" y="21"/>
                      <a:pt x="79" y="21"/>
                      <a:pt x="79" y="21"/>
                    </a:cubicBezTo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26" name="矩形 25" descr="d8064859-b0ba-479c-854f-5dc56058d01a">
                <a:extLst>
                  <a:ext uri="{FF2B5EF4-FFF2-40B4-BE49-F238E27FC236}">
                    <a16:creationId xmlns:a16="http://schemas.microsoft.com/office/drawing/2014/main" id="{D38C15CB-56A6-4A15-AC23-91D0D592632D}"/>
                  </a:ext>
                </a:extLst>
              </p:cNvPr>
              <p:cNvSpPr/>
              <p:nvPr/>
            </p:nvSpPr>
            <p:spPr bwMode="auto">
              <a:xfrm>
                <a:off x="10171775" y="3719502"/>
                <a:ext cx="346853" cy="8297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27" name="任意多边形 26" descr="98f80f5a-9576-4872-89af-12bbc1c9f7cb">
                <a:extLst>
                  <a:ext uri="{FF2B5EF4-FFF2-40B4-BE49-F238E27FC236}">
                    <a16:creationId xmlns:a16="http://schemas.microsoft.com/office/drawing/2014/main" id="{1C8D1472-9C52-4C25-B0D4-68ADBCBA0E5D}"/>
                  </a:ext>
                </a:extLst>
              </p:cNvPr>
              <p:cNvSpPr/>
              <p:nvPr/>
            </p:nvSpPr>
            <p:spPr bwMode="auto">
              <a:xfrm>
                <a:off x="10163477" y="3712864"/>
                <a:ext cx="363449" cy="97916"/>
              </a:xfrm>
              <a:custGeom>
                <a:avLst/>
                <a:gdLst>
                  <a:gd name="T0" fmla="*/ 90 w 92"/>
                  <a:gd name="T1" fmla="*/ 25 h 25"/>
                  <a:gd name="T2" fmla="*/ 2 w 92"/>
                  <a:gd name="T3" fmla="*/ 25 h 25"/>
                  <a:gd name="T4" fmla="*/ 0 w 92"/>
                  <a:gd name="T5" fmla="*/ 23 h 25"/>
                  <a:gd name="T6" fmla="*/ 0 w 92"/>
                  <a:gd name="T7" fmla="*/ 2 h 25"/>
                  <a:gd name="T8" fmla="*/ 2 w 92"/>
                  <a:gd name="T9" fmla="*/ 0 h 25"/>
                  <a:gd name="T10" fmla="*/ 90 w 92"/>
                  <a:gd name="T11" fmla="*/ 0 h 25"/>
                  <a:gd name="T12" fmla="*/ 92 w 92"/>
                  <a:gd name="T13" fmla="*/ 2 h 25"/>
                  <a:gd name="T14" fmla="*/ 92 w 92"/>
                  <a:gd name="T15" fmla="*/ 23 h 25"/>
                  <a:gd name="T16" fmla="*/ 90 w 92"/>
                  <a:gd name="T17" fmla="*/ 25 h 25"/>
                  <a:gd name="T18" fmla="*/ 4 w 92"/>
                  <a:gd name="T19" fmla="*/ 22 h 25"/>
                  <a:gd name="T20" fmla="*/ 88 w 92"/>
                  <a:gd name="T21" fmla="*/ 22 h 25"/>
                  <a:gd name="T22" fmla="*/ 88 w 92"/>
                  <a:gd name="T23" fmla="*/ 4 h 25"/>
                  <a:gd name="T24" fmla="*/ 4 w 92"/>
                  <a:gd name="T25" fmla="*/ 4 h 25"/>
                  <a:gd name="T26" fmla="*/ 4 w 92"/>
                  <a:gd name="T27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25">
                    <a:moveTo>
                      <a:pt x="90" y="25"/>
                    </a:moveTo>
                    <a:cubicBezTo>
                      <a:pt x="2" y="25"/>
                      <a:pt x="2" y="25"/>
                      <a:pt x="2" y="25"/>
                    </a:cubicBezTo>
                    <a:cubicBezTo>
                      <a:pt x="1" y="25"/>
                      <a:pt x="0" y="24"/>
                      <a:pt x="0" y="2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1" y="1"/>
                      <a:pt x="92" y="1"/>
                      <a:pt x="92" y="2"/>
                    </a:cubicBezTo>
                    <a:cubicBezTo>
                      <a:pt x="92" y="23"/>
                      <a:pt x="92" y="23"/>
                      <a:pt x="92" y="23"/>
                    </a:cubicBezTo>
                    <a:cubicBezTo>
                      <a:pt x="92" y="24"/>
                      <a:pt x="91" y="25"/>
                      <a:pt x="90" y="25"/>
                    </a:cubicBezTo>
                    <a:close/>
                    <a:moveTo>
                      <a:pt x="4" y="22"/>
                    </a:move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22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28" name="矩形 27" descr="0c0b663a-1fa3-477c-9f8c-1b0fe4bca302">
                <a:extLst>
                  <a:ext uri="{FF2B5EF4-FFF2-40B4-BE49-F238E27FC236}">
                    <a16:creationId xmlns:a16="http://schemas.microsoft.com/office/drawing/2014/main" id="{3C0AE127-C971-4778-8EC9-8DAB88F3CE8E}"/>
                  </a:ext>
                </a:extLst>
              </p:cNvPr>
              <p:cNvSpPr/>
              <p:nvPr/>
            </p:nvSpPr>
            <p:spPr bwMode="auto">
              <a:xfrm>
                <a:off x="10226541" y="3802480"/>
                <a:ext cx="209107" cy="233161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29" name="任意多边形 28" descr="0f64a472-f657-403c-8891-2aaeb3563bf0">
                <a:extLst>
                  <a:ext uri="{FF2B5EF4-FFF2-40B4-BE49-F238E27FC236}">
                    <a16:creationId xmlns:a16="http://schemas.microsoft.com/office/drawing/2014/main" id="{CC2F0787-E24E-4823-B9D2-B991A9573F7A}"/>
                  </a:ext>
                </a:extLst>
              </p:cNvPr>
              <p:cNvSpPr/>
              <p:nvPr/>
            </p:nvSpPr>
            <p:spPr bwMode="auto">
              <a:xfrm>
                <a:off x="10226541" y="3802481"/>
                <a:ext cx="209107" cy="2056712"/>
              </a:xfrm>
              <a:custGeom>
                <a:avLst/>
                <a:gdLst>
                  <a:gd name="T0" fmla="*/ 0 w 126"/>
                  <a:gd name="T1" fmla="*/ 702 h 702"/>
                  <a:gd name="T2" fmla="*/ 0 w 126"/>
                  <a:gd name="T3" fmla="*/ 0 h 702"/>
                  <a:gd name="T4" fmla="*/ 126 w 126"/>
                  <a:gd name="T5" fmla="*/ 0 h 702"/>
                  <a:gd name="T6" fmla="*/ 126 w 126"/>
                  <a:gd name="T7" fmla="*/ 702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6" h="702">
                    <a:moveTo>
                      <a:pt x="0" y="702"/>
                    </a:moveTo>
                    <a:lnTo>
                      <a:pt x="0" y="0"/>
                    </a:lnTo>
                    <a:lnTo>
                      <a:pt x="126" y="0"/>
                    </a:lnTo>
                    <a:lnTo>
                      <a:pt x="126" y="70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0" name="任意多边形 29" descr="f19c8d27-3977-4b97-b22c-3fd126faa39c">
                <a:extLst>
                  <a:ext uri="{FF2B5EF4-FFF2-40B4-BE49-F238E27FC236}">
                    <a16:creationId xmlns:a16="http://schemas.microsoft.com/office/drawing/2014/main" id="{A7B36E10-4C99-4B0C-B2A6-55C1C13D2CB0}"/>
                  </a:ext>
                </a:extLst>
              </p:cNvPr>
              <p:cNvSpPr/>
              <p:nvPr/>
            </p:nvSpPr>
            <p:spPr bwMode="auto">
              <a:xfrm>
                <a:off x="10218243" y="3795843"/>
                <a:ext cx="225703" cy="2338257"/>
              </a:xfrm>
              <a:custGeom>
                <a:avLst/>
                <a:gdLst>
                  <a:gd name="T0" fmla="*/ 55 w 57"/>
                  <a:gd name="T1" fmla="*/ 299 h 299"/>
                  <a:gd name="T2" fmla="*/ 53 w 57"/>
                  <a:gd name="T3" fmla="*/ 297 h 299"/>
                  <a:gd name="T4" fmla="*/ 53 w 57"/>
                  <a:gd name="T5" fmla="*/ 4 h 299"/>
                  <a:gd name="T6" fmla="*/ 4 w 57"/>
                  <a:gd name="T7" fmla="*/ 4 h 299"/>
                  <a:gd name="T8" fmla="*/ 4 w 57"/>
                  <a:gd name="T9" fmla="*/ 297 h 299"/>
                  <a:gd name="T10" fmla="*/ 2 w 57"/>
                  <a:gd name="T11" fmla="*/ 299 h 299"/>
                  <a:gd name="T12" fmla="*/ 0 w 57"/>
                  <a:gd name="T13" fmla="*/ 297 h 299"/>
                  <a:gd name="T14" fmla="*/ 0 w 57"/>
                  <a:gd name="T15" fmla="*/ 297 h 299"/>
                  <a:gd name="T16" fmla="*/ 0 w 57"/>
                  <a:gd name="T17" fmla="*/ 2 h 299"/>
                  <a:gd name="T18" fmla="*/ 2 w 57"/>
                  <a:gd name="T19" fmla="*/ 1 h 299"/>
                  <a:gd name="T20" fmla="*/ 2 w 57"/>
                  <a:gd name="T21" fmla="*/ 1 h 299"/>
                  <a:gd name="T22" fmla="*/ 55 w 57"/>
                  <a:gd name="T23" fmla="*/ 1 h 299"/>
                  <a:gd name="T24" fmla="*/ 57 w 57"/>
                  <a:gd name="T25" fmla="*/ 2 h 299"/>
                  <a:gd name="T26" fmla="*/ 57 w 57"/>
                  <a:gd name="T27" fmla="*/ 2 h 299"/>
                  <a:gd name="T28" fmla="*/ 57 w 57"/>
                  <a:gd name="T29" fmla="*/ 297 h 299"/>
                  <a:gd name="T30" fmla="*/ 55 w 57"/>
                  <a:gd name="T31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7" h="299">
                    <a:moveTo>
                      <a:pt x="55" y="299"/>
                    </a:moveTo>
                    <a:cubicBezTo>
                      <a:pt x="54" y="299"/>
                      <a:pt x="53" y="298"/>
                      <a:pt x="53" y="297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297"/>
                      <a:pt x="4" y="297"/>
                      <a:pt x="4" y="297"/>
                    </a:cubicBezTo>
                    <a:cubicBezTo>
                      <a:pt x="4" y="298"/>
                      <a:pt x="3" y="299"/>
                      <a:pt x="2" y="299"/>
                    </a:cubicBezTo>
                    <a:cubicBezTo>
                      <a:pt x="1" y="299"/>
                      <a:pt x="0" y="298"/>
                      <a:pt x="0" y="297"/>
                    </a:cubicBezTo>
                    <a:cubicBezTo>
                      <a:pt x="0" y="297"/>
                      <a:pt x="0" y="297"/>
                      <a:pt x="0" y="29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6" y="0"/>
                      <a:pt x="57" y="1"/>
                      <a:pt x="57" y="2"/>
                    </a:cubicBezTo>
                    <a:cubicBezTo>
                      <a:pt x="57" y="2"/>
                      <a:pt x="57" y="2"/>
                      <a:pt x="57" y="2"/>
                    </a:cubicBezTo>
                    <a:cubicBezTo>
                      <a:pt x="57" y="297"/>
                      <a:pt x="57" y="297"/>
                      <a:pt x="57" y="297"/>
                    </a:cubicBezTo>
                    <a:cubicBezTo>
                      <a:pt x="57" y="298"/>
                      <a:pt x="56" y="299"/>
                      <a:pt x="55" y="299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1" name="任意多边形 30" descr="ffea7543-44c6-4900-8f1f-e90c55c31c83">
                <a:extLst>
                  <a:ext uri="{FF2B5EF4-FFF2-40B4-BE49-F238E27FC236}">
                    <a16:creationId xmlns:a16="http://schemas.microsoft.com/office/drawing/2014/main" id="{EC44A9A0-56F4-4B1A-B8BE-83FF8A59C5E2}"/>
                  </a:ext>
                </a:extLst>
              </p:cNvPr>
              <p:cNvSpPr/>
              <p:nvPr/>
            </p:nvSpPr>
            <p:spPr bwMode="auto">
              <a:xfrm>
                <a:off x="8344573" y="2586006"/>
                <a:ext cx="1392391" cy="1018984"/>
              </a:xfrm>
              <a:custGeom>
                <a:avLst/>
                <a:gdLst>
                  <a:gd name="T0" fmla="*/ 839 w 839"/>
                  <a:gd name="T1" fmla="*/ 188 h 614"/>
                  <a:gd name="T2" fmla="*/ 837 w 839"/>
                  <a:gd name="T3" fmla="*/ 191 h 614"/>
                  <a:gd name="T4" fmla="*/ 813 w 839"/>
                  <a:gd name="T5" fmla="*/ 286 h 614"/>
                  <a:gd name="T6" fmla="*/ 789 w 839"/>
                  <a:gd name="T7" fmla="*/ 381 h 614"/>
                  <a:gd name="T8" fmla="*/ 782 w 839"/>
                  <a:gd name="T9" fmla="*/ 410 h 614"/>
                  <a:gd name="T10" fmla="*/ 763 w 839"/>
                  <a:gd name="T11" fmla="*/ 483 h 614"/>
                  <a:gd name="T12" fmla="*/ 730 w 839"/>
                  <a:gd name="T13" fmla="*/ 612 h 614"/>
                  <a:gd name="T14" fmla="*/ 730 w 839"/>
                  <a:gd name="T15" fmla="*/ 612 h 614"/>
                  <a:gd name="T16" fmla="*/ 727 w 839"/>
                  <a:gd name="T17" fmla="*/ 614 h 614"/>
                  <a:gd name="T18" fmla="*/ 271 w 839"/>
                  <a:gd name="T19" fmla="*/ 498 h 614"/>
                  <a:gd name="T20" fmla="*/ 242 w 839"/>
                  <a:gd name="T21" fmla="*/ 488 h 614"/>
                  <a:gd name="T22" fmla="*/ 131 w 839"/>
                  <a:gd name="T23" fmla="*/ 460 h 614"/>
                  <a:gd name="T24" fmla="*/ 0 w 839"/>
                  <a:gd name="T25" fmla="*/ 426 h 614"/>
                  <a:gd name="T26" fmla="*/ 0 w 839"/>
                  <a:gd name="T27" fmla="*/ 424 h 614"/>
                  <a:gd name="T28" fmla="*/ 109 w 839"/>
                  <a:gd name="T29" fmla="*/ 0 h 614"/>
                  <a:gd name="T30" fmla="*/ 231 w 839"/>
                  <a:gd name="T31" fmla="*/ 31 h 614"/>
                  <a:gd name="T32" fmla="*/ 352 w 839"/>
                  <a:gd name="T33" fmla="*/ 62 h 614"/>
                  <a:gd name="T34" fmla="*/ 490 w 839"/>
                  <a:gd name="T35" fmla="*/ 98 h 614"/>
                  <a:gd name="T36" fmla="*/ 775 w 839"/>
                  <a:gd name="T37" fmla="*/ 172 h 614"/>
                  <a:gd name="T38" fmla="*/ 837 w 839"/>
                  <a:gd name="T39" fmla="*/ 188 h 614"/>
                  <a:gd name="T40" fmla="*/ 839 w 839"/>
                  <a:gd name="T41" fmla="*/ 188 h 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39" h="614">
                    <a:moveTo>
                      <a:pt x="839" y="188"/>
                    </a:moveTo>
                    <a:lnTo>
                      <a:pt x="837" y="191"/>
                    </a:lnTo>
                    <a:lnTo>
                      <a:pt x="813" y="286"/>
                    </a:lnTo>
                    <a:lnTo>
                      <a:pt x="789" y="381"/>
                    </a:lnTo>
                    <a:lnTo>
                      <a:pt x="782" y="410"/>
                    </a:lnTo>
                    <a:lnTo>
                      <a:pt x="763" y="483"/>
                    </a:lnTo>
                    <a:lnTo>
                      <a:pt x="730" y="612"/>
                    </a:lnTo>
                    <a:lnTo>
                      <a:pt x="730" y="612"/>
                    </a:lnTo>
                    <a:lnTo>
                      <a:pt x="727" y="614"/>
                    </a:lnTo>
                    <a:lnTo>
                      <a:pt x="271" y="498"/>
                    </a:lnTo>
                    <a:lnTo>
                      <a:pt x="242" y="488"/>
                    </a:lnTo>
                    <a:lnTo>
                      <a:pt x="131" y="460"/>
                    </a:lnTo>
                    <a:lnTo>
                      <a:pt x="0" y="426"/>
                    </a:lnTo>
                    <a:lnTo>
                      <a:pt x="0" y="424"/>
                    </a:lnTo>
                    <a:lnTo>
                      <a:pt x="109" y="0"/>
                    </a:lnTo>
                    <a:lnTo>
                      <a:pt x="231" y="31"/>
                    </a:lnTo>
                    <a:lnTo>
                      <a:pt x="352" y="62"/>
                    </a:lnTo>
                    <a:lnTo>
                      <a:pt x="490" y="98"/>
                    </a:lnTo>
                    <a:lnTo>
                      <a:pt x="775" y="172"/>
                    </a:lnTo>
                    <a:lnTo>
                      <a:pt x="837" y="188"/>
                    </a:lnTo>
                    <a:lnTo>
                      <a:pt x="839" y="1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2" name="任意多边形 31" descr="1496bf7b-e215-438b-aa27-5631a8950842">
                <a:extLst>
                  <a:ext uri="{FF2B5EF4-FFF2-40B4-BE49-F238E27FC236}">
                    <a16:creationId xmlns:a16="http://schemas.microsoft.com/office/drawing/2014/main" id="{A8CB0529-9207-4613-8735-FBA54F23DFE6}"/>
                  </a:ext>
                </a:extLst>
              </p:cNvPr>
              <p:cNvSpPr/>
              <p:nvPr/>
            </p:nvSpPr>
            <p:spPr bwMode="auto">
              <a:xfrm>
                <a:off x="8336276" y="2579367"/>
                <a:ext cx="1408986" cy="1033921"/>
              </a:xfrm>
              <a:custGeom>
                <a:avLst/>
                <a:gdLst>
                  <a:gd name="T0" fmla="*/ 308 w 357"/>
                  <a:gd name="T1" fmla="*/ 262 h 262"/>
                  <a:gd name="T2" fmla="*/ 308 w 357"/>
                  <a:gd name="T3" fmla="*/ 262 h 262"/>
                  <a:gd name="T4" fmla="*/ 2 w 357"/>
                  <a:gd name="T5" fmla="*/ 183 h 262"/>
                  <a:gd name="T6" fmla="*/ 0 w 357"/>
                  <a:gd name="T7" fmla="*/ 181 h 262"/>
                  <a:gd name="T8" fmla="*/ 1 w 357"/>
                  <a:gd name="T9" fmla="*/ 179 h 262"/>
                  <a:gd name="T10" fmla="*/ 47 w 357"/>
                  <a:gd name="T11" fmla="*/ 1 h 262"/>
                  <a:gd name="T12" fmla="*/ 47 w 357"/>
                  <a:gd name="T13" fmla="*/ 0 h 262"/>
                  <a:gd name="T14" fmla="*/ 49 w 357"/>
                  <a:gd name="T15" fmla="*/ 0 h 262"/>
                  <a:gd name="T16" fmla="*/ 355 w 357"/>
                  <a:gd name="T17" fmla="*/ 79 h 262"/>
                  <a:gd name="T18" fmla="*/ 356 w 357"/>
                  <a:gd name="T19" fmla="*/ 80 h 262"/>
                  <a:gd name="T20" fmla="*/ 357 w 357"/>
                  <a:gd name="T21" fmla="*/ 82 h 262"/>
                  <a:gd name="T22" fmla="*/ 324 w 357"/>
                  <a:gd name="T23" fmla="*/ 206 h 262"/>
                  <a:gd name="T24" fmla="*/ 310 w 357"/>
                  <a:gd name="T25" fmla="*/ 261 h 262"/>
                  <a:gd name="T26" fmla="*/ 308 w 357"/>
                  <a:gd name="T27" fmla="*/ 262 h 262"/>
                  <a:gd name="T28" fmla="*/ 4 w 357"/>
                  <a:gd name="T29" fmla="*/ 180 h 262"/>
                  <a:gd name="T30" fmla="*/ 307 w 357"/>
                  <a:gd name="T31" fmla="*/ 258 h 262"/>
                  <a:gd name="T32" fmla="*/ 353 w 357"/>
                  <a:gd name="T33" fmla="*/ 82 h 262"/>
                  <a:gd name="T34" fmla="*/ 50 w 357"/>
                  <a:gd name="T35" fmla="*/ 4 h 262"/>
                  <a:gd name="T36" fmla="*/ 4 w 357"/>
                  <a:gd name="T37" fmla="*/ 180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57" h="262">
                    <a:moveTo>
                      <a:pt x="308" y="262"/>
                    </a:moveTo>
                    <a:cubicBezTo>
                      <a:pt x="308" y="262"/>
                      <a:pt x="308" y="262"/>
                      <a:pt x="308" y="262"/>
                    </a:cubicBezTo>
                    <a:cubicBezTo>
                      <a:pt x="2" y="183"/>
                      <a:pt x="2" y="183"/>
                      <a:pt x="2" y="183"/>
                    </a:cubicBezTo>
                    <a:cubicBezTo>
                      <a:pt x="1" y="183"/>
                      <a:pt x="0" y="182"/>
                      <a:pt x="0" y="181"/>
                    </a:cubicBezTo>
                    <a:cubicBezTo>
                      <a:pt x="1" y="179"/>
                      <a:pt x="1" y="179"/>
                      <a:pt x="1" y="179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1"/>
                      <a:pt x="47" y="0"/>
                      <a:pt x="47" y="0"/>
                    </a:cubicBezTo>
                    <a:cubicBezTo>
                      <a:pt x="48" y="0"/>
                      <a:pt x="48" y="0"/>
                      <a:pt x="49" y="0"/>
                    </a:cubicBezTo>
                    <a:cubicBezTo>
                      <a:pt x="355" y="79"/>
                      <a:pt x="355" y="79"/>
                      <a:pt x="355" y="79"/>
                    </a:cubicBezTo>
                    <a:cubicBezTo>
                      <a:pt x="355" y="79"/>
                      <a:pt x="356" y="80"/>
                      <a:pt x="356" y="80"/>
                    </a:cubicBezTo>
                    <a:cubicBezTo>
                      <a:pt x="356" y="81"/>
                      <a:pt x="357" y="81"/>
                      <a:pt x="357" y="82"/>
                    </a:cubicBezTo>
                    <a:cubicBezTo>
                      <a:pt x="324" y="206"/>
                      <a:pt x="324" y="206"/>
                      <a:pt x="324" y="206"/>
                    </a:cubicBezTo>
                    <a:cubicBezTo>
                      <a:pt x="310" y="261"/>
                      <a:pt x="310" y="261"/>
                      <a:pt x="310" y="261"/>
                    </a:cubicBezTo>
                    <a:cubicBezTo>
                      <a:pt x="310" y="262"/>
                      <a:pt x="309" y="262"/>
                      <a:pt x="308" y="262"/>
                    </a:cubicBezTo>
                    <a:close/>
                    <a:moveTo>
                      <a:pt x="4" y="180"/>
                    </a:moveTo>
                    <a:cubicBezTo>
                      <a:pt x="307" y="258"/>
                      <a:pt x="307" y="258"/>
                      <a:pt x="307" y="258"/>
                    </a:cubicBezTo>
                    <a:cubicBezTo>
                      <a:pt x="353" y="82"/>
                      <a:pt x="353" y="82"/>
                      <a:pt x="353" y="82"/>
                    </a:cubicBezTo>
                    <a:cubicBezTo>
                      <a:pt x="50" y="4"/>
                      <a:pt x="50" y="4"/>
                      <a:pt x="50" y="4"/>
                    </a:cubicBezTo>
                    <a:lnTo>
                      <a:pt x="4" y="180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3" name="任意多边形 32" descr="0588bbb2-703b-47f1-a11b-1af4c274021b">
                <a:extLst>
                  <a:ext uri="{FF2B5EF4-FFF2-40B4-BE49-F238E27FC236}">
                    <a16:creationId xmlns:a16="http://schemas.microsoft.com/office/drawing/2014/main" id="{D11E7780-17DA-4E3D-A5B1-375AECEC8330}"/>
                  </a:ext>
                </a:extLst>
              </p:cNvPr>
              <p:cNvSpPr/>
              <p:nvPr/>
            </p:nvSpPr>
            <p:spPr bwMode="auto">
              <a:xfrm>
                <a:off x="8517171" y="2579367"/>
                <a:ext cx="1228091" cy="627322"/>
              </a:xfrm>
              <a:custGeom>
                <a:avLst/>
                <a:gdLst>
                  <a:gd name="T0" fmla="*/ 126 w 311"/>
                  <a:gd name="T1" fmla="*/ 159 h 159"/>
                  <a:gd name="T2" fmla="*/ 124 w 311"/>
                  <a:gd name="T3" fmla="*/ 158 h 159"/>
                  <a:gd name="T4" fmla="*/ 1 w 311"/>
                  <a:gd name="T5" fmla="*/ 3 h 159"/>
                  <a:gd name="T6" fmla="*/ 1 w 311"/>
                  <a:gd name="T7" fmla="*/ 0 h 159"/>
                  <a:gd name="T8" fmla="*/ 4 w 311"/>
                  <a:gd name="T9" fmla="*/ 1 h 159"/>
                  <a:gd name="T10" fmla="*/ 126 w 311"/>
                  <a:gd name="T11" fmla="*/ 155 h 159"/>
                  <a:gd name="T12" fmla="*/ 308 w 311"/>
                  <a:gd name="T13" fmla="*/ 79 h 159"/>
                  <a:gd name="T14" fmla="*/ 310 w 311"/>
                  <a:gd name="T15" fmla="*/ 80 h 159"/>
                  <a:gd name="T16" fmla="*/ 309 w 311"/>
                  <a:gd name="T17" fmla="*/ 83 h 159"/>
                  <a:gd name="T18" fmla="*/ 126 w 311"/>
                  <a:gd name="T19" fmla="*/ 159 h 159"/>
                  <a:gd name="T20" fmla="*/ 126 w 311"/>
                  <a:gd name="T21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1" h="159">
                    <a:moveTo>
                      <a:pt x="126" y="159"/>
                    </a:moveTo>
                    <a:cubicBezTo>
                      <a:pt x="125" y="159"/>
                      <a:pt x="125" y="158"/>
                      <a:pt x="124" y="158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126" y="155"/>
                      <a:pt x="126" y="155"/>
                      <a:pt x="126" y="155"/>
                    </a:cubicBezTo>
                    <a:cubicBezTo>
                      <a:pt x="308" y="79"/>
                      <a:pt x="308" y="79"/>
                      <a:pt x="308" y="79"/>
                    </a:cubicBezTo>
                    <a:cubicBezTo>
                      <a:pt x="309" y="79"/>
                      <a:pt x="310" y="80"/>
                      <a:pt x="310" y="80"/>
                    </a:cubicBezTo>
                    <a:cubicBezTo>
                      <a:pt x="311" y="81"/>
                      <a:pt x="310" y="82"/>
                      <a:pt x="309" y="83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59"/>
                      <a:pt x="126" y="159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4" name="任意多边形 33" descr="a1cfd2fb-6ec4-4842-b515-5455a8c9ac20">
                <a:extLst>
                  <a:ext uri="{FF2B5EF4-FFF2-40B4-BE49-F238E27FC236}">
                    <a16:creationId xmlns:a16="http://schemas.microsoft.com/office/drawing/2014/main" id="{5870D807-37A6-4C9F-8CE1-E634FBA2141F}"/>
                  </a:ext>
                </a:extLst>
              </p:cNvPr>
              <p:cNvSpPr/>
              <p:nvPr/>
            </p:nvSpPr>
            <p:spPr bwMode="auto">
              <a:xfrm>
                <a:off x="9172705" y="3120391"/>
                <a:ext cx="391662" cy="489578"/>
              </a:xfrm>
              <a:custGeom>
                <a:avLst/>
                <a:gdLst>
                  <a:gd name="T0" fmla="*/ 97 w 99"/>
                  <a:gd name="T1" fmla="*/ 124 h 124"/>
                  <a:gd name="T2" fmla="*/ 95 w 99"/>
                  <a:gd name="T3" fmla="*/ 123 h 124"/>
                  <a:gd name="T4" fmla="*/ 0 w 99"/>
                  <a:gd name="T5" fmla="*/ 4 h 124"/>
                  <a:gd name="T6" fmla="*/ 1 w 99"/>
                  <a:gd name="T7" fmla="*/ 1 h 124"/>
                  <a:gd name="T8" fmla="*/ 3 w 99"/>
                  <a:gd name="T9" fmla="*/ 1 h 124"/>
                  <a:gd name="T10" fmla="*/ 98 w 99"/>
                  <a:gd name="T11" fmla="*/ 121 h 124"/>
                  <a:gd name="T12" fmla="*/ 98 w 99"/>
                  <a:gd name="T13" fmla="*/ 123 h 124"/>
                  <a:gd name="T14" fmla="*/ 98 w 99"/>
                  <a:gd name="T15" fmla="*/ 123 h 124"/>
                  <a:gd name="T16" fmla="*/ 97 w 99"/>
                  <a:gd name="T17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24">
                    <a:moveTo>
                      <a:pt x="97" y="124"/>
                    </a:moveTo>
                    <a:cubicBezTo>
                      <a:pt x="96" y="124"/>
                      <a:pt x="96" y="123"/>
                      <a:pt x="95" y="12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9" y="121"/>
                      <a:pt x="99" y="123"/>
                      <a:pt x="98" y="123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7" y="124"/>
                      <a:pt x="97" y="124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5" name="任意多边形 34" descr="dacf71c1-8237-4247-a5a6-34e9f82d6ae2">
                <a:extLst>
                  <a:ext uri="{FF2B5EF4-FFF2-40B4-BE49-F238E27FC236}">
                    <a16:creationId xmlns:a16="http://schemas.microsoft.com/office/drawing/2014/main" id="{1241C6EB-C077-4707-98B7-A2712CFBDE99}"/>
                  </a:ext>
                </a:extLst>
              </p:cNvPr>
              <p:cNvSpPr/>
              <p:nvPr/>
            </p:nvSpPr>
            <p:spPr bwMode="auto">
              <a:xfrm>
                <a:off x="8341255" y="3049030"/>
                <a:ext cx="567577" cy="248937"/>
              </a:xfrm>
              <a:custGeom>
                <a:avLst/>
                <a:gdLst>
                  <a:gd name="T0" fmla="*/ 1 w 144"/>
                  <a:gd name="T1" fmla="*/ 63 h 63"/>
                  <a:gd name="T2" fmla="*/ 0 w 144"/>
                  <a:gd name="T3" fmla="*/ 61 h 63"/>
                  <a:gd name="T4" fmla="*/ 1 w 144"/>
                  <a:gd name="T5" fmla="*/ 59 h 63"/>
                  <a:gd name="T6" fmla="*/ 141 w 144"/>
                  <a:gd name="T7" fmla="*/ 0 h 63"/>
                  <a:gd name="T8" fmla="*/ 144 w 144"/>
                  <a:gd name="T9" fmla="*/ 1 h 63"/>
                  <a:gd name="T10" fmla="*/ 143 w 144"/>
                  <a:gd name="T11" fmla="*/ 4 h 63"/>
                  <a:gd name="T12" fmla="*/ 143 w 144"/>
                  <a:gd name="T13" fmla="*/ 4 h 63"/>
                  <a:gd name="T14" fmla="*/ 2 w 144"/>
                  <a:gd name="T15" fmla="*/ 62 h 63"/>
                  <a:gd name="T16" fmla="*/ 1 w 144"/>
                  <a:gd name="T17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63">
                    <a:moveTo>
                      <a:pt x="1" y="63"/>
                    </a:moveTo>
                    <a:cubicBezTo>
                      <a:pt x="0" y="63"/>
                      <a:pt x="0" y="62"/>
                      <a:pt x="0" y="61"/>
                    </a:cubicBezTo>
                    <a:cubicBezTo>
                      <a:pt x="0" y="60"/>
                      <a:pt x="0" y="59"/>
                      <a:pt x="1" y="59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42" y="0"/>
                      <a:pt x="143" y="0"/>
                      <a:pt x="144" y="1"/>
                    </a:cubicBezTo>
                    <a:cubicBezTo>
                      <a:pt x="144" y="2"/>
                      <a:pt x="144" y="3"/>
                      <a:pt x="143" y="4"/>
                    </a:cubicBezTo>
                    <a:cubicBezTo>
                      <a:pt x="143" y="4"/>
                      <a:pt x="143" y="4"/>
                      <a:pt x="143" y="4"/>
                    </a:cubicBezTo>
                    <a:cubicBezTo>
                      <a:pt x="2" y="62"/>
                      <a:pt x="2" y="62"/>
                      <a:pt x="2" y="62"/>
                    </a:cubicBezTo>
                    <a:cubicBezTo>
                      <a:pt x="2" y="62"/>
                      <a:pt x="2" y="62"/>
                      <a:pt x="1" y="63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6" name="任意多边形 35" descr="81bd6f40-5450-49d1-b7ad-4b16ed3fda12">
                <a:extLst>
                  <a:ext uri="{FF2B5EF4-FFF2-40B4-BE49-F238E27FC236}">
                    <a16:creationId xmlns:a16="http://schemas.microsoft.com/office/drawing/2014/main" id="{DEC20D15-2208-45CD-B44C-2043AC8CED5A}"/>
                  </a:ext>
                </a:extLst>
              </p:cNvPr>
              <p:cNvSpPr/>
              <p:nvPr/>
            </p:nvSpPr>
            <p:spPr bwMode="auto">
              <a:xfrm>
                <a:off x="8771086" y="2322133"/>
                <a:ext cx="1111921" cy="936005"/>
              </a:xfrm>
              <a:custGeom>
                <a:avLst/>
                <a:gdLst>
                  <a:gd name="T0" fmla="*/ 282 w 282"/>
                  <a:gd name="T1" fmla="*/ 133 h 237"/>
                  <a:gd name="T2" fmla="*/ 282 w 282"/>
                  <a:gd name="T3" fmla="*/ 237 h 237"/>
                  <a:gd name="T4" fmla="*/ 276 w 282"/>
                  <a:gd name="T5" fmla="*/ 236 h 237"/>
                  <a:gd name="T6" fmla="*/ 229 w 282"/>
                  <a:gd name="T7" fmla="*/ 227 h 237"/>
                  <a:gd name="T8" fmla="*/ 182 w 282"/>
                  <a:gd name="T9" fmla="*/ 217 h 237"/>
                  <a:gd name="T10" fmla="*/ 138 w 282"/>
                  <a:gd name="T11" fmla="*/ 209 h 237"/>
                  <a:gd name="T12" fmla="*/ 88 w 282"/>
                  <a:gd name="T13" fmla="*/ 199 h 237"/>
                  <a:gd name="T14" fmla="*/ 78 w 282"/>
                  <a:gd name="T15" fmla="*/ 197 h 237"/>
                  <a:gd name="T16" fmla="*/ 76 w 282"/>
                  <a:gd name="T17" fmla="*/ 197 h 237"/>
                  <a:gd name="T18" fmla="*/ 63 w 282"/>
                  <a:gd name="T19" fmla="*/ 194 h 237"/>
                  <a:gd name="T20" fmla="*/ 15 w 282"/>
                  <a:gd name="T21" fmla="*/ 184 h 237"/>
                  <a:gd name="T22" fmla="*/ 0 w 282"/>
                  <a:gd name="T23" fmla="*/ 181 h 237"/>
                  <a:gd name="T24" fmla="*/ 9 w 282"/>
                  <a:gd name="T25" fmla="*/ 136 h 237"/>
                  <a:gd name="T26" fmla="*/ 16 w 282"/>
                  <a:gd name="T27" fmla="*/ 101 h 237"/>
                  <a:gd name="T28" fmla="*/ 36 w 282"/>
                  <a:gd name="T29" fmla="*/ 0 h 237"/>
                  <a:gd name="T30" fmla="*/ 178 w 282"/>
                  <a:gd name="T31" fmla="*/ 28 h 237"/>
                  <a:gd name="T32" fmla="*/ 216 w 282"/>
                  <a:gd name="T33" fmla="*/ 35 h 237"/>
                  <a:gd name="T34" fmla="*/ 275 w 282"/>
                  <a:gd name="T35" fmla="*/ 95 h 237"/>
                  <a:gd name="T36" fmla="*/ 279 w 282"/>
                  <a:gd name="T37" fmla="*/ 108 h 237"/>
                  <a:gd name="T38" fmla="*/ 279 w 282"/>
                  <a:gd name="T39" fmla="*/ 108 h 237"/>
                  <a:gd name="T40" fmla="*/ 279 w 282"/>
                  <a:gd name="T41" fmla="*/ 109 h 237"/>
                  <a:gd name="T42" fmla="*/ 282 w 282"/>
                  <a:gd name="T43" fmla="*/ 133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2" h="237">
                    <a:moveTo>
                      <a:pt x="282" y="133"/>
                    </a:moveTo>
                    <a:cubicBezTo>
                      <a:pt x="282" y="237"/>
                      <a:pt x="282" y="237"/>
                      <a:pt x="282" y="237"/>
                    </a:cubicBezTo>
                    <a:cubicBezTo>
                      <a:pt x="276" y="236"/>
                      <a:pt x="276" y="236"/>
                      <a:pt x="276" y="236"/>
                    </a:cubicBezTo>
                    <a:cubicBezTo>
                      <a:pt x="229" y="227"/>
                      <a:pt x="229" y="227"/>
                      <a:pt x="229" y="227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38" y="209"/>
                      <a:pt x="138" y="209"/>
                      <a:pt x="138" y="209"/>
                    </a:cubicBezTo>
                    <a:cubicBezTo>
                      <a:pt x="88" y="199"/>
                      <a:pt x="88" y="199"/>
                      <a:pt x="88" y="199"/>
                    </a:cubicBezTo>
                    <a:cubicBezTo>
                      <a:pt x="78" y="197"/>
                      <a:pt x="78" y="197"/>
                      <a:pt x="78" y="197"/>
                    </a:cubicBezTo>
                    <a:cubicBezTo>
                      <a:pt x="76" y="197"/>
                      <a:pt x="76" y="197"/>
                      <a:pt x="76" y="197"/>
                    </a:cubicBezTo>
                    <a:cubicBezTo>
                      <a:pt x="63" y="194"/>
                      <a:pt x="63" y="194"/>
                      <a:pt x="63" y="194"/>
                    </a:cubicBezTo>
                    <a:cubicBezTo>
                      <a:pt x="15" y="184"/>
                      <a:pt x="15" y="184"/>
                      <a:pt x="15" y="184"/>
                    </a:cubicBezTo>
                    <a:cubicBezTo>
                      <a:pt x="0" y="181"/>
                      <a:pt x="0" y="181"/>
                      <a:pt x="0" y="181"/>
                    </a:cubicBezTo>
                    <a:cubicBezTo>
                      <a:pt x="9" y="136"/>
                      <a:pt x="9" y="136"/>
                      <a:pt x="9" y="136"/>
                    </a:cubicBezTo>
                    <a:cubicBezTo>
                      <a:pt x="16" y="101"/>
                      <a:pt x="16" y="101"/>
                      <a:pt x="16" y="101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78" y="28"/>
                      <a:pt x="178" y="28"/>
                      <a:pt x="178" y="28"/>
                    </a:cubicBezTo>
                    <a:cubicBezTo>
                      <a:pt x="216" y="35"/>
                      <a:pt x="216" y="35"/>
                      <a:pt x="216" y="35"/>
                    </a:cubicBezTo>
                    <a:cubicBezTo>
                      <a:pt x="243" y="46"/>
                      <a:pt x="265" y="68"/>
                      <a:pt x="275" y="95"/>
                    </a:cubicBezTo>
                    <a:cubicBezTo>
                      <a:pt x="277" y="99"/>
                      <a:pt x="278" y="103"/>
                      <a:pt x="279" y="108"/>
                    </a:cubicBezTo>
                    <a:cubicBezTo>
                      <a:pt x="279" y="108"/>
                      <a:pt x="279" y="108"/>
                      <a:pt x="279" y="108"/>
                    </a:cubicBezTo>
                    <a:cubicBezTo>
                      <a:pt x="279" y="109"/>
                      <a:pt x="279" y="109"/>
                      <a:pt x="279" y="109"/>
                    </a:cubicBezTo>
                    <a:cubicBezTo>
                      <a:pt x="281" y="117"/>
                      <a:pt x="282" y="125"/>
                      <a:pt x="282" y="1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7" name="任意多边形 36" descr="734dff5b-97a7-4542-85aa-68156823f0b0">
                <a:extLst>
                  <a:ext uri="{FF2B5EF4-FFF2-40B4-BE49-F238E27FC236}">
                    <a16:creationId xmlns:a16="http://schemas.microsoft.com/office/drawing/2014/main" id="{AE470EC7-C505-46E7-9C57-199A1A09B107}"/>
                  </a:ext>
                </a:extLst>
              </p:cNvPr>
              <p:cNvSpPr/>
              <p:nvPr/>
            </p:nvSpPr>
            <p:spPr bwMode="auto">
              <a:xfrm>
                <a:off x="8762789" y="2313834"/>
                <a:ext cx="1128517" cy="952601"/>
              </a:xfrm>
              <a:custGeom>
                <a:avLst/>
                <a:gdLst>
                  <a:gd name="T0" fmla="*/ 284 w 286"/>
                  <a:gd name="T1" fmla="*/ 241 h 241"/>
                  <a:gd name="T2" fmla="*/ 284 w 286"/>
                  <a:gd name="T3" fmla="*/ 241 h 241"/>
                  <a:gd name="T4" fmla="*/ 277 w 286"/>
                  <a:gd name="T5" fmla="*/ 240 h 241"/>
                  <a:gd name="T6" fmla="*/ 1 w 286"/>
                  <a:gd name="T7" fmla="*/ 185 h 241"/>
                  <a:gd name="T8" fmla="*/ 0 w 286"/>
                  <a:gd name="T9" fmla="*/ 184 h 241"/>
                  <a:gd name="T10" fmla="*/ 0 w 286"/>
                  <a:gd name="T11" fmla="*/ 183 h 241"/>
                  <a:gd name="T12" fmla="*/ 36 w 286"/>
                  <a:gd name="T13" fmla="*/ 1 h 241"/>
                  <a:gd name="T14" fmla="*/ 38 w 286"/>
                  <a:gd name="T15" fmla="*/ 0 h 241"/>
                  <a:gd name="T16" fmla="*/ 219 w 286"/>
                  <a:gd name="T17" fmla="*/ 36 h 241"/>
                  <a:gd name="T18" fmla="*/ 279 w 286"/>
                  <a:gd name="T19" fmla="*/ 97 h 241"/>
                  <a:gd name="T20" fmla="*/ 283 w 286"/>
                  <a:gd name="T21" fmla="*/ 108 h 241"/>
                  <a:gd name="T22" fmla="*/ 283 w 286"/>
                  <a:gd name="T23" fmla="*/ 110 h 241"/>
                  <a:gd name="T24" fmla="*/ 283 w 286"/>
                  <a:gd name="T25" fmla="*/ 111 h 241"/>
                  <a:gd name="T26" fmla="*/ 286 w 286"/>
                  <a:gd name="T27" fmla="*/ 135 h 241"/>
                  <a:gd name="T28" fmla="*/ 286 w 286"/>
                  <a:gd name="T29" fmla="*/ 239 h 241"/>
                  <a:gd name="T30" fmla="*/ 285 w 286"/>
                  <a:gd name="T31" fmla="*/ 241 h 241"/>
                  <a:gd name="T32" fmla="*/ 284 w 286"/>
                  <a:gd name="T33" fmla="*/ 241 h 241"/>
                  <a:gd name="T34" fmla="*/ 4 w 286"/>
                  <a:gd name="T35" fmla="*/ 182 h 241"/>
                  <a:gd name="T36" fmla="*/ 282 w 286"/>
                  <a:gd name="T37" fmla="*/ 237 h 241"/>
                  <a:gd name="T38" fmla="*/ 282 w 286"/>
                  <a:gd name="T39" fmla="*/ 135 h 241"/>
                  <a:gd name="T40" fmla="*/ 279 w 286"/>
                  <a:gd name="T41" fmla="*/ 111 h 241"/>
                  <a:gd name="T42" fmla="*/ 279 w 286"/>
                  <a:gd name="T43" fmla="*/ 111 h 241"/>
                  <a:gd name="T44" fmla="*/ 279 w 286"/>
                  <a:gd name="T45" fmla="*/ 110 h 241"/>
                  <a:gd name="T46" fmla="*/ 279 w 286"/>
                  <a:gd name="T47" fmla="*/ 110 h 241"/>
                  <a:gd name="T48" fmla="*/ 275 w 286"/>
                  <a:gd name="T49" fmla="*/ 98 h 241"/>
                  <a:gd name="T50" fmla="*/ 218 w 286"/>
                  <a:gd name="T51" fmla="*/ 39 h 241"/>
                  <a:gd name="T52" fmla="*/ 39 w 286"/>
                  <a:gd name="T53" fmla="*/ 4 h 241"/>
                  <a:gd name="T54" fmla="*/ 4 w 286"/>
                  <a:gd name="T55" fmla="*/ 182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86" h="241">
                    <a:moveTo>
                      <a:pt x="284" y="241"/>
                    </a:moveTo>
                    <a:cubicBezTo>
                      <a:pt x="284" y="241"/>
                      <a:pt x="284" y="241"/>
                      <a:pt x="284" y="241"/>
                    </a:cubicBezTo>
                    <a:cubicBezTo>
                      <a:pt x="277" y="240"/>
                      <a:pt x="277" y="240"/>
                      <a:pt x="277" y="240"/>
                    </a:cubicBezTo>
                    <a:cubicBezTo>
                      <a:pt x="1" y="185"/>
                      <a:pt x="1" y="185"/>
                      <a:pt x="1" y="185"/>
                    </a:cubicBezTo>
                    <a:cubicBezTo>
                      <a:pt x="1" y="185"/>
                      <a:pt x="0" y="185"/>
                      <a:pt x="0" y="184"/>
                    </a:cubicBezTo>
                    <a:cubicBezTo>
                      <a:pt x="0" y="184"/>
                      <a:pt x="0" y="184"/>
                      <a:pt x="0" y="183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6" y="0"/>
                      <a:pt x="37" y="0"/>
                      <a:pt x="38" y="0"/>
                    </a:cubicBezTo>
                    <a:cubicBezTo>
                      <a:pt x="219" y="36"/>
                      <a:pt x="219" y="36"/>
                      <a:pt x="219" y="36"/>
                    </a:cubicBezTo>
                    <a:cubicBezTo>
                      <a:pt x="246" y="47"/>
                      <a:pt x="268" y="69"/>
                      <a:pt x="279" y="97"/>
                    </a:cubicBezTo>
                    <a:cubicBezTo>
                      <a:pt x="280" y="100"/>
                      <a:pt x="282" y="104"/>
                      <a:pt x="283" y="108"/>
                    </a:cubicBezTo>
                    <a:cubicBezTo>
                      <a:pt x="283" y="109"/>
                      <a:pt x="283" y="109"/>
                      <a:pt x="283" y="110"/>
                    </a:cubicBezTo>
                    <a:cubicBezTo>
                      <a:pt x="283" y="111"/>
                      <a:pt x="283" y="111"/>
                      <a:pt x="283" y="111"/>
                    </a:cubicBezTo>
                    <a:cubicBezTo>
                      <a:pt x="285" y="119"/>
                      <a:pt x="286" y="127"/>
                      <a:pt x="286" y="135"/>
                    </a:cubicBezTo>
                    <a:cubicBezTo>
                      <a:pt x="286" y="239"/>
                      <a:pt x="286" y="239"/>
                      <a:pt x="286" y="239"/>
                    </a:cubicBezTo>
                    <a:cubicBezTo>
                      <a:pt x="286" y="240"/>
                      <a:pt x="286" y="240"/>
                      <a:pt x="285" y="241"/>
                    </a:cubicBezTo>
                    <a:cubicBezTo>
                      <a:pt x="285" y="241"/>
                      <a:pt x="284" y="241"/>
                      <a:pt x="284" y="241"/>
                    </a:cubicBezTo>
                    <a:close/>
                    <a:moveTo>
                      <a:pt x="4" y="182"/>
                    </a:moveTo>
                    <a:cubicBezTo>
                      <a:pt x="282" y="237"/>
                      <a:pt x="282" y="237"/>
                      <a:pt x="282" y="237"/>
                    </a:cubicBezTo>
                    <a:cubicBezTo>
                      <a:pt x="282" y="135"/>
                      <a:pt x="282" y="135"/>
                      <a:pt x="282" y="135"/>
                    </a:cubicBezTo>
                    <a:cubicBezTo>
                      <a:pt x="282" y="127"/>
                      <a:pt x="281" y="119"/>
                      <a:pt x="279" y="111"/>
                    </a:cubicBezTo>
                    <a:cubicBezTo>
                      <a:pt x="279" y="111"/>
                      <a:pt x="279" y="111"/>
                      <a:pt x="279" y="111"/>
                    </a:cubicBezTo>
                    <a:cubicBezTo>
                      <a:pt x="279" y="110"/>
                      <a:pt x="279" y="110"/>
                      <a:pt x="279" y="110"/>
                    </a:cubicBezTo>
                    <a:cubicBezTo>
                      <a:pt x="279" y="110"/>
                      <a:pt x="279" y="110"/>
                      <a:pt x="279" y="110"/>
                    </a:cubicBezTo>
                    <a:cubicBezTo>
                      <a:pt x="278" y="106"/>
                      <a:pt x="277" y="102"/>
                      <a:pt x="275" y="98"/>
                    </a:cubicBezTo>
                    <a:cubicBezTo>
                      <a:pt x="265" y="71"/>
                      <a:pt x="244" y="50"/>
                      <a:pt x="218" y="39"/>
                    </a:cubicBezTo>
                    <a:cubicBezTo>
                      <a:pt x="39" y="4"/>
                      <a:pt x="39" y="4"/>
                      <a:pt x="39" y="4"/>
                    </a:cubicBezTo>
                    <a:lnTo>
                      <a:pt x="4" y="182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8" name="任意多边形 37" descr="9c45692f-3fac-43b6-9bf5-638c8b9eae1e">
                <a:extLst>
                  <a:ext uri="{FF2B5EF4-FFF2-40B4-BE49-F238E27FC236}">
                    <a16:creationId xmlns:a16="http://schemas.microsoft.com/office/drawing/2014/main" id="{22F4A887-F344-4A4A-B84D-442387B40ACF}"/>
                  </a:ext>
                </a:extLst>
              </p:cNvPr>
              <p:cNvSpPr/>
              <p:nvPr/>
            </p:nvSpPr>
            <p:spPr bwMode="auto">
              <a:xfrm>
                <a:off x="8900533" y="2313834"/>
                <a:ext cx="962558" cy="597450"/>
              </a:xfrm>
              <a:custGeom>
                <a:avLst/>
                <a:gdLst>
                  <a:gd name="T0" fmla="*/ 134 w 244"/>
                  <a:gd name="T1" fmla="*/ 151 h 151"/>
                  <a:gd name="T2" fmla="*/ 133 w 244"/>
                  <a:gd name="T3" fmla="*/ 151 h 151"/>
                  <a:gd name="T4" fmla="*/ 1 w 244"/>
                  <a:gd name="T5" fmla="*/ 3 h 151"/>
                  <a:gd name="T6" fmla="*/ 1 w 244"/>
                  <a:gd name="T7" fmla="*/ 0 h 151"/>
                  <a:gd name="T8" fmla="*/ 4 w 244"/>
                  <a:gd name="T9" fmla="*/ 0 h 151"/>
                  <a:gd name="T10" fmla="*/ 135 w 244"/>
                  <a:gd name="T11" fmla="*/ 147 h 151"/>
                  <a:gd name="T12" fmla="*/ 241 w 244"/>
                  <a:gd name="T13" fmla="*/ 96 h 151"/>
                  <a:gd name="T14" fmla="*/ 244 w 244"/>
                  <a:gd name="T15" fmla="*/ 97 h 151"/>
                  <a:gd name="T16" fmla="*/ 243 w 244"/>
                  <a:gd name="T17" fmla="*/ 99 h 151"/>
                  <a:gd name="T18" fmla="*/ 135 w 244"/>
                  <a:gd name="T19" fmla="*/ 151 h 151"/>
                  <a:gd name="T20" fmla="*/ 134 w 244"/>
                  <a:gd name="T21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4" h="151">
                    <a:moveTo>
                      <a:pt x="134" y="151"/>
                    </a:moveTo>
                    <a:cubicBezTo>
                      <a:pt x="134" y="151"/>
                      <a:pt x="133" y="151"/>
                      <a:pt x="133" y="15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135" y="147"/>
                      <a:pt x="135" y="147"/>
                      <a:pt x="135" y="147"/>
                    </a:cubicBezTo>
                    <a:cubicBezTo>
                      <a:pt x="241" y="96"/>
                      <a:pt x="241" y="96"/>
                      <a:pt x="241" y="96"/>
                    </a:cubicBezTo>
                    <a:cubicBezTo>
                      <a:pt x="242" y="95"/>
                      <a:pt x="243" y="96"/>
                      <a:pt x="244" y="97"/>
                    </a:cubicBezTo>
                    <a:cubicBezTo>
                      <a:pt x="244" y="98"/>
                      <a:pt x="244" y="99"/>
                      <a:pt x="243" y="99"/>
                    </a:cubicBezTo>
                    <a:cubicBezTo>
                      <a:pt x="135" y="151"/>
                      <a:pt x="135" y="151"/>
                      <a:pt x="135" y="151"/>
                    </a:cubicBezTo>
                    <a:cubicBezTo>
                      <a:pt x="135" y="151"/>
                      <a:pt x="135" y="151"/>
                      <a:pt x="134" y="151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39" name="任意多边形 38" descr="7abe2289-23bb-4946-b12d-d296f6a48f99">
                <a:extLst>
                  <a:ext uri="{FF2B5EF4-FFF2-40B4-BE49-F238E27FC236}">
                    <a16:creationId xmlns:a16="http://schemas.microsoft.com/office/drawing/2014/main" id="{463CCCA1-D6F1-4A65-9954-8D71DC08E642}"/>
                  </a:ext>
                </a:extLst>
              </p:cNvPr>
              <p:cNvSpPr/>
              <p:nvPr/>
            </p:nvSpPr>
            <p:spPr bwMode="auto">
              <a:xfrm>
                <a:off x="9587602" y="2820007"/>
                <a:ext cx="303704" cy="338555"/>
              </a:xfrm>
              <a:custGeom>
                <a:avLst/>
                <a:gdLst>
                  <a:gd name="T0" fmla="*/ 75 w 77"/>
                  <a:gd name="T1" fmla="*/ 86 h 86"/>
                  <a:gd name="T2" fmla="*/ 74 w 77"/>
                  <a:gd name="T3" fmla="*/ 85 h 86"/>
                  <a:gd name="T4" fmla="*/ 0 w 77"/>
                  <a:gd name="T5" fmla="*/ 3 h 86"/>
                  <a:gd name="T6" fmla="*/ 1 w 77"/>
                  <a:gd name="T7" fmla="*/ 0 h 86"/>
                  <a:gd name="T8" fmla="*/ 3 w 77"/>
                  <a:gd name="T9" fmla="*/ 0 h 86"/>
                  <a:gd name="T10" fmla="*/ 76 w 77"/>
                  <a:gd name="T11" fmla="*/ 83 h 86"/>
                  <a:gd name="T12" fmla="*/ 76 w 77"/>
                  <a:gd name="T13" fmla="*/ 85 h 86"/>
                  <a:gd name="T14" fmla="*/ 76 w 77"/>
                  <a:gd name="T15" fmla="*/ 85 h 86"/>
                  <a:gd name="T16" fmla="*/ 75 w 77"/>
                  <a:gd name="T17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86">
                    <a:moveTo>
                      <a:pt x="75" y="86"/>
                    </a:moveTo>
                    <a:cubicBezTo>
                      <a:pt x="74" y="86"/>
                      <a:pt x="74" y="86"/>
                      <a:pt x="74" y="8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76" y="83"/>
                      <a:pt x="76" y="83"/>
                      <a:pt x="76" y="83"/>
                    </a:cubicBezTo>
                    <a:cubicBezTo>
                      <a:pt x="77" y="83"/>
                      <a:pt x="77" y="84"/>
                      <a:pt x="76" y="85"/>
                    </a:cubicBezTo>
                    <a:cubicBezTo>
                      <a:pt x="76" y="85"/>
                      <a:pt x="76" y="85"/>
                      <a:pt x="76" y="85"/>
                    </a:cubicBezTo>
                    <a:cubicBezTo>
                      <a:pt x="76" y="86"/>
                      <a:pt x="76" y="86"/>
                      <a:pt x="75" y="86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0" name="任意多边形 39" descr="07e24bc6-3d91-40ea-a88c-f7f4cf1fcefc">
                <a:extLst>
                  <a:ext uri="{FF2B5EF4-FFF2-40B4-BE49-F238E27FC236}">
                    <a16:creationId xmlns:a16="http://schemas.microsoft.com/office/drawing/2014/main" id="{192EF6FA-9FF2-4405-B07B-E78A088D5198}"/>
                  </a:ext>
                </a:extLst>
              </p:cNvPr>
              <p:cNvSpPr/>
              <p:nvPr/>
            </p:nvSpPr>
            <p:spPr bwMode="auto">
              <a:xfrm>
                <a:off x="8762789" y="2760262"/>
                <a:ext cx="555961" cy="280470"/>
              </a:xfrm>
              <a:custGeom>
                <a:avLst/>
                <a:gdLst>
                  <a:gd name="T0" fmla="*/ 2 w 141"/>
                  <a:gd name="T1" fmla="*/ 71 h 71"/>
                  <a:gd name="T2" fmla="*/ 0 w 141"/>
                  <a:gd name="T3" fmla="*/ 70 h 71"/>
                  <a:gd name="T4" fmla="*/ 1 w 141"/>
                  <a:gd name="T5" fmla="*/ 67 h 71"/>
                  <a:gd name="T6" fmla="*/ 138 w 141"/>
                  <a:gd name="T7" fmla="*/ 1 h 71"/>
                  <a:gd name="T8" fmla="*/ 141 w 141"/>
                  <a:gd name="T9" fmla="*/ 1 h 71"/>
                  <a:gd name="T10" fmla="*/ 140 w 141"/>
                  <a:gd name="T11" fmla="*/ 4 h 71"/>
                  <a:gd name="T12" fmla="*/ 140 w 141"/>
                  <a:gd name="T13" fmla="*/ 4 h 71"/>
                  <a:gd name="T14" fmla="*/ 3 w 141"/>
                  <a:gd name="T15" fmla="*/ 71 h 71"/>
                  <a:gd name="T16" fmla="*/ 2 w 141"/>
                  <a:gd name="T17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" h="71">
                    <a:moveTo>
                      <a:pt x="2" y="71"/>
                    </a:moveTo>
                    <a:cubicBezTo>
                      <a:pt x="1" y="71"/>
                      <a:pt x="1" y="70"/>
                      <a:pt x="0" y="70"/>
                    </a:cubicBezTo>
                    <a:cubicBezTo>
                      <a:pt x="0" y="69"/>
                      <a:pt x="0" y="68"/>
                      <a:pt x="1" y="67"/>
                    </a:cubicBezTo>
                    <a:cubicBezTo>
                      <a:pt x="138" y="1"/>
                      <a:pt x="138" y="1"/>
                      <a:pt x="138" y="1"/>
                    </a:cubicBezTo>
                    <a:cubicBezTo>
                      <a:pt x="139" y="0"/>
                      <a:pt x="140" y="0"/>
                      <a:pt x="141" y="1"/>
                    </a:cubicBezTo>
                    <a:cubicBezTo>
                      <a:pt x="141" y="2"/>
                      <a:pt x="141" y="3"/>
                      <a:pt x="140" y="4"/>
                    </a:cubicBezTo>
                    <a:cubicBezTo>
                      <a:pt x="140" y="4"/>
                      <a:pt x="140" y="4"/>
                      <a:pt x="140" y="4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2" y="71"/>
                      <a:pt x="2" y="71"/>
                      <a:pt x="2" y="71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1" name="矩形 40" descr="09cbf3e1-8d85-4ba8-8ca0-b2231290fc38">
                <a:extLst>
                  <a:ext uri="{FF2B5EF4-FFF2-40B4-BE49-F238E27FC236}">
                    <a16:creationId xmlns:a16="http://schemas.microsoft.com/office/drawing/2014/main" id="{345B31D6-0FD2-4BBA-8413-180086D84412}"/>
                  </a:ext>
                </a:extLst>
              </p:cNvPr>
              <p:cNvSpPr/>
              <p:nvPr/>
            </p:nvSpPr>
            <p:spPr bwMode="auto">
              <a:xfrm>
                <a:off x="8829172" y="2914603"/>
                <a:ext cx="1053836" cy="7351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2" name="任意多边形 41" descr="341aaac1-1f61-4a8c-ab8f-9026fa0c598a">
                <a:extLst>
                  <a:ext uri="{FF2B5EF4-FFF2-40B4-BE49-F238E27FC236}">
                    <a16:creationId xmlns:a16="http://schemas.microsoft.com/office/drawing/2014/main" id="{C4C9D758-0E64-4720-AF2F-FC614C658454}"/>
                  </a:ext>
                </a:extLst>
              </p:cNvPr>
              <p:cNvSpPr/>
              <p:nvPr/>
            </p:nvSpPr>
            <p:spPr bwMode="auto">
              <a:xfrm>
                <a:off x="8822534" y="2906306"/>
                <a:ext cx="1068772" cy="746812"/>
              </a:xfrm>
              <a:custGeom>
                <a:avLst/>
                <a:gdLst>
                  <a:gd name="T0" fmla="*/ 269 w 271"/>
                  <a:gd name="T1" fmla="*/ 189 h 189"/>
                  <a:gd name="T2" fmla="*/ 2 w 271"/>
                  <a:gd name="T3" fmla="*/ 189 h 189"/>
                  <a:gd name="T4" fmla="*/ 0 w 271"/>
                  <a:gd name="T5" fmla="*/ 188 h 189"/>
                  <a:gd name="T6" fmla="*/ 0 w 271"/>
                  <a:gd name="T7" fmla="*/ 2 h 189"/>
                  <a:gd name="T8" fmla="*/ 2 w 271"/>
                  <a:gd name="T9" fmla="*/ 0 h 189"/>
                  <a:gd name="T10" fmla="*/ 2 w 271"/>
                  <a:gd name="T11" fmla="*/ 0 h 189"/>
                  <a:gd name="T12" fmla="*/ 269 w 271"/>
                  <a:gd name="T13" fmla="*/ 0 h 189"/>
                  <a:gd name="T14" fmla="*/ 271 w 271"/>
                  <a:gd name="T15" fmla="*/ 2 h 189"/>
                  <a:gd name="T16" fmla="*/ 271 w 271"/>
                  <a:gd name="T17" fmla="*/ 2 h 189"/>
                  <a:gd name="T18" fmla="*/ 271 w 271"/>
                  <a:gd name="T19" fmla="*/ 188 h 189"/>
                  <a:gd name="T20" fmla="*/ 269 w 271"/>
                  <a:gd name="T21" fmla="*/ 189 h 189"/>
                  <a:gd name="T22" fmla="*/ 3 w 271"/>
                  <a:gd name="T23" fmla="*/ 186 h 189"/>
                  <a:gd name="T24" fmla="*/ 267 w 271"/>
                  <a:gd name="T25" fmla="*/ 186 h 189"/>
                  <a:gd name="T26" fmla="*/ 267 w 271"/>
                  <a:gd name="T27" fmla="*/ 4 h 189"/>
                  <a:gd name="T28" fmla="*/ 3 w 271"/>
                  <a:gd name="T29" fmla="*/ 4 h 189"/>
                  <a:gd name="T30" fmla="*/ 3 w 271"/>
                  <a:gd name="T31" fmla="*/ 186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71" h="189">
                    <a:moveTo>
                      <a:pt x="269" y="189"/>
                    </a:moveTo>
                    <a:cubicBezTo>
                      <a:pt x="2" y="189"/>
                      <a:pt x="2" y="189"/>
                      <a:pt x="2" y="189"/>
                    </a:cubicBezTo>
                    <a:cubicBezTo>
                      <a:pt x="1" y="189"/>
                      <a:pt x="0" y="189"/>
                      <a:pt x="0" y="18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69" y="0"/>
                      <a:pt x="269" y="0"/>
                      <a:pt x="269" y="0"/>
                    </a:cubicBezTo>
                    <a:cubicBezTo>
                      <a:pt x="270" y="0"/>
                      <a:pt x="271" y="1"/>
                      <a:pt x="271" y="2"/>
                    </a:cubicBezTo>
                    <a:cubicBezTo>
                      <a:pt x="271" y="2"/>
                      <a:pt x="271" y="2"/>
                      <a:pt x="271" y="2"/>
                    </a:cubicBezTo>
                    <a:cubicBezTo>
                      <a:pt x="271" y="188"/>
                      <a:pt x="271" y="188"/>
                      <a:pt x="271" y="188"/>
                    </a:cubicBezTo>
                    <a:cubicBezTo>
                      <a:pt x="271" y="189"/>
                      <a:pt x="270" y="189"/>
                      <a:pt x="269" y="189"/>
                    </a:cubicBezTo>
                    <a:close/>
                    <a:moveTo>
                      <a:pt x="3" y="186"/>
                    </a:moveTo>
                    <a:cubicBezTo>
                      <a:pt x="267" y="186"/>
                      <a:pt x="267" y="186"/>
                      <a:pt x="267" y="186"/>
                    </a:cubicBezTo>
                    <a:cubicBezTo>
                      <a:pt x="267" y="4"/>
                      <a:pt x="267" y="4"/>
                      <a:pt x="267" y="4"/>
                    </a:cubicBezTo>
                    <a:cubicBezTo>
                      <a:pt x="3" y="4"/>
                      <a:pt x="3" y="4"/>
                      <a:pt x="3" y="4"/>
                    </a:cubicBezTo>
                    <a:lnTo>
                      <a:pt x="3" y="186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3" name="任意多边形 42" descr="a63b83ad-822d-4bd1-881e-522018e04111">
                <a:extLst>
                  <a:ext uri="{FF2B5EF4-FFF2-40B4-BE49-F238E27FC236}">
                    <a16:creationId xmlns:a16="http://schemas.microsoft.com/office/drawing/2014/main" id="{1F2A3845-3D48-4569-8C89-6C80DB05EE2E}"/>
                  </a:ext>
                </a:extLst>
              </p:cNvPr>
              <p:cNvSpPr/>
              <p:nvPr/>
            </p:nvSpPr>
            <p:spPr bwMode="auto">
              <a:xfrm>
                <a:off x="8817555" y="2906306"/>
                <a:ext cx="1073751" cy="489578"/>
              </a:xfrm>
              <a:custGeom>
                <a:avLst/>
                <a:gdLst>
                  <a:gd name="T0" fmla="*/ 161 w 272"/>
                  <a:gd name="T1" fmla="*/ 124 h 124"/>
                  <a:gd name="T2" fmla="*/ 160 w 272"/>
                  <a:gd name="T3" fmla="*/ 123 h 124"/>
                  <a:gd name="T4" fmla="*/ 1 w 272"/>
                  <a:gd name="T5" fmla="*/ 4 h 124"/>
                  <a:gd name="T6" fmla="*/ 1 w 272"/>
                  <a:gd name="T7" fmla="*/ 3 h 124"/>
                  <a:gd name="T8" fmla="*/ 0 w 272"/>
                  <a:gd name="T9" fmla="*/ 2 h 124"/>
                  <a:gd name="T10" fmla="*/ 2 w 272"/>
                  <a:gd name="T11" fmla="*/ 0 h 124"/>
                  <a:gd name="T12" fmla="*/ 2 w 272"/>
                  <a:gd name="T13" fmla="*/ 0 h 124"/>
                  <a:gd name="T14" fmla="*/ 2 w 272"/>
                  <a:gd name="T15" fmla="*/ 0 h 124"/>
                  <a:gd name="T16" fmla="*/ 4 w 272"/>
                  <a:gd name="T17" fmla="*/ 1 h 124"/>
                  <a:gd name="T18" fmla="*/ 160 w 272"/>
                  <a:gd name="T19" fmla="*/ 119 h 124"/>
                  <a:gd name="T20" fmla="*/ 269 w 272"/>
                  <a:gd name="T21" fmla="*/ 38 h 124"/>
                  <a:gd name="T22" fmla="*/ 272 w 272"/>
                  <a:gd name="T23" fmla="*/ 38 h 124"/>
                  <a:gd name="T24" fmla="*/ 271 w 272"/>
                  <a:gd name="T25" fmla="*/ 40 h 124"/>
                  <a:gd name="T26" fmla="*/ 271 w 272"/>
                  <a:gd name="T27" fmla="*/ 41 h 124"/>
                  <a:gd name="T28" fmla="*/ 162 w 272"/>
                  <a:gd name="T29" fmla="*/ 123 h 124"/>
                  <a:gd name="T30" fmla="*/ 161 w 272"/>
                  <a:gd name="T31" fmla="*/ 124 h 124"/>
                  <a:gd name="T32" fmla="*/ 2 w 272"/>
                  <a:gd name="T33" fmla="*/ 2 h 124"/>
                  <a:gd name="T34" fmla="*/ 2 w 272"/>
                  <a:gd name="T35" fmla="*/ 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72" h="124">
                    <a:moveTo>
                      <a:pt x="161" y="124"/>
                    </a:moveTo>
                    <a:cubicBezTo>
                      <a:pt x="160" y="124"/>
                      <a:pt x="160" y="123"/>
                      <a:pt x="160" y="12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4" y="1"/>
                    </a:cubicBezTo>
                    <a:cubicBezTo>
                      <a:pt x="160" y="119"/>
                      <a:pt x="160" y="119"/>
                      <a:pt x="160" y="119"/>
                    </a:cubicBezTo>
                    <a:cubicBezTo>
                      <a:pt x="269" y="38"/>
                      <a:pt x="269" y="38"/>
                      <a:pt x="269" y="38"/>
                    </a:cubicBezTo>
                    <a:cubicBezTo>
                      <a:pt x="270" y="37"/>
                      <a:pt x="271" y="37"/>
                      <a:pt x="272" y="38"/>
                    </a:cubicBezTo>
                    <a:cubicBezTo>
                      <a:pt x="272" y="38"/>
                      <a:pt x="272" y="40"/>
                      <a:pt x="271" y="40"/>
                    </a:cubicBezTo>
                    <a:cubicBezTo>
                      <a:pt x="271" y="40"/>
                      <a:pt x="271" y="41"/>
                      <a:pt x="271" y="41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1" y="123"/>
                      <a:pt x="161" y="124"/>
                      <a:pt x="161" y="124"/>
                    </a:cubicBezTo>
                    <a:close/>
                    <a:moveTo>
                      <a:pt x="2" y="2"/>
                    </a:moveTo>
                    <a:cubicBezTo>
                      <a:pt x="2" y="2"/>
                      <a:pt x="2" y="2"/>
                      <a:pt x="2" y="2"/>
                    </a:cubicBezTo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4" name="任意多边形 43" descr="a98b3160-c194-49c2-8797-0af0ab770127">
                <a:extLst>
                  <a:ext uri="{FF2B5EF4-FFF2-40B4-BE49-F238E27FC236}">
                    <a16:creationId xmlns:a16="http://schemas.microsoft.com/office/drawing/2014/main" id="{FD75B831-5C69-48B4-A1B1-45930AA2D1F7}"/>
                  </a:ext>
                </a:extLst>
              </p:cNvPr>
              <p:cNvSpPr/>
              <p:nvPr/>
            </p:nvSpPr>
            <p:spPr bwMode="auto">
              <a:xfrm>
                <a:off x="9587602" y="3269754"/>
                <a:ext cx="303704" cy="232342"/>
              </a:xfrm>
              <a:custGeom>
                <a:avLst/>
                <a:gdLst>
                  <a:gd name="T0" fmla="*/ 75 w 77"/>
                  <a:gd name="T1" fmla="*/ 59 h 59"/>
                  <a:gd name="T2" fmla="*/ 74 w 77"/>
                  <a:gd name="T3" fmla="*/ 59 h 59"/>
                  <a:gd name="T4" fmla="*/ 1 w 77"/>
                  <a:gd name="T5" fmla="*/ 4 h 59"/>
                  <a:gd name="T6" fmla="*/ 0 w 77"/>
                  <a:gd name="T7" fmla="*/ 1 h 59"/>
                  <a:gd name="T8" fmla="*/ 3 w 77"/>
                  <a:gd name="T9" fmla="*/ 1 h 59"/>
                  <a:gd name="T10" fmla="*/ 3 w 77"/>
                  <a:gd name="T11" fmla="*/ 1 h 59"/>
                  <a:gd name="T12" fmla="*/ 76 w 77"/>
                  <a:gd name="T13" fmla="*/ 56 h 59"/>
                  <a:gd name="T14" fmla="*/ 76 w 77"/>
                  <a:gd name="T15" fmla="*/ 58 h 59"/>
                  <a:gd name="T16" fmla="*/ 75 w 77"/>
                  <a:gd name="T17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59">
                    <a:moveTo>
                      <a:pt x="75" y="59"/>
                    </a:moveTo>
                    <a:cubicBezTo>
                      <a:pt x="75" y="59"/>
                      <a:pt x="74" y="59"/>
                      <a:pt x="74" y="59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76" y="56"/>
                      <a:pt x="76" y="56"/>
                      <a:pt x="76" y="56"/>
                    </a:cubicBezTo>
                    <a:cubicBezTo>
                      <a:pt x="77" y="56"/>
                      <a:pt x="77" y="57"/>
                      <a:pt x="76" y="58"/>
                    </a:cubicBezTo>
                    <a:cubicBezTo>
                      <a:pt x="76" y="59"/>
                      <a:pt x="75" y="59"/>
                      <a:pt x="75" y="59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5" name="任意多边形 44" descr="568625ae-f865-4687-bb0d-a153573a2d5d">
                <a:extLst>
                  <a:ext uri="{FF2B5EF4-FFF2-40B4-BE49-F238E27FC236}">
                    <a16:creationId xmlns:a16="http://schemas.microsoft.com/office/drawing/2014/main" id="{C7AE3F7A-0527-4E09-A993-4776A7295250}"/>
                  </a:ext>
                </a:extLst>
              </p:cNvPr>
              <p:cNvSpPr/>
              <p:nvPr/>
            </p:nvSpPr>
            <p:spPr bwMode="auto">
              <a:xfrm>
                <a:off x="8822534" y="3269754"/>
                <a:ext cx="492896" cy="380045"/>
              </a:xfrm>
              <a:custGeom>
                <a:avLst/>
                <a:gdLst>
                  <a:gd name="T0" fmla="*/ 1 w 125"/>
                  <a:gd name="T1" fmla="*/ 96 h 96"/>
                  <a:gd name="T2" fmla="*/ 0 w 125"/>
                  <a:gd name="T3" fmla="*/ 94 h 96"/>
                  <a:gd name="T4" fmla="*/ 0 w 125"/>
                  <a:gd name="T5" fmla="*/ 93 h 96"/>
                  <a:gd name="T6" fmla="*/ 122 w 125"/>
                  <a:gd name="T7" fmla="*/ 1 h 96"/>
                  <a:gd name="T8" fmla="*/ 125 w 125"/>
                  <a:gd name="T9" fmla="*/ 1 h 96"/>
                  <a:gd name="T10" fmla="*/ 124 w 125"/>
                  <a:gd name="T11" fmla="*/ 4 h 96"/>
                  <a:gd name="T12" fmla="*/ 3 w 125"/>
                  <a:gd name="T13" fmla="*/ 95 h 96"/>
                  <a:gd name="T14" fmla="*/ 1 w 125"/>
                  <a:gd name="T15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5" h="96">
                    <a:moveTo>
                      <a:pt x="1" y="96"/>
                    </a:moveTo>
                    <a:cubicBezTo>
                      <a:pt x="0" y="96"/>
                      <a:pt x="0" y="95"/>
                      <a:pt x="0" y="94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122" y="1"/>
                      <a:pt x="122" y="1"/>
                      <a:pt x="122" y="1"/>
                    </a:cubicBezTo>
                    <a:cubicBezTo>
                      <a:pt x="123" y="0"/>
                      <a:pt x="124" y="0"/>
                      <a:pt x="125" y="1"/>
                    </a:cubicBezTo>
                    <a:cubicBezTo>
                      <a:pt x="125" y="2"/>
                      <a:pt x="125" y="3"/>
                      <a:pt x="124" y="4"/>
                    </a:cubicBezTo>
                    <a:cubicBezTo>
                      <a:pt x="3" y="95"/>
                      <a:pt x="3" y="95"/>
                      <a:pt x="3" y="95"/>
                    </a:cubicBezTo>
                    <a:cubicBezTo>
                      <a:pt x="2" y="96"/>
                      <a:pt x="2" y="96"/>
                      <a:pt x="1" y="96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6" name="任意多边形 45" descr="33c5e173-2054-46c4-b76b-2c595665011b">
                <a:extLst>
                  <a:ext uri="{FF2B5EF4-FFF2-40B4-BE49-F238E27FC236}">
                    <a16:creationId xmlns:a16="http://schemas.microsoft.com/office/drawing/2014/main" id="{674F5A41-C8E1-4DB6-BAFF-4546138330E4}"/>
                  </a:ext>
                </a:extLst>
              </p:cNvPr>
              <p:cNvSpPr/>
              <p:nvPr/>
            </p:nvSpPr>
            <p:spPr bwMode="auto">
              <a:xfrm>
                <a:off x="8301424" y="2980987"/>
                <a:ext cx="1440518" cy="1201538"/>
              </a:xfrm>
              <a:custGeom>
                <a:avLst/>
                <a:gdLst>
                  <a:gd name="T0" fmla="*/ 0 w 868"/>
                  <a:gd name="T1" fmla="*/ 326 h 724"/>
                  <a:gd name="T2" fmla="*/ 677 w 868"/>
                  <a:gd name="T3" fmla="*/ 0 h 724"/>
                  <a:gd name="T4" fmla="*/ 868 w 868"/>
                  <a:gd name="T5" fmla="*/ 398 h 724"/>
                  <a:gd name="T6" fmla="*/ 190 w 868"/>
                  <a:gd name="T7" fmla="*/ 724 h 724"/>
                  <a:gd name="T8" fmla="*/ 0 w 868"/>
                  <a:gd name="T9" fmla="*/ 326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8" h="724">
                    <a:moveTo>
                      <a:pt x="0" y="326"/>
                    </a:moveTo>
                    <a:lnTo>
                      <a:pt x="677" y="0"/>
                    </a:lnTo>
                    <a:lnTo>
                      <a:pt x="868" y="398"/>
                    </a:lnTo>
                    <a:lnTo>
                      <a:pt x="190" y="724"/>
                    </a:lnTo>
                    <a:lnTo>
                      <a:pt x="0" y="32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7" name="任意多边形 46" descr="0f2821d2-97be-477b-b211-c3eecd6d9e2f">
                <a:extLst>
                  <a:ext uri="{FF2B5EF4-FFF2-40B4-BE49-F238E27FC236}">
                    <a16:creationId xmlns:a16="http://schemas.microsoft.com/office/drawing/2014/main" id="{9044F402-7AC1-4B85-AD10-2B1A1EE9195E}"/>
                  </a:ext>
                </a:extLst>
              </p:cNvPr>
              <p:cNvSpPr/>
              <p:nvPr/>
            </p:nvSpPr>
            <p:spPr bwMode="auto">
              <a:xfrm>
                <a:off x="8293126" y="2974348"/>
                <a:ext cx="1455455" cy="1211496"/>
              </a:xfrm>
              <a:custGeom>
                <a:avLst/>
                <a:gdLst>
                  <a:gd name="T0" fmla="*/ 82 w 369"/>
                  <a:gd name="T1" fmla="*/ 307 h 307"/>
                  <a:gd name="T2" fmla="*/ 80 w 369"/>
                  <a:gd name="T3" fmla="*/ 306 h 307"/>
                  <a:gd name="T4" fmla="*/ 0 w 369"/>
                  <a:gd name="T5" fmla="*/ 139 h 307"/>
                  <a:gd name="T6" fmla="*/ 0 w 369"/>
                  <a:gd name="T7" fmla="*/ 138 h 307"/>
                  <a:gd name="T8" fmla="*/ 1 w 369"/>
                  <a:gd name="T9" fmla="*/ 137 h 307"/>
                  <a:gd name="T10" fmla="*/ 286 w 369"/>
                  <a:gd name="T11" fmla="*/ 0 h 307"/>
                  <a:gd name="T12" fmla="*/ 289 w 369"/>
                  <a:gd name="T13" fmla="*/ 1 h 307"/>
                  <a:gd name="T14" fmla="*/ 369 w 369"/>
                  <a:gd name="T15" fmla="*/ 168 h 307"/>
                  <a:gd name="T16" fmla="*/ 369 w 369"/>
                  <a:gd name="T17" fmla="*/ 169 h 307"/>
                  <a:gd name="T18" fmla="*/ 368 w 369"/>
                  <a:gd name="T19" fmla="*/ 170 h 307"/>
                  <a:gd name="T20" fmla="*/ 83 w 369"/>
                  <a:gd name="T21" fmla="*/ 307 h 307"/>
                  <a:gd name="T22" fmla="*/ 82 w 369"/>
                  <a:gd name="T23" fmla="*/ 307 h 307"/>
                  <a:gd name="T24" fmla="*/ 4 w 369"/>
                  <a:gd name="T25" fmla="*/ 139 h 307"/>
                  <a:gd name="T26" fmla="*/ 83 w 369"/>
                  <a:gd name="T27" fmla="*/ 303 h 307"/>
                  <a:gd name="T28" fmla="*/ 365 w 369"/>
                  <a:gd name="T29" fmla="*/ 168 h 307"/>
                  <a:gd name="T30" fmla="*/ 286 w 369"/>
                  <a:gd name="T31" fmla="*/ 4 h 307"/>
                  <a:gd name="T32" fmla="*/ 4 w 369"/>
                  <a:gd name="T33" fmla="*/ 139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9" h="307">
                    <a:moveTo>
                      <a:pt x="82" y="307"/>
                    </a:moveTo>
                    <a:cubicBezTo>
                      <a:pt x="81" y="307"/>
                      <a:pt x="80" y="307"/>
                      <a:pt x="80" y="306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39"/>
                      <a:pt x="0" y="138"/>
                      <a:pt x="0" y="138"/>
                    </a:cubicBezTo>
                    <a:cubicBezTo>
                      <a:pt x="0" y="137"/>
                      <a:pt x="1" y="137"/>
                      <a:pt x="1" y="137"/>
                    </a:cubicBezTo>
                    <a:cubicBezTo>
                      <a:pt x="286" y="0"/>
                      <a:pt x="286" y="0"/>
                      <a:pt x="286" y="0"/>
                    </a:cubicBezTo>
                    <a:cubicBezTo>
                      <a:pt x="287" y="0"/>
                      <a:pt x="288" y="0"/>
                      <a:pt x="289" y="1"/>
                    </a:cubicBezTo>
                    <a:cubicBezTo>
                      <a:pt x="369" y="168"/>
                      <a:pt x="369" y="168"/>
                      <a:pt x="369" y="168"/>
                    </a:cubicBezTo>
                    <a:cubicBezTo>
                      <a:pt x="369" y="168"/>
                      <a:pt x="369" y="169"/>
                      <a:pt x="369" y="169"/>
                    </a:cubicBezTo>
                    <a:cubicBezTo>
                      <a:pt x="368" y="170"/>
                      <a:pt x="368" y="170"/>
                      <a:pt x="368" y="170"/>
                    </a:cubicBezTo>
                    <a:cubicBezTo>
                      <a:pt x="83" y="307"/>
                      <a:pt x="83" y="307"/>
                      <a:pt x="83" y="307"/>
                    </a:cubicBezTo>
                    <a:cubicBezTo>
                      <a:pt x="82" y="307"/>
                      <a:pt x="82" y="307"/>
                      <a:pt x="82" y="307"/>
                    </a:cubicBezTo>
                    <a:close/>
                    <a:moveTo>
                      <a:pt x="4" y="139"/>
                    </a:moveTo>
                    <a:cubicBezTo>
                      <a:pt x="83" y="303"/>
                      <a:pt x="83" y="303"/>
                      <a:pt x="83" y="303"/>
                    </a:cubicBezTo>
                    <a:cubicBezTo>
                      <a:pt x="365" y="168"/>
                      <a:pt x="365" y="168"/>
                      <a:pt x="365" y="168"/>
                    </a:cubicBezTo>
                    <a:cubicBezTo>
                      <a:pt x="286" y="4"/>
                      <a:pt x="286" y="4"/>
                      <a:pt x="286" y="4"/>
                    </a:cubicBezTo>
                    <a:lnTo>
                      <a:pt x="4" y="139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8" name="任意多边形 47" descr="414df27f-a058-4dad-8781-f687fe4122e0">
                <a:extLst>
                  <a:ext uri="{FF2B5EF4-FFF2-40B4-BE49-F238E27FC236}">
                    <a16:creationId xmlns:a16="http://schemas.microsoft.com/office/drawing/2014/main" id="{32651CDF-27BF-43E8-BE0E-56E40A587201}"/>
                  </a:ext>
                </a:extLst>
              </p:cNvPr>
              <p:cNvSpPr/>
              <p:nvPr/>
            </p:nvSpPr>
            <p:spPr bwMode="auto">
              <a:xfrm>
                <a:off x="8293126" y="2974348"/>
                <a:ext cx="1140134" cy="710302"/>
              </a:xfrm>
              <a:custGeom>
                <a:avLst/>
                <a:gdLst>
                  <a:gd name="T0" fmla="*/ 196 w 289"/>
                  <a:gd name="T1" fmla="*/ 180 h 180"/>
                  <a:gd name="T2" fmla="*/ 196 w 289"/>
                  <a:gd name="T3" fmla="*/ 180 h 180"/>
                  <a:gd name="T4" fmla="*/ 1 w 289"/>
                  <a:gd name="T5" fmla="*/ 140 h 180"/>
                  <a:gd name="T6" fmla="*/ 0 w 289"/>
                  <a:gd name="T7" fmla="*/ 138 h 180"/>
                  <a:gd name="T8" fmla="*/ 0 w 289"/>
                  <a:gd name="T9" fmla="*/ 138 h 180"/>
                  <a:gd name="T10" fmla="*/ 2 w 289"/>
                  <a:gd name="T11" fmla="*/ 137 h 180"/>
                  <a:gd name="T12" fmla="*/ 2 w 289"/>
                  <a:gd name="T13" fmla="*/ 137 h 180"/>
                  <a:gd name="T14" fmla="*/ 195 w 289"/>
                  <a:gd name="T15" fmla="*/ 176 h 180"/>
                  <a:gd name="T16" fmla="*/ 285 w 289"/>
                  <a:gd name="T17" fmla="*/ 1 h 180"/>
                  <a:gd name="T18" fmla="*/ 288 w 289"/>
                  <a:gd name="T19" fmla="*/ 0 h 180"/>
                  <a:gd name="T20" fmla="*/ 289 w 289"/>
                  <a:gd name="T21" fmla="*/ 3 h 180"/>
                  <a:gd name="T22" fmla="*/ 198 w 289"/>
                  <a:gd name="T23" fmla="*/ 179 h 180"/>
                  <a:gd name="T24" fmla="*/ 196 w 289"/>
                  <a:gd name="T25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9" h="180">
                    <a:moveTo>
                      <a:pt x="196" y="180"/>
                    </a:moveTo>
                    <a:cubicBezTo>
                      <a:pt x="196" y="180"/>
                      <a:pt x="196" y="180"/>
                      <a:pt x="196" y="180"/>
                    </a:cubicBezTo>
                    <a:cubicBezTo>
                      <a:pt x="1" y="140"/>
                      <a:pt x="1" y="140"/>
                      <a:pt x="1" y="140"/>
                    </a:cubicBezTo>
                    <a:cubicBezTo>
                      <a:pt x="0" y="140"/>
                      <a:pt x="0" y="139"/>
                      <a:pt x="0" y="138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37"/>
                      <a:pt x="1" y="137"/>
                      <a:pt x="2" y="137"/>
                    </a:cubicBezTo>
                    <a:cubicBezTo>
                      <a:pt x="2" y="137"/>
                      <a:pt x="2" y="137"/>
                      <a:pt x="2" y="137"/>
                    </a:cubicBezTo>
                    <a:cubicBezTo>
                      <a:pt x="195" y="176"/>
                      <a:pt x="195" y="176"/>
                      <a:pt x="195" y="176"/>
                    </a:cubicBezTo>
                    <a:cubicBezTo>
                      <a:pt x="285" y="1"/>
                      <a:pt x="285" y="1"/>
                      <a:pt x="285" y="1"/>
                    </a:cubicBezTo>
                    <a:cubicBezTo>
                      <a:pt x="286" y="0"/>
                      <a:pt x="287" y="0"/>
                      <a:pt x="288" y="0"/>
                    </a:cubicBezTo>
                    <a:cubicBezTo>
                      <a:pt x="289" y="1"/>
                      <a:pt x="289" y="2"/>
                      <a:pt x="289" y="3"/>
                    </a:cubicBezTo>
                    <a:cubicBezTo>
                      <a:pt x="198" y="179"/>
                      <a:pt x="198" y="179"/>
                      <a:pt x="198" y="179"/>
                    </a:cubicBezTo>
                    <a:cubicBezTo>
                      <a:pt x="197" y="179"/>
                      <a:pt x="197" y="180"/>
                      <a:pt x="196" y="180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49" name="任意多边形 48" descr="c6ffa429-e9b5-484e-9794-998414c74471">
                <a:extLst>
                  <a:ext uri="{FF2B5EF4-FFF2-40B4-BE49-F238E27FC236}">
                    <a16:creationId xmlns:a16="http://schemas.microsoft.com/office/drawing/2014/main" id="{9D9F5BAB-3457-4651-B11F-30F059BAB11B}"/>
                  </a:ext>
                </a:extLst>
              </p:cNvPr>
              <p:cNvSpPr/>
              <p:nvPr/>
            </p:nvSpPr>
            <p:spPr bwMode="auto">
              <a:xfrm>
                <a:off x="9141173" y="3507075"/>
                <a:ext cx="604088" cy="134427"/>
              </a:xfrm>
              <a:custGeom>
                <a:avLst/>
                <a:gdLst>
                  <a:gd name="T0" fmla="*/ 151 w 153"/>
                  <a:gd name="T1" fmla="*/ 34 h 34"/>
                  <a:gd name="T2" fmla="*/ 151 w 153"/>
                  <a:gd name="T3" fmla="*/ 34 h 34"/>
                  <a:gd name="T4" fmla="*/ 2 w 153"/>
                  <a:gd name="T5" fmla="*/ 4 h 34"/>
                  <a:gd name="T6" fmla="*/ 0 w 153"/>
                  <a:gd name="T7" fmla="*/ 2 h 34"/>
                  <a:gd name="T8" fmla="*/ 2 w 153"/>
                  <a:gd name="T9" fmla="*/ 0 h 34"/>
                  <a:gd name="T10" fmla="*/ 2 w 153"/>
                  <a:gd name="T11" fmla="*/ 0 h 34"/>
                  <a:gd name="T12" fmla="*/ 152 w 153"/>
                  <a:gd name="T13" fmla="*/ 31 h 34"/>
                  <a:gd name="T14" fmla="*/ 153 w 153"/>
                  <a:gd name="T15" fmla="*/ 33 h 34"/>
                  <a:gd name="T16" fmla="*/ 151 w 153"/>
                  <a:gd name="T1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3" h="34">
                    <a:moveTo>
                      <a:pt x="151" y="34"/>
                    </a:moveTo>
                    <a:cubicBezTo>
                      <a:pt x="151" y="34"/>
                      <a:pt x="151" y="34"/>
                      <a:pt x="151" y="3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52" y="31"/>
                      <a:pt x="152" y="31"/>
                      <a:pt x="152" y="31"/>
                    </a:cubicBezTo>
                    <a:cubicBezTo>
                      <a:pt x="153" y="31"/>
                      <a:pt x="153" y="32"/>
                      <a:pt x="153" y="33"/>
                    </a:cubicBezTo>
                    <a:cubicBezTo>
                      <a:pt x="153" y="34"/>
                      <a:pt x="152" y="34"/>
                      <a:pt x="151" y="34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50" name="任意多边形 49" descr="1adc8738-8c65-44d8-922e-d5efa1f3ae6f">
                <a:extLst>
                  <a:ext uri="{FF2B5EF4-FFF2-40B4-BE49-F238E27FC236}">
                    <a16:creationId xmlns:a16="http://schemas.microsoft.com/office/drawing/2014/main" id="{F461056D-6595-4681-9D00-0CCEB5D6BE37}"/>
                  </a:ext>
                </a:extLst>
              </p:cNvPr>
              <p:cNvSpPr/>
              <p:nvPr/>
            </p:nvSpPr>
            <p:spPr bwMode="auto">
              <a:xfrm>
                <a:off x="8605128" y="3633203"/>
                <a:ext cx="292087" cy="549323"/>
              </a:xfrm>
              <a:custGeom>
                <a:avLst/>
                <a:gdLst>
                  <a:gd name="T0" fmla="*/ 2 w 74"/>
                  <a:gd name="T1" fmla="*/ 139 h 139"/>
                  <a:gd name="T2" fmla="*/ 1 w 74"/>
                  <a:gd name="T3" fmla="*/ 139 h 139"/>
                  <a:gd name="T4" fmla="*/ 1 w 74"/>
                  <a:gd name="T5" fmla="*/ 136 h 139"/>
                  <a:gd name="T6" fmla="*/ 1 w 74"/>
                  <a:gd name="T7" fmla="*/ 136 h 139"/>
                  <a:gd name="T8" fmla="*/ 70 w 74"/>
                  <a:gd name="T9" fmla="*/ 1 h 139"/>
                  <a:gd name="T10" fmla="*/ 73 w 74"/>
                  <a:gd name="T11" fmla="*/ 0 h 139"/>
                  <a:gd name="T12" fmla="*/ 74 w 74"/>
                  <a:gd name="T13" fmla="*/ 3 h 139"/>
                  <a:gd name="T14" fmla="*/ 4 w 74"/>
                  <a:gd name="T15" fmla="*/ 138 h 139"/>
                  <a:gd name="T16" fmla="*/ 2 w 74"/>
                  <a:gd name="T17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39">
                    <a:moveTo>
                      <a:pt x="2" y="139"/>
                    </a:moveTo>
                    <a:cubicBezTo>
                      <a:pt x="2" y="139"/>
                      <a:pt x="2" y="139"/>
                      <a:pt x="1" y="139"/>
                    </a:cubicBezTo>
                    <a:cubicBezTo>
                      <a:pt x="0" y="138"/>
                      <a:pt x="0" y="137"/>
                      <a:pt x="1" y="136"/>
                    </a:cubicBezTo>
                    <a:cubicBezTo>
                      <a:pt x="1" y="136"/>
                      <a:pt x="1" y="136"/>
                      <a:pt x="1" y="136"/>
                    </a:cubicBezTo>
                    <a:cubicBezTo>
                      <a:pt x="70" y="1"/>
                      <a:pt x="70" y="1"/>
                      <a:pt x="70" y="1"/>
                    </a:cubicBezTo>
                    <a:cubicBezTo>
                      <a:pt x="71" y="0"/>
                      <a:pt x="72" y="0"/>
                      <a:pt x="73" y="0"/>
                    </a:cubicBezTo>
                    <a:cubicBezTo>
                      <a:pt x="74" y="1"/>
                      <a:pt x="74" y="2"/>
                      <a:pt x="74" y="3"/>
                    </a:cubicBezTo>
                    <a:cubicBezTo>
                      <a:pt x="4" y="138"/>
                      <a:pt x="4" y="138"/>
                      <a:pt x="4" y="138"/>
                    </a:cubicBezTo>
                    <a:cubicBezTo>
                      <a:pt x="3" y="139"/>
                      <a:pt x="3" y="139"/>
                      <a:pt x="2" y="139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51" name="任意多边形 50" descr="16f1aa0e-136a-4bee-a8ca-d07a0d3c8aeb">
                <a:extLst>
                  <a:ext uri="{FF2B5EF4-FFF2-40B4-BE49-F238E27FC236}">
                    <a16:creationId xmlns:a16="http://schemas.microsoft.com/office/drawing/2014/main" id="{764544B9-F7B1-44C2-B5A7-83E395C10BF8}"/>
                  </a:ext>
                </a:extLst>
              </p:cNvPr>
              <p:cNvSpPr/>
              <p:nvPr/>
            </p:nvSpPr>
            <p:spPr bwMode="auto">
              <a:xfrm>
                <a:off x="10226541" y="3802481"/>
                <a:ext cx="209107" cy="336896"/>
              </a:xfrm>
              <a:custGeom>
                <a:avLst/>
                <a:gdLst>
                  <a:gd name="T0" fmla="*/ 0 w 126"/>
                  <a:gd name="T1" fmla="*/ 110 h 203"/>
                  <a:gd name="T2" fmla="*/ 126 w 126"/>
                  <a:gd name="T3" fmla="*/ 203 h 203"/>
                  <a:gd name="T4" fmla="*/ 126 w 126"/>
                  <a:gd name="T5" fmla="*/ 0 h 203"/>
                  <a:gd name="T6" fmla="*/ 0 w 126"/>
                  <a:gd name="T7" fmla="*/ 0 h 203"/>
                  <a:gd name="T8" fmla="*/ 0 w 126"/>
                  <a:gd name="T9" fmla="*/ 11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" h="203">
                    <a:moveTo>
                      <a:pt x="0" y="110"/>
                    </a:moveTo>
                    <a:lnTo>
                      <a:pt x="126" y="203"/>
                    </a:lnTo>
                    <a:lnTo>
                      <a:pt x="126" y="0"/>
                    </a:lnTo>
                    <a:lnTo>
                      <a:pt x="0" y="0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sp>
            <p:nvSpPr>
              <p:cNvPr id="52" name="任意多边形 51" descr="ee7db5de-114d-428c-b856-6f87d679fab6">
                <a:extLst>
                  <a:ext uri="{FF2B5EF4-FFF2-40B4-BE49-F238E27FC236}">
                    <a16:creationId xmlns:a16="http://schemas.microsoft.com/office/drawing/2014/main" id="{92484E2C-7E05-4297-8433-92F539737345}"/>
                  </a:ext>
                </a:extLst>
              </p:cNvPr>
              <p:cNvSpPr/>
              <p:nvPr/>
            </p:nvSpPr>
            <p:spPr bwMode="auto">
              <a:xfrm>
                <a:off x="10218243" y="3795843"/>
                <a:ext cx="225703" cy="350173"/>
              </a:xfrm>
              <a:custGeom>
                <a:avLst/>
                <a:gdLst>
                  <a:gd name="T0" fmla="*/ 55 w 57"/>
                  <a:gd name="T1" fmla="*/ 89 h 89"/>
                  <a:gd name="T2" fmla="*/ 54 w 57"/>
                  <a:gd name="T3" fmla="*/ 89 h 89"/>
                  <a:gd name="T4" fmla="*/ 1 w 57"/>
                  <a:gd name="T5" fmla="*/ 50 h 89"/>
                  <a:gd name="T6" fmla="*/ 0 w 57"/>
                  <a:gd name="T7" fmla="*/ 48 h 89"/>
                  <a:gd name="T8" fmla="*/ 0 w 57"/>
                  <a:gd name="T9" fmla="*/ 2 h 89"/>
                  <a:gd name="T10" fmla="*/ 2 w 57"/>
                  <a:gd name="T11" fmla="*/ 0 h 89"/>
                  <a:gd name="T12" fmla="*/ 55 w 57"/>
                  <a:gd name="T13" fmla="*/ 0 h 89"/>
                  <a:gd name="T14" fmla="*/ 57 w 57"/>
                  <a:gd name="T15" fmla="*/ 2 h 89"/>
                  <a:gd name="T16" fmla="*/ 57 w 57"/>
                  <a:gd name="T17" fmla="*/ 87 h 89"/>
                  <a:gd name="T18" fmla="*/ 56 w 57"/>
                  <a:gd name="T19" fmla="*/ 89 h 89"/>
                  <a:gd name="T20" fmla="*/ 55 w 57"/>
                  <a:gd name="T21" fmla="*/ 89 h 89"/>
                  <a:gd name="T22" fmla="*/ 4 w 57"/>
                  <a:gd name="T23" fmla="*/ 47 h 89"/>
                  <a:gd name="T24" fmla="*/ 53 w 57"/>
                  <a:gd name="T25" fmla="*/ 83 h 89"/>
                  <a:gd name="T26" fmla="*/ 53 w 57"/>
                  <a:gd name="T27" fmla="*/ 4 h 89"/>
                  <a:gd name="T28" fmla="*/ 4 w 57"/>
                  <a:gd name="T29" fmla="*/ 4 h 89"/>
                  <a:gd name="T30" fmla="*/ 4 w 57"/>
                  <a:gd name="T31" fmla="*/ 47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7" h="89">
                    <a:moveTo>
                      <a:pt x="55" y="89"/>
                    </a:moveTo>
                    <a:cubicBezTo>
                      <a:pt x="55" y="89"/>
                      <a:pt x="54" y="89"/>
                      <a:pt x="54" y="89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0" y="50"/>
                      <a:pt x="0" y="49"/>
                      <a:pt x="0" y="4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7" y="1"/>
                      <a:pt x="57" y="2"/>
                    </a:cubicBezTo>
                    <a:cubicBezTo>
                      <a:pt x="57" y="87"/>
                      <a:pt x="57" y="87"/>
                      <a:pt x="57" y="87"/>
                    </a:cubicBezTo>
                    <a:cubicBezTo>
                      <a:pt x="57" y="88"/>
                      <a:pt x="57" y="89"/>
                      <a:pt x="56" y="89"/>
                    </a:cubicBezTo>
                    <a:cubicBezTo>
                      <a:pt x="56" y="89"/>
                      <a:pt x="55" y="89"/>
                      <a:pt x="55" y="89"/>
                    </a:cubicBezTo>
                    <a:close/>
                    <a:moveTo>
                      <a:pt x="4" y="47"/>
                    </a:moveTo>
                    <a:cubicBezTo>
                      <a:pt x="53" y="83"/>
                      <a:pt x="53" y="83"/>
                      <a:pt x="53" y="8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47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/>
              </a:p>
            </p:txBody>
          </p:sp>
          <p:cxnSp>
            <p:nvCxnSpPr>
              <p:cNvPr id="53" name="直接连接符 52" descr="e95744b8-0fd7-4aa6-941a-a13091ef2e91">
                <a:extLst>
                  <a:ext uri="{FF2B5EF4-FFF2-40B4-BE49-F238E27FC236}">
                    <a16:creationId xmlns:a16="http://schemas.microsoft.com/office/drawing/2014/main" id="{4B32E945-2792-4EAB-B670-D8C637C77611}"/>
                  </a:ext>
                </a:extLst>
              </p:cNvPr>
              <p:cNvCxnSpPr/>
              <p:nvPr/>
            </p:nvCxnSpPr>
            <p:spPr>
              <a:xfrm>
                <a:off x="9263325" y="6134100"/>
                <a:ext cx="1963161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组合 70" descr="22161417-3b70-4ec1-ab48-f7865e0a3346">
              <a:extLst>
                <a:ext uri="{FF2B5EF4-FFF2-40B4-BE49-F238E27FC236}">
                  <a16:creationId xmlns:a16="http://schemas.microsoft.com/office/drawing/2014/main" id="{7C80DCED-5C32-764E-5465-155C58B1F155}"/>
                </a:ext>
              </a:extLst>
            </p:cNvPr>
            <p:cNvGrpSpPr/>
            <p:nvPr/>
          </p:nvGrpSpPr>
          <p:grpSpPr>
            <a:xfrm>
              <a:off x="788596" y="3126176"/>
              <a:ext cx="2078992" cy="2733017"/>
              <a:chOff x="788596" y="3126176"/>
              <a:chExt cx="2078992" cy="2733017"/>
            </a:xfrm>
          </p:grpSpPr>
          <p:sp>
            <p:nvSpPr>
              <p:cNvPr id="57" name="Icon1" descr="3e1664b1-7c47-4e39-926a-22ca09ff4d29">
                <a:extLst>
                  <a:ext uri="{FF2B5EF4-FFF2-40B4-BE49-F238E27FC236}">
                    <a16:creationId xmlns:a16="http://schemas.microsoft.com/office/drawing/2014/main" id="{0CC39A65-8C46-4F73-AEF5-A8AC38B54043}"/>
                  </a:ext>
                </a:extLst>
              </p:cNvPr>
              <p:cNvSpPr/>
              <p:nvPr/>
            </p:nvSpPr>
            <p:spPr bwMode="auto">
              <a:xfrm>
                <a:off x="951762" y="3126176"/>
                <a:ext cx="433082" cy="433082"/>
              </a:xfrm>
              <a:custGeom>
                <a:avLst/>
                <a:gdLst>
                  <a:gd name="connsiteX0" fmla="*/ 266700 w 533400"/>
                  <a:gd name="connsiteY0" fmla="*/ 285750 h 533400"/>
                  <a:gd name="connsiteX1" fmla="*/ 409575 w 533400"/>
                  <a:gd name="connsiteY1" fmla="*/ 142875 h 533400"/>
                  <a:gd name="connsiteX2" fmla="*/ 266700 w 533400"/>
                  <a:gd name="connsiteY2" fmla="*/ 0 h 533400"/>
                  <a:gd name="connsiteX3" fmla="*/ 123825 w 533400"/>
                  <a:gd name="connsiteY3" fmla="*/ 142875 h 533400"/>
                  <a:gd name="connsiteX4" fmla="*/ 266700 w 533400"/>
                  <a:gd name="connsiteY4" fmla="*/ 285750 h 533400"/>
                  <a:gd name="connsiteX5" fmla="*/ 266700 w 533400"/>
                  <a:gd name="connsiteY5" fmla="*/ 19050 h 533400"/>
                  <a:gd name="connsiteX6" fmla="*/ 390525 w 533400"/>
                  <a:gd name="connsiteY6" fmla="*/ 142875 h 533400"/>
                  <a:gd name="connsiteX7" fmla="*/ 266700 w 533400"/>
                  <a:gd name="connsiteY7" fmla="*/ 266700 h 533400"/>
                  <a:gd name="connsiteX8" fmla="*/ 142875 w 533400"/>
                  <a:gd name="connsiteY8" fmla="*/ 142875 h 533400"/>
                  <a:gd name="connsiteX9" fmla="*/ 266700 w 533400"/>
                  <a:gd name="connsiteY9" fmla="*/ 19050 h 533400"/>
                  <a:gd name="connsiteX10" fmla="*/ 470535 w 533400"/>
                  <a:gd name="connsiteY10" fmla="*/ 333375 h 533400"/>
                  <a:gd name="connsiteX11" fmla="*/ 62865 w 533400"/>
                  <a:gd name="connsiteY11" fmla="*/ 333375 h 533400"/>
                  <a:gd name="connsiteX12" fmla="*/ 0 w 533400"/>
                  <a:gd name="connsiteY12" fmla="*/ 396240 h 533400"/>
                  <a:gd name="connsiteX13" fmla="*/ 0 w 533400"/>
                  <a:gd name="connsiteY13" fmla="*/ 533400 h 533400"/>
                  <a:gd name="connsiteX14" fmla="*/ 19050 w 533400"/>
                  <a:gd name="connsiteY14" fmla="*/ 533400 h 533400"/>
                  <a:gd name="connsiteX15" fmla="*/ 19050 w 533400"/>
                  <a:gd name="connsiteY15" fmla="*/ 403860 h 533400"/>
                  <a:gd name="connsiteX16" fmla="*/ 70485 w 533400"/>
                  <a:gd name="connsiteY16" fmla="*/ 352425 h 533400"/>
                  <a:gd name="connsiteX17" fmla="*/ 462915 w 533400"/>
                  <a:gd name="connsiteY17" fmla="*/ 352425 h 533400"/>
                  <a:gd name="connsiteX18" fmla="*/ 514350 w 533400"/>
                  <a:gd name="connsiteY18" fmla="*/ 403860 h 533400"/>
                  <a:gd name="connsiteX19" fmla="*/ 514350 w 533400"/>
                  <a:gd name="connsiteY19" fmla="*/ 533400 h 533400"/>
                  <a:gd name="connsiteX20" fmla="*/ 533400 w 533400"/>
                  <a:gd name="connsiteY20" fmla="*/ 533400 h 533400"/>
                  <a:gd name="connsiteX21" fmla="*/ 533400 w 533400"/>
                  <a:gd name="connsiteY21" fmla="*/ 396240 h 533400"/>
                  <a:gd name="connsiteX22" fmla="*/ 470535 w 533400"/>
                  <a:gd name="connsiteY22" fmla="*/ 333375 h 533400"/>
                  <a:gd name="connsiteX23" fmla="*/ 342900 w 533400"/>
                  <a:gd name="connsiteY23" fmla="*/ 466725 h 533400"/>
                  <a:gd name="connsiteX24" fmla="*/ 457200 w 533400"/>
                  <a:gd name="connsiteY24" fmla="*/ 466725 h 533400"/>
                  <a:gd name="connsiteX25" fmla="*/ 457200 w 533400"/>
                  <a:gd name="connsiteY25" fmla="*/ 447675 h 533400"/>
                  <a:gd name="connsiteX26" fmla="*/ 342900 w 533400"/>
                  <a:gd name="connsiteY26" fmla="*/ 447675 h 533400"/>
                  <a:gd name="connsiteX27" fmla="*/ 342900 w 533400"/>
                  <a:gd name="connsiteY27" fmla="*/ 466725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33400" h="533400">
                    <a:moveTo>
                      <a:pt x="266700" y="285750"/>
                    </a:moveTo>
                    <a:cubicBezTo>
                      <a:pt x="345758" y="285750"/>
                      <a:pt x="409575" y="221933"/>
                      <a:pt x="409575" y="142875"/>
                    </a:cubicBezTo>
                    <a:cubicBezTo>
                      <a:pt x="409575" y="63818"/>
                      <a:pt x="345758" y="0"/>
                      <a:pt x="266700" y="0"/>
                    </a:cubicBezTo>
                    <a:cubicBezTo>
                      <a:pt x="187643" y="0"/>
                      <a:pt x="123825" y="63818"/>
                      <a:pt x="123825" y="142875"/>
                    </a:cubicBezTo>
                    <a:cubicBezTo>
                      <a:pt x="123825" y="221933"/>
                      <a:pt x="187643" y="285750"/>
                      <a:pt x="266700" y="285750"/>
                    </a:cubicBezTo>
                    <a:close/>
                    <a:moveTo>
                      <a:pt x="266700" y="19050"/>
                    </a:moveTo>
                    <a:cubicBezTo>
                      <a:pt x="335280" y="19050"/>
                      <a:pt x="390525" y="74295"/>
                      <a:pt x="390525" y="142875"/>
                    </a:cubicBezTo>
                    <a:cubicBezTo>
                      <a:pt x="390525" y="211455"/>
                      <a:pt x="335280" y="266700"/>
                      <a:pt x="266700" y="266700"/>
                    </a:cubicBezTo>
                    <a:cubicBezTo>
                      <a:pt x="198120" y="266700"/>
                      <a:pt x="142875" y="211455"/>
                      <a:pt x="142875" y="142875"/>
                    </a:cubicBezTo>
                    <a:cubicBezTo>
                      <a:pt x="142875" y="74295"/>
                      <a:pt x="198120" y="19050"/>
                      <a:pt x="266700" y="19050"/>
                    </a:cubicBezTo>
                    <a:close/>
                    <a:moveTo>
                      <a:pt x="470535" y="333375"/>
                    </a:moveTo>
                    <a:lnTo>
                      <a:pt x="62865" y="333375"/>
                    </a:lnTo>
                    <a:lnTo>
                      <a:pt x="0" y="396240"/>
                    </a:lnTo>
                    <a:lnTo>
                      <a:pt x="0" y="533400"/>
                    </a:lnTo>
                    <a:lnTo>
                      <a:pt x="19050" y="533400"/>
                    </a:lnTo>
                    <a:lnTo>
                      <a:pt x="19050" y="403860"/>
                    </a:lnTo>
                    <a:lnTo>
                      <a:pt x="70485" y="352425"/>
                    </a:lnTo>
                    <a:lnTo>
                      <a:pt x="462915" y="352425"/>
                    </a:lnTo>
                    <a:lnTo>
                      <a:pt x="514350" y="403860"/>
                    </a:lnTo>
                    <a:lnTo>
                      <a:pt x="514350" y="533400"/>
                    </a:lnTo>
                    <a:lnTo>
                      <a:pt x="533400" y="533400"/>
                    </a:lnTo>
                    <a:lnTo>
                      <a:pt x="533400" y="396240"/>
                    </a:lnTo>
                    <a:lnTo>
                      <a:pt x="470535" y="333375"/>
                    </a:lnTo>
                    <a:close/>
                    <a:moveTo>
                      <a:pt x="342900" y="466725"/>
                    </a:moveTo>
                    <a:lnTo>
                      <a:pt x="457200" y="466725"/>
                    </a:lnTo>
                    <a:lnTo>
                      <a:pt x="457200" y="447675"/>
                    </a:lnTo>
                    <a:lnTo>
                      <a:pt x="342900" y="447675"/>
                    </a:lnTo>
                    <a:lnTo>
                      <a:pt x="342900" y="466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/>
              <a:lstStyle/>
              <a:p>
                <a:pPr algn="l"/>
                <a:endParaRPr/>
              </a:p>
            </p:txBody>
          </p:sp>
          <p:sp>
            <p:nvSpPr>
              <p:cNvPr id="58" name="Text1" descr="c61d444d-d1fe-43db-8a42-ea5d0754fca8">
                <a:extLst>
                  <a:ext uri="{FF2B5EF4-FFF2-40B4-BE49-F238E27FC236}">
                    <a16:creationId xmlns:a16="http://schemas.microsoft.com/office/drawing/2014/main" id="{A030B44B-14CA-4929-987F-91A2B583B10F}"/>
                  </a:ext>
                </a:extLst>
              </p:cNvPr>
              <p:cNvSpPr/>
              <p:nvPr/>
            </p:nvSpPr>
            <p:spPr>
              <a:xfrm flipH="1">
                <a:off x="788596" y="4176553"/>
                <a:ext cx="2078989" cy="168264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培养定期总结习惯，提升工作透明度。</a:t>
                </a:r>
              </a:p>
            </p:txBody>
          </p:sp>
          <p:sp>
            <p:nvSpPr>
              <p:cNvPr id="59" name="Bullet1" descr="de69fe06-5f7a-4229-a651-7af414e0b693">
                <a:extLst>
                  <a:ext uri="{FF2B5EF4-FFF2-40B4-BE49-F238E27FC236}">
                    <a16:creationId xmlns:a16="http://schemas.microsoft.com/office/drawing/2014/main" id="{B4D0F34D-2B5B-45E5-A906-9F61C7482000}"/>
                  </a:ext>
                </a:extLst>
              </p:cNvPr>
              <p:cNvSpPr txBox="1"/>
              <p:nvPr/>
            </p:nvSpPr>
            <p:spPr>
              <a:xfrm>
                <a:off x="788599" y="3749843"/>
                <a:ext cx="2078989" cy="433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学习目标</a:t>
                </a:r>
              </a:p>
            </p:txBody>
          </p:sp>
        </p:grpSp>
        <p:grpSp>
          <p:nvGrpSpPr>
            <p:cNvPr id="72" name="组合 71" descr="8bb8315a-f560-4b40-90ae-c207b52d2987">
              <a:extLst>
                <a:ext uri="{FF2B5EF4-FFF2-40B4-BE49-F238E27FC236}">
                  <a16:creationId xmlns:a16="http://schemas.microsoft.com/office/drawing/2014/main" id="{15E8DC8E-A5A3-3449-5A73-F3D1248C188E}"/>
                </a:ext>
              </a:extLst>
            </p:cNvPr>
            <p:cNvGrpSpPr/>
            <p:nvPr/>
          </p:nvGrpSpPr>
          <p:grpSpPr>
            <a:xfrm>
              <a:off x="3198890" y="3126176"/>
              <a:ext cx="2078992" cy="2733017"/>
              <a:chOff x="3198890" y="3126176"/>
              <a:chExt cx="2078992" cy="2733017"/>
            </a:xfrm>
          </p:grpSpPr>
          <p:sp>
            <p:nvSpPr>
              <p:cNvPr id="61" name="Icon2" descr="5f70b146-ae21-4566-9c60-024f297b5063">
                <a:extLst>
                  <a:ext uri="{FF2B5EF4-FFF2-40B4-BE49-F238E27FC236}">
                    <a16:creationId xmlns:a16="http://schemas.microsoft.com/office/drawing/2014/main" id="{5EC13EE4-A193-48DD-9740-EE93A1EB4A26}"/>
                  </a:ext>
                </a:extLst>
              </p:cNvPr>
              <p:cNvSpPr/>
              <p:nvPr/>
            </p:nvSpPr>
            <p:spPr bwMode="auto">
              <a:xfrm>
                <a:off x="3406281" y="3126176"/>
                <a:ext cx="355746" cy="433082"/>
              </a:xfrm>
              <a:custGeom>
                <a:avLst/>
                <a:gdLst>
                  <a:gd name="connsiteX0" fmla="*/ 171450 w 438150"/>
                  <a:gd name="connsiteY0" fmla="*/ 219075 h 533400"/>
                  <a:gd name="connsiteX1" fmla="*/ 171450 w 438150"/>
                  <a:gd name="connsiteY1" fmla="*/ 295275 h 533400"/>
                  <a:gd name="connsiteX2" fmla="*/ 247650 w 438150"/>
                  <a:gd name="connsiteY2" fmla="*/ 295275 h 533400"/>
                  <a:gd name="connsiteX3" fmla="*/ 285750 w 438150"/>
                  <a:gd name="connsiteY3" fmla="*/ 257175 h 533400"/>
                  <a:gd name="connsiteX4" fmla="*/ 247650 w 438150"/>
                  <a:gd name="connsiteY4" fmla="*/ 219075 h 533400"/>
                  <a:gd name="connsiteX5" fmla="*/ 152400 w 438150"/>
                  <a:gd name="connsiteY5" fmla="*/ 200025 h 533400"/>
                  <a:gd name="connsiteX6" fmla="*/ 247650 w 438150"/>
                  <a:gd name="connsiteY6" fmla="*/ 200025 h 533400"/>
                  <a:gd name="connsiteX7" fmla="*/ 304800 w 438150"/>
                  <a:gd name="connsiteY7" fmla="*/ 257175 h 533400"/>
                  <a:gd name="connsiteX8" fmla="*/ 247650 w 438150"/>
                  <a:gd name="connsiteY8" fmla="*/ 314325 h 533400"/>
                  <a:gd name="connsiteX9" fmla="*/ 171450 w 438150"/>
                  <a:gd name="connsiteY9" fmla="*/ 314325 h 533400"/>
                  <a:gd name="connsiteX10" fmla="*/ 171450 w 438150"/>
                  <a:gd name="connsiteY10" fmla="*/ 409575 h 533400"/>
                  <a:gd name="connsiteX11" fmla="*/ 152400 w 438150"/>
                  <a:gd name="connsiteY11" fmla="*/ 409575 h 533400"/>
                  <a:gd name="connsiteX12" fmla="*/ 304800 w 438150"/>
                  <a:gd name="connsiteY12" fmla="*/ 32480 h 533400"/>
                  <a:gd name="connsiteX13" fmla="*/ 304800 w 438150"/>
                  <a:gd name="connsiteY13" fmla="*/ 133350 h 533400"/>
                  <a:gd name="connsiteX14" fmla="*/ 405574 w 438150"/>
                  <a:gd name="connsiteY14" fmla="*/ 133350 h 533400"/>
                  <a:gd name="connsiteX15" fmla="*/ 19050 w 438150"/>
                  <a:gd name="connsiteY15" fmla="*/ 19050 h 533400"/>
                  <a:gd name="connsiteX16" fmla="*/ 19050 w 438150"/>
                  <a:gd name="connsiteY16" fmla="*/ 514350 h 533400"/>
                  <a:gd name="connsiteX17" fmla="*/ 419100 w 438150"/>
                  <a:gd name="connsiteY17" fmla="*/ 514350 h 533400"/>
                  <a:gd name="connsiteX18" fmla="*/ 419100 w 438150"/>
                  <a:gd name="connsiteY18" fmla="*/ 152400 h 533400"/>
                  <a:gd name="connsiteX19" fmla="*/ 285750 w 438150"/>
                  <a:gd name="connsiteY19" fmla="*/ 152400 h 533400"/>
                  <a:gd name="connsiteX20" fmla="*/ 285750 w 438150"/>
                  <a:gd name="connsiteY20" fmla="*/ 19050 h 533400"/>
                  <a:gd name="connsiteX21" fmla="*/ 0 w 438150"/>
                  <a:gd name="connsiteY21" fmla="*/ 0 h 533400"/>
                  <a:gd name="connsiteX22" fmla="*/ 299180 w 438150"/>
                  <a:gd name="connsiteY22" fmla="*/ 0 h 533400"/>
                  <a:gd name="connsiteX23" fmla="*/ 438150 w 438150"/>
                  <a:gd name="connsiteY23" fmla="*/ 138970 h 533400"/>
                  <a:gd name="connsiteX24" fmla="*/ 438150 w 438150"/>
                  <a:gd name="connsiteY24" fmla="*/ 533400 h 533400"/>
                  <a:gd name="connsiteX25" fmla="*/ 0 w 438150"/>
                  <a:gd name="connsiteY25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8150" h="533400">
                    <a:moveTo>
                      <a:pt x="171450" y="219075"/>
                    </a:moveTo>
                    <a:lnTo>
                      <a:pt x="171450" y="295275"/>
                    </a:lnTo>
                    <a:lnTo>
                      <a:pt x="247650" y="295275"/>
                    </a:lnTo>
                    <a:cubicBezTo>
                      <a:pt x="268700" y="295275"/>
                      <a:pt x="285750" y="278225"/>
                      <a:pt x="285750" y="257175"/>
                    </a:cubicBezTo>
                    <a:cubicBezTo>
                      <a:pt x="285750" y="236125"/>
                      <a:pt x="268700" y="219075"/>
                      <a:pt x="247650" y="219075"/>
                    </a:cubicBezTo>
                    <a:close/>
                    <a:moveTo>
                      <a:pt x="152400" y="200025"/>
                    </a:moveTo>
                    <a:lnTo>
                      <a:pt x="247650" y="200025"/>
                    </a:lnTo>
                    <a:cubicBezTo>
                      <a:pt x="279178" y="200025"/>
                      <a:pt x="304800" y="225647"/>
                      <a:pt x="304800" y="257175"/>
                    </a:cubicBezTo>
                    <a:cubicBezTo>
                      <a:pt x="304800" y="288703"/>
                      <a:pt x="279178" y="314325"/>
                      <a:pt x="247650" y="314325"/>
                    </a:cubicBezTo>
                    <a:lnTo>
                      <a:pt x="171450" y="314325"/>
                    </a:lnTo>
                    <a:lnTo>
                      <a:pt x="171450" y="409575"/>
                    </a:lnTo>
                    <a:lnTo>
                      <a:pt x="152400" y="409575"/>
                    </a:lnTo>
                    <a:close/>
                    <a:moveTo>
                      <a:pt x="304800" y="32480"/>
                    </a:moveTo>
                    <a:lnTo>
                      <a:pt x="304800" y="133350"/>
                    </a:lnTo>
                    <a:lnTo>
                      <a:pt x="405574" y="133350"/>
                    </a:lnTo>
                    <a:close/>
                    <a:moveTo>
                      <a:pt x="19050" y="19050"/>
                    </a:moveTo>
                    <a:lnTo>
                      <a:pt x="19050" y="514350"/>
                    </a:lnTo>
                    <a:lnTo>
                      <a:pt x="419100" y="514350"/>
                    </a:lnTo>
                    <a:lnTo>
                      <a:pt x="419100" y="152400"/>
                    </a:lnTo>
                    <a:lnTo>
                      <a:pt x="285750" y="152400"/>
                    </a:lnTo>
                    <a:lnTo>
                      <a:pt x="285750" y="19050"/>
                    </a:lnTo>
                    <a:close/>
                    <a:moveTo>
                      <a:pt x="0" y="0"/>
                    </a:moveTo>
                    <a:lnTo>
                      <a:pt x="299180" y="0"/>
                    </a:lnTo>
                    <a:lnTo>
                      <a:pt x="438150" y="138970"/>
                    </a:lnTo>
                    <a:lnTo>
                      <a:pt x="438150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txBody>
              <a:bodyPr anchorCtr="0"/>
              <a:lstStyle/>
              <a:p>
                <a:pPr algn="l"/>
                <a:endParaRPr/>
              </a:p>
            </p:txBody>
          </p:sp>
          <p:sp>
            <p:nvSpPr>
              <p:cNvPr id="62" name="Text2" descr="10d81290-289d-4d04-8562-ccca6e3e6d15">
                <a:extLst>
                  <a:ext uri="{FF2B5EF4-FFF2-40B4-BE49-F238E27FC236}">
                    <a16:creationId xmlns:a16="http://schemas.microsoft.com/office/drawing/2014/main" id="{C45346C7-7ECB-4A23-B057-B94FEC22387F}"/>
                  </a:ext>
                </a:extLst>
              </p:cNvPr>
              <p:cNvSpPr/>
              <p:nvPr/>
            </p:nvSpPr>
            <p:spPr>
              <a:xfrm flipH="1">
                <a:off x="3198890" y="4176553"/>
                <a:ext cx="2078989" cy="168264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包含本周完成、遇到问题、下周计划和学习收获。</a:t>
                </a:r>
              </a:p>
            </p:txBody>
          </p:sp>
          <p:sp>
            <p:nvSpPr>
              <p:cNvPr id="63" name="Bullet2" descr="7d88dbca-3ae5-40a0-b6fd-a27c025472b9">
                <a:extLst>
                  <a:ext uri="{FF2B5EF4-FFF2-40B4-BE49-F238E27FC236}">
                    <a16:creationId xmlns:a16="http://schemas.microsoft.com/office/drawing/2014/main" id="{4066C7E3-DF32-4EF0-A26E-68EDAFF9CCEA}"/>
                  </a:ext>
                </a:extLst>
              </p:cNvPr>
              <p:cNvSpPr txBox="1"/>
              <p:nvPr/>
            </p:nvSpPr>
            <p:spPr>
              <a:xfrm>
                <a:off x="3198893" y="3749843"/>
                <a:ext cx="2078989" cy="433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周报模板</a:t>
                </a:r>
              </a:p>
            </p:txBody>
          </p:sp>
        </p:grpSp>
        <p:grpSp>
          <p:nvGrpSpPr>
            <p:cNvPr id="73" name="组合 72" descr="8a3ca435-121a-48dd-a32e-3a8c65abf98b">
              <a:extLst>
                <a:ext uri="{FF2B5EF4-FFF2-40B4-BE49-F238E27FC236}">
                  <a16:creationId xmlns:a16="http://schemas.microsoft.com/office/drawing/2014/main" id="{DCCE26C6-E304-7809-AE7D-DBD6539D159C}"/>
                </a:ext>
              </a:extLst>
            </p:cNvPr>
            <p:cNvGrpSpPr/>
            <p:nvPr/>
          </p:nvGrpSpPr>
          <p:grpSpPr>
            <a:xfrm>
              <a:off x="5632918" y="3126176"/>
              <a:ext cx="2078992" cy="2733017"/>
              <a:chOff x="5632918" y="3126176"/>
              <a:chExt cx="2078992" cy="2733017"/>
            </a:xfrm>
          </p:grpSpPr>
          <p:sp>
            <p:nvSpPr>
              <p:cNvPr id="65" name="Icon3" descr="9878cc1d-7f7f-4ab4-933f-e4166638ada8">
                <a:extLst>
                  <a:ext uri="{FF2B5EF4-FFF2-40B4-BE49-F238E27FC236}">
                    <a16:creationId xmlns:a16="http://schemas.microsoft.com/office/drawing/2014/main" id="{B76DBF9C-03A3-4E0D-8FBA-B8706F3AA164}"/>
                  </a:ext>
                </a:extLst>
              </p:cNvPr>
              <p:cNvSpPr/>
              <p:nvPr/>
            </p:nvSpPr>
            <p:spPr bwMode="auto">
              <a:xfrm>
                <a:off x="5807197" y="3126176"/>
                <a:ext cx="433082" cy="433082"/>
              </a:xfrm>
              <a:custGeom>
                <a:avLst/>
                <a:gdLst>
                  <a:gd name="connsiteX0" fmla="*/ 381864 w 533400"/>
                  <a:gd name="connsiteY0" fmla="*/ 621 h 533400"/>
                  <a:gd name="connsiteX1" fmla="*/ 381864 w 533400"/>
                  <a:gd name="connsiteY1" fmla="*/ 114921 h 533400"/>
                  <a:gd name="connsiteX2" fmla="*/ 534264 w 533400"/>
                  <a:gd name="connsiteY2" fmla="*/ 114921 h 533400"/>
                  <a:gd name="connsiteX3" fmla="*/ 534264 w 533400"/>
                  <a:gd name="connsiteY3" fmla="*/ 419721 h 533400"/>
                  <a:gd name="connsiteX4" fmla="*/ 381864 w 533400"/>
                  <a:gd name="connsiteY4" fmla="*/ 419721 h 533400"/>
                  <a:gd name="connsiteX5" fmla="*/ 381864 w 533400"/>
                  <a:gd name="connsiteY5" fmla="*/ 534021 h 533400"/>
                  <a:gd name="connsiteX6" fmla="*/ 153264 w 533400"/>
                  <a:gd name="connsiteY6" fmla="*/ 534021 h 533400"/>
                  <a:gd name="connsiteX7" fmla="*/ 153264 w 533400"/>
                  <a:gd name="connsiteY7" fmla="*/ 419721 h 533400"/>
                  <a:gd name="connsiteX8" fmla="*/ 864 w 533400"/>
                  <a:gd name="connsiteY8" fmla="*/ 419721 h 533400"/>
                  <a:gd name="connsiteX9" fmla="*/ 864 w 533400"/>
                  <a:gd name="connsiteY9" fmla="*/ 182644 h 533400"/>
                  <a:gd name="connsiteX10" fmla="*/ 63348 w 533400"/>
                  <a:gd name="connsiteY10" fmla="*/ 114921 h 533400"/>
                  <a:gd name="connsiteX11" fmla="*/ 153264 w 533400"/>
                  <a:gd name="connsiteY11" fmla="*/ 114921 h 533400"/>
                  <a:gd name="connsiteX12" fmla="*/ 153264 w 533400"/>
                  <a:gd name="connsiteY12" fmla="*/ 621 h 533400"/>
                  <a:gd name="connsiteX13" fmla="*/ 381864 w 533400"/>
                  <a:gd name="connsiteY13" fmla="*/ 621 h 533400"/>
                  <a:gd name="connsiteX14" fmla="*/ 362814 w 533400"/>
                  <a:gd name="connsiteY14" fmla="*/ 286371 h 533400"/>
                  <a:gd name="connsiteX15" fmla="*/ 172314 w 533400"/>
                  <a:gd name="connsiteY15" fmla="*/ 286371 h 533400"/>
                  <a:gd name="connsiteX16" fmla="*/ 172314 w 533400"/>
                  <a:gd name="connsiteY16" fmla="*/ 514971 h 533400"/>
                  <a:gd name="connsiteX17" fmla="*/ 362814 w 533400"/>
                  <a:gd name="connsiteY17" fmla="*/ 514971 h 533400"/>
                  <a:gd name="connsiteX18" fmla="*/ 362814 w 533400"/>
                  <a:gd name="connsiteY18" fmla="*/ 286371 h 533400"/>
                  <a:gd name="connsiteX19" fmla="*/ 515214 w 533400"/>
                  <a:gd name="connsiteY19" fmla="*/ 133971 h 533400"/>
                  <a:gd name="connsiteX20" fmla="*/ 71730 w 533400"/>
                  <a:gd name="connsiteY20" fmla="*/ 133971 h 533400"/>
                  <a:gd name="connsiteX21" fmla="*/ 19914 w 533400"/>
                  <a:gd name="connsiteY21" fmla="*/ 190073 h 533400"/>
                  <a:gd name="connsiteX22" fmla="*/ 19914 w 533400"/>
                  <a:gd name="connsiteY22" fmla="*/ 400671 h 533400"/>
                  <a:gd name="connsiteX23" fmla="*/ 153264 w 533400"/>
                  <a:gd name="connsiteY23" fmla="*/ 400671 h 533400"/>
                  <a:gd name="connsiteX24" fmla="*/ 153264 w 533400"/>
                  <a:gd name="connsiteY24" fmla="*/ 267321 h 533400"/>
                  <a:gd name="connsiteX25" fmla="*/ 381864 w 533400"/>
                  <a:gd name="connsiteY25" fmla="*/ 267321 h 533400"/>
                  <a:gd name="connsiteX26" fmla="*/ 381864 w 533400"/>
                  <a:gd name="connsiteY26" fmla="*/ 400671 h 533400"/>
                  <a:gd name="connsiteX27" fmla="*/ 515214 w 533400"/>
                  <a:gd name="connsiteY27" fmla="*/ 400671 h 533400"/>
                  <a:gd name="connsiteX28" fmla="*/ 515214 w 533400"/>
                  <a:gd name="connsiteY28" fmla="*/ 133971 h 533400"/>
                  <a:gd name="connsiteX29" fmla="*/ 462827 w 533400"/>
                  <a:gd name="connsiteY29" fmla="*/ 172071 h 533400"/>
                  <a:gd name="connsiteX30" fmla="*/ 477114 w 533400"/>
                  <a:gd name="connsiteY30" fmla="*/ 186359 h 533400"/>
                  <a:gd name="connsiteX31" fmla="*/ 462827 w 533400"/>
                  <a:gd name="connsiteY31" fmla="*/ 200646 h 533400"/>
                  <a:gd name="connsiteX32" fmla="*/ 448539 w 533400"/>
                  <a:gd name="connsiteY32" fmla="*/ 186359 h 533400"/>
                  <a:gd name="connsiteX33" fmla="*/ 462827 w 533400"/>
                  <a:gd name="connsiteY33" fmla="*/ 172071 h 533400"/>
                  <a:gd name="connsiteX34" fmla="*/ 362814 w 533400"/>
                  <a:gd name="connsiteY34" fmla="*/ 19671 h 533400"/>
                  <a:gd name="connsiteX35" fmla="*/ 172314 w 533400"/>
                  <a:gd name="connsiteY35" fmla="*/ 19671 h 533400"/>
                  <a:gd name="connsiteX36" fmla="*/ 172314 w 533400"/>
                  <a:gd name="connsiteY36" fmla="*/ 114921 h 533400"/>
                  <a:gd name="connsiteX37" fmla="*/ 362814 w 533400"/>
                  <a:gd name="connsiteY37" fmla="*/ 114921 h 533400"/>
                  <a:gd name="connsiteX38" fmla="*/ 362814 w 533400"/>
                  <a:gd name="connsiteY38" fmla="*/ 196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533400" h="533400">
                    <a:moveTo>
                      <a:pt x="381864" y="621"/>
                    </a:moveTo>
                    <a:lnTo>
                      <a:pt x="381864" y="114921"/>
                    </a:lnTo>
                    <a:lnTo>
                      <a:pt x="534264" y="114921"/>
                    </a:lnTo>
                    <a:lnTo>
                      <a:pt x="534264" y="419721"/>
                    </a:lnTo>
                    <a:lnTo>
                      <a:pt x="381864" y="419721"/>
                    </a:lnTo>
                    <a:lnTo>
                      <a:pt x="381864" y="534021"/>
                    </a:lnTo>
                    <a:lnTo>
                      <a:pt x="153264" y="534021"/>
                    </a:lnTo>
                    <a:lnTo>
                      <a:pt x="153264" y="419721"/>
                    </a:lnTo>
                    <a:lnTo>
                      <a:pt x="864" y="419721"/>
                    </a:lnTo>
                    <a:lnTo>
                      <a:pt x="864" y="182644"/>
                    </a:lnTo>
                    <a:lnTo>
                      <a:pt x="63348" y="114921"/>
                    </a:lnTo>
                    <a:lnTo>
                      <a:pt x="153264" y="114921"/>
                    </a:lnTo>
                    <a:lnTo>
                      <a:pt x="153264" y="621"/>
                    </a:lnTo>
                    <a:lnTo>
                      <a:pt x="381864" y="621"/>
                    </a:lnTo>
                    <a:close/>
                    <a:moveTo>
                      <a:pt x="362814" y="286371"/>
                    </a:moveTo>
                    <a:lnTo>
                      <a:pt x="172314" y="286371"/>
                    </a:lnTo>
                    <a:lnTo>
                      <a:pt x="172314" y="514971"/>
                    </a:lnTo>
                    <a:lnTo>
                      <a:pt x="362814" y="514971"/>
                    </a:lnTo>
                    <a:lnTo>
                      <a:pt x="362814" y="286371"/>
                    </a:lnTo>
                    <a:close/>
                    <a:moveTo>
                      <a:pt x="515214" y="133971"/>
                    </a:moveTo>
                    <a:lnTo>
                      <a:pt x="71730" y="133971"/>
                    </a:lnTo>
                    <a:lnTo>
                      <a:pt x="19914" y="190073"/>
                    </a:lnTo>
                    <a:lnTo>
                      <a:pt x="19914" y="400671"/>
                    </a:lnTo>
                    <a:lnTo>
                      <a:pt x="153264" y="400671"/>
                    </a:lnTo>
                    <a:lnTo>
                      <a:pt x="153264" y="267321"/>
                    </a:lnTo>
                    <a:lnTo>
                      <a:pt x="381864" y="267321"/>
                    </a:lnTo>
                    <a:lnTo>
                      <a:pt x="381864" y="400671"/>
                    </a:lnTo>
                    <a:lnTo>
                      <a:pt x="515214" y="400671"/>
                    </a:lnTo>
                    <a:lnTo>
                      <a:pt x="515214" y="133971"/>
                    </a:lnTo>
                    <a:close/>
                    <a:moveTo>
                      <a:pt x="462827" y="172071"/>
                    </a:moveTo>
                    <a:cubicBezTo>
                      <a:pt x="470732" y="172071"/>
                      <a:pt x="477114" y="178453"/>
                      <a:pt x="477114" y="186359"/>
                    </a:cubicBezTo>
                    <a:cubicBezTo>
                      <a:pt x="477114" y="194264"/>
                      <a:pt x="470732" y="200646"/>
                      <a:pt x="462827" y="200646"/>
                    </a:cubicBezTo>
                    <a:cubicBezTo>
                      <a:pt x="454921" y="200646"/>
                      <a:pt x="448539" y="194264"/>
                      <a:pt x="448539" y="186359"/>
                    </a:cubicBezTo>
                    <a:cubicBezTo>
                      <a:pt x="448539" y="178453"/>
                      <a:pt x="454921" y="172071"/>
                      <a:pt x="462827" y="172071"/>
                    </a:cubicBezTo>
                    <a:close/>
                    <a:moveTo>
                      <a:pt x="362814" y="19671"/>
                    </a:moveTo>
                    <a:lnTo>
                      <a:pt x="172314" y="19671"/>
                    </a:lnTo>
                    <a:lnTo>
                      <a:pt x="172314" y="114921"/>
                    </a:lnTo>
                    <a:lnTo>
                      <a:pt x="362814" y="114921"/>
                    </a:lnTo>
                    <a:lnTo>
                      <a:pt x="362814" y="196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/>
              <a:lstStyle/>
              <a:p>
                <a:pPr algn="l"/>
                <a:endParaRPr/>
              </a:p>
            </p:txBody>
          </p:sp>
          <p:sp>
            <p:nvSpPr>
              <p:cNvPr id="66" name="Text3" descr="a9b715c0-4e4c-4c08-9c76-19f2c168a8b2">
                <a:extLst>
                  <a:ext uri="{FF2B5EF4-FFF2-40B4-BE49-F238E27FC236}">
                    <a16:creationId xmlns:a16="http://schemas.microsoft.com/office/drawing/2014/main" id="{E81CFB5A-99AE-403E-8CEE-40EE4B654C90}"/>
                  </a:ext>
                </a:extLst>
              </p:cNvPr>
              <p:cNvSpPr/>
              <p:nvPr/>
            </p:nvSpPr>
            <p:spPr>
              <a:xfrm flipH="1">
                <a:off x="5632918" y="4176553"/>
                <a:ext cx="2078989" cy="168264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已提交2期周报，全员参与率100%。</a:t>
                </a:r>
              </a:p>
            </p:txBody>
          </p:sp>
          <p:sp>
            <p:nvSpPr>
              <p:cNvPr id="67" name="Bullet3" descr="7f402cdc-7e44-4fad-841a-f695057497ce">
                <a:extLst>
                  <a:ext uri="{FF2B5EF4-FFF2-40B4-BE49-F238E27FC236}">
                    <a16:creationId xmlns:a16="http://schemas.microsoft.com/office/drawing/2014/main" id="{9E26B428-65B2-4AF2-A480-225690CA560A}"/>
                  </a:ext>
                </a:extLst>
              </p:cNvPr>
              <p:cNvSpPr txBox="1"/>
              <p:nvPr/>
            </p:nvSpPr>
            <p:spPr>
              <a:xfrm>
                <a:off x="5632921" y="3749843"/>
                <a:ext cx="2078989" cy="433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实践情况</a:t>
                </a:r>
              </a:p>
            </p:txBody>
          </p:sp>
        </p:grpSp>
        <p:sp>
          <p:nvSpPr>
            <p:cNvPr id="69" name="Title" descr="dc40ba59-02df-4634-937c-f2ae608b0061">
              <a:extLst>
                <a:ext uri="{FF2B5EF4-FFF2-40B4-BE49-F238E27FC236}">
                  <a16:creationId xmlns:a16="http://schemas.microsoft.com/office/drawing/2014/main" id="{05972646-7D2E-B39E-153A-C85205238658}"/>
                </a:ext>
              </a:extLst>
            </p:cNvPr>
            <p:cNvSpPr txBox="1"/>
            <p:nvPr/>
          </p:nvSpPr>
          <p:spPr>
            <a:xfrm>
              <a:off x="788598" y="1524000"/>
              <a:ext cx="6729802" cy="888129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培养总结与沟通习惯</a:t>
              </a:r>
            </a:p>
          </p:txBody>
        </p: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周报编写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31fbf9e-ff67-4044-bd72-9e3968736b33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/>
              </a:rPr>
              <a:t>整体总结</a:t>
            </a:r>
          </a:p>
        </p:txBody>
      </p:sp>
      <p:sp>
        <p:nvSpPr>
          <p:cNvPr id="3" name="文本占位符 2" descr="7db2f84f-cefc-4a11-95ec-ad94b3c0ed20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总结项目进展与待改进点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2abf85d-4dfe-4f73-9916-b5913adfe2f5.source.4.zh-Hans.pptx" descr="ec800a63-5a93-48ae-ac53-11d0c80a5508">
            <a:extLst>
              <a:ext uri="{FF2B5EF4-FFF2-40B4-BE49-F238E27FC236}">
                <a16:creationId xmlns:a16="http://schemas.microsoft.com/office/drawing/2014/main" id="{2D06A5B5-16CA-0BD3-D81E-CD89F7C077B1}"/>
              </a:ext>
            </a:extLst>
          </p:cNvPr>
          <p:cNvGrpSpPr/>
          <p:nvPr/>
        </p:nvGrpSpPr>
        <p:grpSpPr>
          <a:xfrm>
            <a:off x="660400" y="1130300"/>
            <a:ext cx="10858500" cy="4412025"/>
            <a:chOff x="660400" y="1130300"/>
            <a:chExt cx="10858500" cy="4412025"/>
          </a:xfrm>
        </p:grpSpPr>
        <p:sp>
          <p:nvSpPr>
            <p:cNvPr id="18" name="图形 493" descr="836c798c-840b-435b-8cbc-f779071cacc9">
              <a:extLst>
                <a:ext uri="{FF2B5EF4-FFF2-40B4-BE49-F238E27FC236}">
                  <a16:creationId xmlns:a16="http://schemas.microsoft.com/office/drawing/2014/main" id="{D8562D68-F655-C970-A26C-D0EBB38BB5EF}"/>
                </a:ext>
              </a:extLst>
            </p:cNvPr>
            <p:cNvSpPr/>
            <p:nvPr/>
          </p:nvSpPr>
          <p:spPr>
            <a:xfrm>
              <a:off x="4415301" y="1748868"/>
              <a:ext cx="3361398" cy="3360265"/>
            </a:xfrm>
            <a:custGeom>
              <a:avLst/>
              <a:gdLst>
                <a:gd name="connsiteX0" fmla="*/ 3430005 w 6859985"/>
                <a:gd name="connsiteY0" fmla="*/ 0 h 6857673"/>
                <a:gd name="connsiteX1" fmla="*/ 6859986 w 6859985"/>
                <a:gd name="connsiteY1" fmla="*/ 3428837 h 6857673"/>
                <a:gd name="connsiteX2" fmla="*/ 3430005 w 6859985"/>
                <a:gd name="connsiteY2" fmla="*/ 6857673 h 6857673"/>
                <a:gd name="connsiteX3" fmla="*/ 0 w 6859985"/>
                <a:gd name="connsiteY3" fmla="*/ 3428837 h 6857673"/>
                <a:gd name="connsiteX4" fmla="*/ 3430005 w 6859985"/>
                <a:gd name="connsiteY4" fmla="*/ 0 h 6857673"/>
                <a:gd name="connsiteX5" fmla="*/ 3430005 w 6859985"/>
                <a:gd name="connsiteY5" fmla="*/ 0 h 685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59985" h="6857673">
                  <a:moveTo>
                    <a:pt x="3430005" y="0"/>
                  </a:moveTo>
                  <a:cubicBezTo>
                    <a:pt x="5323079" y="0"/>
                    <a:pt x="6859986" y="1536416"/>
                    <a:pt x="6859986" y="3428837"/>
                  </a:cubicBezTo>
                  <a:cubicBezTo>
                    <a:pt x="6859986" y="5321257"/>
                    <a:pt x="5323056" y="6857673"/>
                    <a:pt x="3430005" y="6857673"/>
                  </a:cubicBezTo>
                  <a:cubicBezTo>
                    <a:pt x="1536954" y="6857673"/>
                    <a:pt x="0" y="5321257"/>
                    <a:pt x="0" y="3428837"/>
                  </a:cubicBezTo>
                  <a:cubicBezTo>
                    <a:pt x="0" y="1536416"/>
                    <a:pt x="1536930" y="0"/>
                    <a:pt x="3430005" y="0"/>
                  </a:cubicBezTo>
                  <a:lnTo>
                    <a:pt x="3430005" y="0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233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26" name="任意多边形: 形状 25" descr="cbd3e5a2-1a2f-4552-a676-7db9fc0956aa">
              <a:extLst>
                <a:ext uri="{FF2B5EF4-FFF2-40B4-BE49-F238E27FC236}">
                  <a16:creationId xmlns:a16="http://schemas.microsoft.com/office/drawing/2014/main" id="{6067BD1A-73A0-755C-0024-EA270F0D527D}"/>
                </a:ext>
              </a:extLst>
            </p:cNvPr>
            <p:cNvSpPr/>
            <p:nvPr/>
          </p:nvSpPr>
          <p:spPr>
            <a:xfrm>
              <a:off x="6005993" y="3781571"/>
              <a:ext cx="191580" cy="423176"/>
            </a:xfrm>
            <a:custGeom>
              <a:avLst/>
              <a:gdLst>
                <a:gd name="connsiteX0" fmla="*/ 814007 w 814006"/>
                <a:gd name="connsiteY0" fmla="*/ 0 h 1798034"/>
                <a:gd name="connsiteX1" fmla="*/ 0 w 814006"/>
                <a:gd name="connsiteY1" fmla="*/ 0 h 1798034"/>
                <a:gd name="connsiteX2" fmla="*/ 0 w 814006"/>
                <a:gd name="connsiteY2" fmla="*/ 1798034 h 1798034"/>
                <a:gd name="connsiteX3" fmla="*/ 814007 w 814006"/>
                <a:gd name="connsiteY3" fmla="*/ 1798034 h 1798034"/>
                <a:gd name="connsiteX4" fmla="*/ 814007 w 814006"/>
                <a:gd name="connsiteY4" fmla="*/ 0 h 1798034"/>
                <a:gd name="connsiteX5" fmla="*/ 814007 w 814006"/>
                <a:gd name="connsiteY5" fmla="*/ 0 h 1798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006" h="1798034">
                  <a:moveTo>
                    <a:pt x="814007" y="0"/>
                  </a:moveTo>
                  <a:lnTo>
                    <a:pt x="0" y="0"/>
                  </a:lnTo>
                  <a:lnTo>
                    <a:pt x="0" y="1798034"/>
                  </a:lnTo>
                  <a:lnTo>
                    <a:pt x="814007" y="1798034"/>
                  </a:lnTo>
                  <a:lnTo>
                    <a:pt x="814007" y="0"/>
                  </a:lnTo>
                  <a:lnTo>
                    <a:pt x="81400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27" name="任意多边形: 形状 26" descr="fbdb69e2-dd1d-469a-8acc-4dffa0167fe6">
              <a:extLst>
                <a:ext uri="{FF2B5EF4-FFF2-40B4-BE49-F238E27FC236}">
                  <a16:creationId xmlns:a16="http://schemas.microsoft.com/office/drawing/2014/main" id="{FA3675B2-56F8-5570-B8E7-83E9D2482D42}"/>
                </a:ext>
              </a:extLst>
            </p:cNvPr>
            <p:cNvSpPr/>
            <p:nvPr/>
          </p:nvSpPr>
          <p:spPr>
            <a:xfrm>
              <a:off x="5598196" y="4180581"/>
              <a:ext cx="1007176" cy="132869"/>
            </a:xfrm>
            <a:custGeom>
              <a:avLst/>
              <a:gdLst>
                <a:gd name="connsiteX0" fmla="*/ 4279392 w 4279391"/>
                <a:gd name="connsiteY0" fmla="*/ 564546 h 564546"/>
                <a:gd name="connsiteX1" fmla="*/ 3714560 w 4279391"/>
                <a:gd name="connsiteY1" fmla="*/ 0 h 564546"/>
                <a:gd name="connsiteX2" fmla="*/ 564833 w 4279391"/>
                <a:gd name="connsiteY2" fmla="*/ 0 h 564546"/>
                <a:gd name="connsiteX3" fmla="*/ 0 w 4279391"/>
                <a:gd name="connsiteY3" fmla="*/ 564546 h 564546"/>
                <a:gd name="connsiteX4" fmla="*/ 4279297 w 4279391"/>
                <a:gd name="connsiteY4" fmla="*/ 564546 h 564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391" h="564546">
                  <a:moveTo>
                    <a:pt x="4279392" y="564546"/>
                  </a:moveTo>
                  <a:cubicBezTo>
                    <a:pt x="4279392" y="252793"/>
                    <a:pt x="4026503" y="0"/>
                    <a:pt x="3714560" y="0"/>
                  </a:cubicBezTo>
                  <a:lnTo>
                    <a:pt x="564833" y="0"/>
                  </a:lnTo>
                  <a:cubicBezTo>
                    <a:pt x="252889" y="0"/>
                    <a:pt x="0" y="252793"/>
                    <a:pt x="0" y="564546"/>
                  </a:cubicBezTo>
                  <a:lnTo>
                    <a:pt x="4279297" y="564546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32" name="任意多边形: 形状 31" descr="0528b59d-b9e8-4b19-8103-24db5364c481">
              <a:extLst>
                <a:ext uri="{FF2B5EF4-FFF2-40B4-BE49-F238E27FC236}">
                  <a16:creationId xmlns:a16="http://schemas.microsoft.com/office/drawing/2014/main" id="{87FD1363-8A73-62AB-4737-4C32FD8EDD6D}"/>
                </a:ext>
              </a:extLst>
            </p:cNvPr>
            <p:cNvSpPr/>
            <p:nvPr/>
          </p:nvSpPr>
          <p:spPr>
            <a:xfrm>
              <a:off x="5078355" y="2906951"/>
              <a:ext cx="2035290" cy="1070370"/>
            </a:xfrm>
            <a:custGeom>
              <a:avLst/>
              <a:gdLst>
                <a:gd name="connsiteX0" fmla="*/ 6864382 w 8647747"/>
                <a:gd name="connsiteY0" fmla="*/ 4858 h 4547901"/>
                <a:gd name="connsiteX1" fmla="*/ 1780127 w 8647747"/>
                <a:gd name="connsiteY1" fmla="*/ 0 h 4547901"/>
                <a:gd name="connsiteX2" fmla="*/ 0 w 8647747"/>
                <a:gd name="connsiteY2" fmla="*/ 4493133 h 4547901"/>
                <a:gd name="connsiteX3" fmla="*/ 8647748 w 8647747"/>
                <a:gd name="connsiteY3" fmla="*/ 4547902 h 4547901"/>
                <a:gd name="connsiteX4" fmla="*/ 6864382 w 8647747"/>
                <a:gd name="connsiteY4" fmla="*/ 4858 h 4547901"/>
                <a:gd name="connsiteX5" fmla="*/ 6864382 w 8647747"/>
                <a:gd name="connsiteY5" fmla="*/ 4858 h 4547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47747" h="4547901">
                  <a:moveTo>
                    <a:pt x="6864382" y="4858"/>
                  </a:moveTo>
                  <a:lnTo>
                    <a:pt x="1780127" y="0"/>
                  </a:lnTo>
                  <a:lnTo>
                    <a:pt x="0" y="4493133"/>
                  </a:lnTo>
                  <a:lnTo>
                    <a:pt x="8647748" y="4547902"/>
                  </a:lnTo>
                  <a:lnTo>
                    <a:pt x="6864382" y="4858"/>
                  </a:lnTo>
                  <a:lnTo>
                    <a:pt x="6864382" y="485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33" name="任意多边形: 形状 32" descr="1c710066-78b4-4d29-be43-6f483c64dcf2">
              <a:extLst>
                <a:ext uri="{FF2B5EF4-FFF2-40B4-BE49-F238E27FC236}">
                  <a16:creationId xmlns:a16="http://schemas.microsoft.com/office/drawing/2014/main" id="{38E6D537-4CE8-3904-4773-A48663665A6A}"/>
                </a:ext>
              </a:extLst>
            </p:cNvPr>
            <p:cNvSpPr/>
            <p:nvPr/>
          </p:nvSpPr>
          <p:spPr>
            <a:xfrm>
              <a:off x="5151324" y="2922778"/>
              <a:ext cx="1889217" cy="997581"/>
            </a:xfrm>
            <a:custGeom>
              <a:avLst/>
              <a:gdLst>
                <a:gd name="connsiteX0" fmla="*/ 6425946 w 8027098"/>
                <a:gd name="connsiteY0" fmla="*/ 0 h 4238624"/>
                <a:gd name="connsiteX1" fmla="*/ 1566672 w 8027098"/>
                <a:gd name="connsiteY1" fmla="*/ 0 h 4238624"/>
                <a:gd name="connsiteX2" fmla="*/ 0 w 8027098"/>
                <a:gd name="connsiteY2" fmla="*/ 4238625 h 4238624"/>
                <a:gd name="connsiteX3" fmla="*/ 8027099 w 8027098"/>
                <a:gd name="connsiteY3" fmla="*/ 4238625 h 4238624"/>
                <a:gd name="connsiteX4" fmla="*/ 6425946 w 8027098"/>
                <a:gd name="connsiteY4" fmla="*/ 0 h 4238624"/>
                <a:gd name="connsiteX5" fmla="*/ 6425946 w 8027098"/>
                <a:gd name="connsiteY5" fmla="*/ 0 h 423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27098" h="4238624">
                  <a:moveTo>
                    <a:pt x="6425946" y="0"/>
                  </a:moveTo>
                  <a:lnTo>
                    <a:pt x="1566672" y="0"/>
                  </a:lnTo>
                  <a:lnTo>
                    <a:pt x="0" y="4238625"/>
                  </a:lnTo>
                  <a:lnTo>
                    <a:pt x="8027099" y="4238625"/>
                  </a:lnTo>
                  <a:lnTo>
                    <a:pt x="6425946" y="0"/>
                  </a:lnTo>
                  <a:lnTo>
                    <a:pt x="6425946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34" name="任意多边形: 形状 33" descr="d66b8d29-0875-4b16-a266-6329b1fbe527">
              <a:extLst>
                <a:ext uri="{FF2B5EF4-FFF2-40B4-BE49-F238E27FC236}">
                  <a16:creationId xmlns:a16="http://schemas.microsoft.com/office/drawing/2014/main" id="{D227569C-911B-75AA-6F6D-841E996734AD}"/>
                </a:ext>
              </a:extLst>
            </p:cNvPr>
            <p:cNvSpPr/>
            <p:nvPr/>
          </p:nvSpPr>
          <p:spPr>
            <a:xfrm>
              <a:off x="5587704" y="2906951"/>
              <a:ext cx="227852" cy="1039771"/>
            </a:xfrm>
            <a:custGeom>
              <a:avLst/>
              <a:gdLst>
                <a:gd name="connsiteX0" fmla="*/ 968121 w 968120"/>
                <a:gd name="connsiteY0" fmla="*/ 26384 h 4417885"/>
                <a:gd name="connsiteX1" fmla="*/ 850678 w 968120"/>
                <a:gd name="connsiteY1" fmla="*/ 0 h 4417885"/>
                <a:gd name="connsiteX2" fmla="*/ 0 w 968120"/>
                <a:gd name="connsiteY2" fmla="*/ 4400741 h 4417885"/>
                <a:gd name="connsiteX3" fmla="*/ 184118 w 968120"/>
                <a:gd name="connsiteY3" fmla="*/ 4417886 h 4417885"/>
                <a:gd name="connsiteX4" fmla="*/ 968121 w 968120"/>
                <a:gd name="connsiteY4" fmla="*/ 26384 h 4417885"/>
                <a:gd name="connsiteX5" fmla="*/ 968121 w 968120"/>
                <a:gd name="connsiteY5" fmla="*/ 26384 h 441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8120" h="4417885">
                  <a:moveTo>
                    <a:pt x="968121" y="26384"/>
                  </a:moveTo>
                  <a:lnTo>
                    <a:pt x="850678" y="0"/>
                  </a:lnTo>
                  <a:lnTo>
                    <a:pt x="0" y="4400741"/>
                  </a:lnTo>
                  <a:lnTo>
                    <a:pt x="184118" y="4417886"/>
                  </a:lnTo>
                  <a:lnTo>
                    <a:pt x="968121" y="26384"/>
                  </a:lnTo>
                  <a:lnTo>
                    <a:pt x="968121" y="2638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35" name="任意多边形: 形状 34" descr="93b7b520-5429-4781-9a5c-7f4ee68e0a49">
              <a:extLst>
                <a:ext uri="{FF2B5EF4-FFF2-40B4-BE49-F238E27FC236}">
                  <a16:creationId xmlns:a16="http://schemas.microsoft.com/office/drawing/2014/main" id="{0CF683F2-FF07-9F37-2B7D-4B0907857B30}"/>
                </a:ext>
              </a:extLst>
            </p:cNvPr>
            <p:cNvSpPr/>
            <p:nvPr/>
          </p:nvSpPr>
          <p:spPr>
            <a:xfrm>
              <a:off x="6375906" y="2922778"/>
              <a:ext cx="227852" cy="1039771"/>
            </a:xfrm>
            <a:custGeom>
              <a:avLst/>
              <a:gdLst>
                <a:gd name="connsiteX0" fmla="*/ 0 w 968121"/>
                <a:gd name="connsiteY0" fmla="*/ 26384 h 4417885"/>
                <a:gd name="connsiteX1" fmla="*/ 117539 w 968121"/>
                <a:gd name="connsiteY1" fmla="*/ 0 h 4417885"/>
                <a:gd name="connsiteX2" fmla="*/ 968121 w 968121"/>
                <a:gd name="connsiteY2" fmla="*/ 4400741 h 4417885"/>
                <a:gd name="connsiteX3" fmla="*/ 784003 w 968121"/>
                <a:gd name="connsiteY3" fmla="*/ 4417886 h 4417885"/>
                <a:gd name="connsiteX4" fmla="*/ 0 w 968121"/>
                <a:gd name="connsiteY4" fmla="*/ 26384 h 4417885"/>
                <a:gd name="connsiteX5" fmla="*/ 0 w 968121"/>
                <a:gd name="connsiteY5" fmla="*/ 26384 h 441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8121" h="4417885">
                  <a:moveTo>
                    <a:pt x="0" y="26384"/>
                  </a:moveTo>
                  <a:lnTo>
                    <a:pt x="117539" y="0"/>
                  </a:lnTo>
                  <a:lnTo>
                    <a:pt x="968121" y="4400741"/>
                  </a:lnTo>
                  <a:lnTo>
                    <a:pt x="784003" y="4417886"/>
                  </a:lnTo>
                  <a:lnTo>
                    <a:pt x="0" y="26384"/>
                  </a:lnTo>
                  <a:lnTo>
                    <a:pt x="0" y="2638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36" name="任意多边形: 形状 35" descr="1ec63058-56aa-4413-b69a-0dd7af6c6b2e">
              <a:extLst>
                <a:ext uri="{FF2B5EF4-FFF2-40B4-BE49-F238E27FC236}">
                  <a16:creationId xmlns:a16="http://schemas.microsoft.com/office/drawing/2014/main" id="{BB414781-7663-2E7A-CD8F-6A5A7CB0493D}"/>
                </a:ext>
              </a:extLst>
            </p:cNvPr>
            <p:cNvSpPr/>
            <p:nvPr/>
          </p:nvSpPr>
          <p:spPr>
            <a:xfrm>
              <a:off x="6075241" y="2913766"/>
              <a:ext cx="42414" cy="1048783"/>
            </a:xfrm>
            <a:custGeom>
              <a:avLst/>
              <a:gdLst>
                <a:gd name="connsiteX0" fmla="*/ 6668 w 180212"/>
                <a:gd name="connsiteY0" fmla="*/ 0 h 4456176"/>
                <a:gd name="connsiteX1" fmla="*/ 124301 w 180212"/>
                <a:gd name="connsiteY1" fmla="*/ 0 h 4456176"/>
                <a:gd name="connsiteX2" fmla="*/ 180213 w 180212"/>
                <a:gd name="connsiteY2" fmla="*/ 4456176 h 4456176"/>
                <a:gd name="connsiteX3" fmla="*/ 0 w 180212"/>
                <a:gd name="connsiteY3" fmla="*/ 4432650 h 4456176"/>
                <a:gd name="connsiteX4" fmla="*/ 6668 w 180212"/>
                <a:gd name="connsiteY4" fmla="*/ 0 h 4456176"/>
                <a:gd name="connsiteX5" fmla="*/ 6668 w 180212"/>
                <a:gd name="connsiteY5" fmla="*/ 0 h 445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212" h="4456176">
                  <a:moveTo>
                    <a:pt x="6668" y="0"/>
                  </a:moveTo>
                  <a:lnTo>
                    <a:pt x="124301" y="0"/>
                  </a:lnTo>
                  <a:lnTo>
                    <a:pt x="180213" y="4456176"/>
                  </a:lnTo>
                  <a:lnTo>
                    <a:pt x="0" y="4432650"/>
                  </a:lnTo>
                  <a:lnTo>
                    <a:pt x="6668" y="0"/>
                  </a:lnTo>
                  <a:lnTo>
                    <a:pt x="666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37" name="任意多边形: 形状 36" descr="54804955-3d53-4496-9776-e98085812c38">
              <a:extLst>
                <a:ext uri="{FF2B5EF4-FFF2-40B4-BE49-F238E27FC236}">
                  <a16:creationId xmlns:a16="http://schemas.microsoft.com/office/drawing/2014/main" id="{79AD9E4E-25CB-D94D-0DF2-3A52E2C51B5B}"/>
                </a:ext>
              </a:extLst>
            </p:cNvPr>
            <p:cNvSpPr/>
            <p:nvPr/>
          </p:nvSpPr>
          <p:spPr>
            <a:xfrm>
              <a:off x="5243348" y="3555804"/>
              <a:ext cx="1700461" cy="33536"/>
            </a:xfrm>
            <a:custGeom>
              <a:avLst/>
              <a:gdLst>
                <a:gd name="connsiteX0" fmla="*/ 7225094 w 7225093"/>
                <a:gd name="connsiteY0" fmla="*/ 0 h 142493"/>
                <a:gd name="connsiteX1" fmla="*/ 0 w 7225093"/>
                <a:gd name="connsiteY1" fmla="*/ 0 h 142493"/>
                <a:gd name="connsiteX2" fmla="*/ 0 w 7225093"/>
                <a:gd name="connsiteY2" fmla="*/ 142494 h 142493"/>
                <a:gd name="connsiteX3" fmla="*/ 7225094 w 7225093"/>
                <a:gd name="connsiteY3" fmla="*/ 142494 h 142493"/>
                <a:gd name="connsiteX4" fmla="*/ 7225094 w 7225093"/>
                <a:gd name="connsiteY4" fmla="*/ 0 h 142493"/>
                <a:gd name="connsiteX5" fmla="*/ 7225094 w 7225093"/>
                <a:gd name="connsiteY5" fmla="*/ 0 h 14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25093" h="142493">
                  <a:moveTo>
                    <a:pt x="7225094" y="0"/>
                  </a:moveTo>
                  <a:lnTo>
                    <a:pt x="0" y="0"/>
                  </a:lnTo>
                  <a:lnTo>
                    <a:pt x="0" y="142494"/>
                  </a:lnTo>
                  <a:lnTo>
                    <a:pt x="7225094" y="142494"/>
                  </a:lnTo>
                  <a:lnTo>
                    <a:pt x="7225094" y="0"/>
                  </a:lnTo>
                  <a:lnTo>
                    <a:pt x="7225094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38" name="任意多边形: 形状 37" descr="be1a5a66-ace8-4158-9a8b-8d98095169f7">
              <a:extLst>
                <a:ext uri="{FF2B5EF4-FFF2-40B4-BE49-F238E27FC236}">
                  <a16:creationId xmlns:a16="http://schemas.microsoft.com/office/drawing/2014/main" id="{86A2266D-856F-73FE-42CC-E156DA55F6E5}"/>
                </a:ext>
              </a:extLst>
            </p:cNvPr>
            <p:cNvSpPr/>
            <p:nvPr/>
          </p:nvSpPr>
          <p:spPr>
            <a:xfrm>
              <a:off x="5363887" y="3280719"/>
              <a:ext cx="1457052" cy="33537"/>
            </a:xfrm>
            <a:custGeom>
              <a:avLst/>
              <a:gdLst>
                <a:gd name="connsiteX0" fmla="*/ 6190869 w 6190869"/>
                <a:gd name="connsiteY0" fmla="*/ 0 h 142494"/>
                <a:gd name="connsiteX1" fmla="*/ 0 w 6190869"/>
                <a:gd name="connsiteY1" fmla="*/ 0 h 142494"/>
                <a:gd name="connsiteX2" fmla="*/ 0 w 6190869"/>
                <a:gd name="connsiteY2" fmla="*/ 142494 h 142494"/>
                <a:gd name="connsiteX3" fmla="*/ 6190869 w 6190869"/>
                <a:gd name="connsiteY3" fmla="*/ 142494 h 142494"/>
                <a:gd name="connsiteX4" fmla="*/ 6190869 w 6190869"/>
                <a:gd name="connsiteY4" fmla="*/ 0 h 142494"/>
                <a:gd name="connsiteX5" fmla="*/ 6190869 w 6190869"/>
                <a:gd name="connsiteY5" fmla="*/ 0 h 14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0869" h="142494">
                  <a:moveTo>
                    <a:pt x="6190869" y="0"/>
                  </a:moveTo>
                  <a:lnTo>
                    <a:pt x="0" y="0"/>
                  </a:lnTo>
                  <a:lnTo>
                    <a:pt x="0" y="142494"/>
                  </a:lnTo>
                  <a:lnTo>
                    <a:pt x="6190869" y="142494"/>
                  </a:lnTo>
                  <a:lnTo>
                    <a:pt x="6190869" y="0"/>
                  </a:lnTo>
                  <a:lnTo>
                    <a:pt x="6190869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39" name="任意多边形: 形状 38" descr="9c903100-7a6e-4b7f-b1f2-576f4148884c">
              <a:extLst>
                <a:ext uri="{FF2B5EF4-FFF2-40B4-BE49-F238E27FC236}">
                  <a16:creationId xmlns:a16="http://schemas.microsoft.com/office/drawing/2014/main" id="{32D4378A-76E0-5B5D-63E3-C3E5A7A5B3A1}"/>
                </a:ext>
              </a:extLst>
            </p:cNvPr>
            <p:cNvSpPr/>
            <p:nvPr/>
          </p:nvSpPr>
          <p:spPr>
            <a:xfrm>
              <a:off x="5436744" y="3070016"/>
              <a:ext cx="1321268" cy="33536"/>
            </a:xfrm>
            <a:custGeom>
              <a:avLst/>
              <a:gdLst>
                <a:gd name="connsiteX0" fmla="*/ 5613940 w 5613939"/>
                <a:gd name="connsiteY0" fmla="*/ 0 h 142493"/>
                <a:gd name="connsiteX1" fmla="*/ 0 w 5613939"/>
                <a:gd name="connsiteY1" fmla="*/ 0 h 142493"/>
                <a:gd name="connsiteX2" fmla="*/ 0 w 5613939"/>
                <a:gd name="connsiteY2" fmla="*/ 142494 h 142493"/>
                <a:gd name="connsiteX3" fmla="*/ 5613940 w 5613939"/>
                <a:gd name="connsiteY3" fmla="*/ 142494 h 142493"/>
                <a:gd name="connsiteX4" fmla="*/ 5613940 w 5613939"/>
                <a:gd name="connsiteY4" fmla="*/ 0 h 142493"/>
                <a:gd name="connsiteX5" fmla="*/ 5613940 w 5613939"/>
                <a:gd name="connsiteY5" fmla="*/ 0 h 14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3939" h="142493">
                  <a:moveTo>
                    <a:pt x="5613940" y="0"/>
                  </a:moveTo>
                  <a:lnTo>
                    <a:pt x="0" y="0"/>
                  </a:lnTo>
                  <a:lnTo>
                    <a:pt x="0" y="142494"/>
                  </a:lnTo>
                  <a:lnTo>
                    <a:pt x="5613940" y="142494"/>
                  </a:lnTo>
                  <a:lnTo>
                    <a:pt x="5613940" y="0"/>
                  </a:lnTo>
                  <a:lnTo>
                    <a:pt x="561394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>
                <a:lnSpc>
                  <a:spcPct val="120000"/>
                </a:lnSpc>
              </a:pPr>
              <a:endParaRPr/>
            </a:p>
          </p:txBody>
        </p:sp>
        <p:sp>
          <p:nvSpPr>
            <p:cNvPr id="5" name="Title" descr="bc52f319-a926-4c10-a86f-8d2a3c259783">
              <a:extLst>
                <a:ext uri="{FF2B5EF4-FFF2-40B4-BE49-F238E27FC236}">
                  <a16:creationId xmlns:a16="http://schemas.microsoft.com/office/drawing/2014/main" id="{39FA1956-E736-DEFF-99FD-8C79744AC230}"/>
                </a:ext>
              </a:extLst>
            </p:cNvPr>
            <p:cNvSpPr/>
            <p:nvPr/>
          </p:nvSpPr>
          <p:spPr>
            <a:xfrm>
              <a:off x="660400" y="1130300"/>
              <a:ext cx="10858500" cy="497316"/>
            </a:xfrm>
            <a:prstGeom prst="rect">
              <a:avLst/>
            </a:prstGeom>
          </p:spPr>
          <p:txBody>
            <a:bodyPr wrap="square" anchorCtr="0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回顾成果与明确方向</a:t>
              </a:r>
            </a:p>
          </p:txBody>
        </p:sp>
        <p:grpSp>
          <p:nvGrpSpPr>
            <p:cNvPr id="3" name="组合 1" descr="8ddf034d-882d-4420-b29e-116fe82a296e">
              <a:extLst>
                <a:ext uri="{FF2B5EF4-FFF2-40B4-BE49-F238E27FC236}">
                  <a16:creationId xmlns:a16="http://schemas.microsoft.com/office/drawing/2014/main" id="{D15CB241-55FD-DA7E-686D-FDABA2D84CD0}"/>
                </a:ext>
              </a:extLst>
            </p:cNvPr>
            <p:cNvGrpSpPr/>
            <p:nvPr/>
          </p:nvGrpSpPr>
          <p:grpSpPr>
            <a:xfrm>
              <a:off x="660400" y="1799987"/>
              <a:ext cx="2762550" cy="1528512"/>
              <a:chOff x="660400" y="1799987"/>
              <a:chExt cx="2762550" cy="1528512"/>
            </a:xfrm>
          </p:grpSpPr>
          <p:sp>
            <p:nvSpPr>
              <p:cNvPr id="11" name="Bullet1" descr="cce5970a-b99a-40ae-904d-4ec1267f0dc1">
                <a:extLst>
                  <a:ext uri="{FF2B5EF4-FFF2-40B4-BE49-F238E27FC236}">
                    <a16:creationId xmlns:a16="http://schemas.microsoft.com/office/drawing/2014/main" id="{A8C6CCFD-A725-F2D8-4439-CD4F85DEA72C}"/>
                  </a:ext>
                </a:extLst>
              </p:cNvPr>
              <p:cNvSpPr/>
              <p:nvPr/>
            </p:nvSpPr>
            <p:spPr>
              <a:xfrm>
                <a:off x="660400" y="1799987"/>
                <a:ext cx="2762550" cy="77340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00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  <a:ln w="76200">
                <a:noFill/>
              </a:ln>
              <a:effectLst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项目进展</a:t>
                </a:r>
              </a:p>
            </p:txBody>
          </p:sp>
          <p:sp>
            <p:nvSpPr>
              <p:cNvPr id="12" name="Text1" descr="7adaccab-2dde-4546-bf1a-aceb123af5ca">
                <a:extLst>
                  <a:ext uri="{FF2B5EF4-FFF2-40B4-BE49-F238E27FC236}">
                    <a16:creationId xmlns:a16="http://schemas.microsoft.com/office/drawing/2014/main" id="{7E42B371-6FC1-3E25-165A-4E58342D92E2}"/>
                  </a:ext>
                </a:extLst>
              </p:cNvPr>
              <p:cNvSpPr txBox="1"/>
              <p:nvPr/>
            </p:nvSpPr>
            <p:spPr>
              <a:xfrm>
                <a:off x="660400" y="2651310"/>
                <a:ext cx="2762550" cy="677189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符合预期，数据组推进高效，模型组与网页组按计划启动。</a:t>
                </a:r>
              </a:p>
            </p:txBody>
          </p:sp>
        </p:grpSp>
        <p:grpSp>
          <p:nvGrpSpPr>
            <p:cNvPr id="4" name="组合 3" descr="342c5ea2-1dd2-479e-9e26-c7c10f2af7fe">
              <a:extLst>
                <a:ext uri="{FF2B5EF4-FFF2-40B4-BE49-F238E27FC236}">
                  <a16:creationId xmlns:a16="http://schemas.microsoft.com/office/drawing/2014/main" id="{0BADA10D-184F-9616-7054-8AD4C203B106}"/>
                </a:ext>
              </a:extLst>
            </p:cNvPr>
            <p:cNvGrpSpPr/>
            <p:nvPr/>
          </p:nvGrpSpPr>
          <p:grpSpPr>
            <a:xfrm>
              <a:off x="660400" y="4013813"/>
              <a:ext cx="2762551" cy="1528512"/>
              <a:chOff x="660400" y="4013813"/>
              <a:chExt cx="2762551" cy="1528512"/>
            </a:xfrm>
          </p:grpSpPr>
          <p:sp>
            <p:nvSpPr>
              <p:cNvPr id="20" name="Bullet2" descr="ef928963-36ef-47e9-a3b4-5663862e660d">
                <a:extLst>
                  <a:ext uri="{FF2B5EF4-FFF2-40B4-BE49-F238E27FC236}">
                    <a16:creationId xmlns:a16="http://schemas.microsoft.com/office/drawing/2014/main" id="{A506F611-880E-D938-A06C-2B26A2119FFD}"/>
                  </a:ext>
                </a:extLst>
              </p:cNvPr>
              <p:cNvSpPr/>
              <p:nvPr/>
            </p:nvSpPr>
            <p:spPr>
              <a:xfrm>
                <a:off x="660401" y="4013813"/>
                <a:ext cx="2762550" cy="77340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风险控制</a:t>
                </a:r>
              </a:p>
            </p:txBody>
          </p:sp>
          <p:sp>
            <p:nvSpPr>
              <p:cNvPr id="21" name="Text2" descr="61a6f752-0960-43ac-b4af-eabe8c16bbcc">
                <a:extLst>
                  <a:ext uri="{FF2B5EF4-FFF2-40B4-BE49-F238E27FC236}">
                    <a16:creationId xmlns:a16="http://schemas.microsoft.com/office/drawing/2014/main" id="{F0478F00-5FC1-1A2A-5D68-D7F4246C8222}"/>
                  </a:ext>
                </a:extLst>
              </p:cNvPr>
              <p:cNvSpPr txBox="1"/>
              <p:nvPr/>
            </p:nvSpPr>
            <p:spPr>
              <a:xfrm>
                <a:off x="660400" y="4865136"/>
                <a:ext cx="2762550" cy="677189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高风险项已制定应对措施，每周跟踪风险情况。</a:t>
                </a:r>
              </a:p>
            </p:txBody>
          </p:sp>
        </p:grpSp>
        <p:grpSp>
          <p:nvGrpSpPr>
            <p:cNvPr id="6" name="组合 5" descr="a507d063-3b38-49c8-8fd0-c69c0c5e0af6">
              <a:extLst>
                <a:ext uri="{FF2B5EF4-FFF2-40B4-BE49-F238E27FC236}">
                  <a16:creationId xmlns:a16="http://schemas.microsoft.com/office/drawing/2014/main" id="{225B5F33-B7FB-687C-C45D-FE5052E4C8B3}"/>
                </a:ext>
              </a:extLst>
            </p:cNvPr>
            <p:cNvGrpSpPr/>
            <p:nvPr/>
          </p:nvGrpSpPr>
          <p:grpSpPr>
            <a:xfrm>
              <a:off x="8756350" y="1799987"/>
              <a:ext cx="2762550" cy="1528512"/>
              <a:chOff x="8756350" y="1799987"/>
              <a:chExt cx="2762550" cy="1528512"/>
            </a:xfrm>
          </p:grpSpPr>
          <p:sp>
            <p:nvSpPr>
              <p:cNvPr id="23" name="Bullet3" descr="622a6ef0-ca60-45c1-a38f-312fba2e88a6">
                <a:extLst>
                  <a:ext uri="{FF2B5EF4-FFF2-40B4-BE49-F238E27FC236}">
                    <a16:creationId xmlns:a16="http://schemas.microsoft.com/office/drawing/2014/main" id="{5E202C83-904E-30BA-2001-4229C44B5BC7}"/>
                  </a:ext>
                </a:extLst>
              </p:cNvPr>
              <p:cNvSpPr/>
              <p:nvPr/>
            </p:nvSpPr>
            <p:spPr>
              <a:xfrm>
                <a:off x="8756350" y="1799987"/>
                <a:ext cx="2762550" cy="77340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dk2">
                      <a:lumMod val="60000"/>
                      <a:lumOff val="40000"/>
                    </a:schemeClr>
                  </a:gs>
                  <a:gs pos="50000">
                    <a:schemeClr val="dk2">
                      <a:lumMod val="100000"/>
                    </a:schemeClr>
                  </a:gs>
                </a:gsLst>
                <a:lin ang="2700000" scaled="0"/>
                <a:tileRect/>
              </a:gradFill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学习成果</a:t>
                </a:r>
              </a:p>
            </p:txBody>
          </p:sp>
          <p:sp>
            <p:nvSpPr>
              <p:cNvPr id="24" name="Text3" descr="1f01846b-ccb4-4cb4-8b04-173f87042cbe">
                <a:extLst>
                  <a:ext uri="{FF2B5EF4-FFF2-40B4-BE49-F238E27FC236}">
                    <a16:creationId xmlns:a16="http://schemas.microsoft.com/office/drawing/2014/main" id="{2D54B037-C05D-6E37-430F-6959734F8F78}"/>
                  </a:ext>
                </a:extLst>
              </p:cNvPr>
              <p:cNvSpPr txBox="1"/>
              <p:nvPr/>
            </p:nvSpPr>
            <p:spPr>
              <a:xfrm>
                <a:off x="8756350" y="2651310"/>
                <a:ext cx="2762550" cy="677189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strike="noStrike">
                    <a:solidFill>
                      <a:srgbClr val="000000"/>
                    </a:solidFill>
                    <a:latin typeface="微软雅黑"/>
                  </a:rPr>
                  <a:t>8项拓展内容全覆盖，70%应用于项目，提升团队能力。</a:t>
                </a:r>
              </a:p>
            </p:txBody>
          </p:sp>
        </p:grpSp>
        <p:grpSp>
          <p:nvGrpSpPr>
            <p:cNvPr id="7" name="组合 6" descr="4338d7e9-0eeb-4c5f-9af8-4157e866b020">
              <a:extLst>
                <a:ext uri="{FF2B5EF4-FFF2-40B4-BE49-F238E27FC236}">
                  <a16:creationId xmlns:a16="http://schemas.microsoft.com/office/drawing/2014/main" id="{699F4D54-8A6C-A04F-12CB-8811598B8827}"/>
                </a:ext>
              </a:extLst>
            </p:cNvPr>
            <p:cNvGrpSpPr/>
            <p:nvPr/>
          </p:nvGrpSpPr>
          <p:grpSpPr>
            <a:xfrm>
              <a:off x="8756350" y="4013813"/>
              <a:ext cx="2762550" cy="1528512"/>
              <a:chOff x="8756350" y="4013813"/>
              <a:chExt cx="2762550" cy="1528512"/>
            </a:xfrm>
          </p:grpSpPr>
          <p:sp>
            <p:nvSpPr>
              <p:cNvPr id="29" name="Bullet4" descr="a41570c8-d352-4fa4-ade4-740a25da2043">
                <a:extLst>
                  <a:ext uri="{FF2B5EF4-FFF2-40B4-BE49-F238E27FC236}">
                    <a16:creationId xmlns:a16="http://schemas.microsoft.com/office/drawing/2014/main" id="{1D9E706E-18A4-F1F2-1FB3-0690224E5286}"/>
                  </a:ext>
                </a:extLst>
              </p:cNvPr>
              <p:cNvSpPr/>
              <p:nvPr/>
            </p:nvSpPr>
            <p:spPr>
              <a:xfrm>
                <a:off x="8756350" y="4013813"/>
                <a:ext cx="2762550" cy="7734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待改进</a:t>
                </a:r>
              </a:p>
            </p:txBody>
          </p:sp>
          <p:sp>
            <p:nvSpPr>
              <p:cNvPr id="30" name="Text4" descr="206308c8-3c53-4c9d-9525-90dd6f923444">
                <a:extLst>
                  <a:ext uri="{FF2B5EF4-FFF2-40B4-BE49-F238E27FC236}">
                    <a16:creationId xmlns:a16="http://schemas.microsoft.com/office/drawing/2014/main" id="{6FA2859F-27D3-41DC-3114-1A79D4D6671D}"/>
                  </a:ext>
                </a:extLst>
              </p:cNvPr>
              <p:cNvSpPr txBox="1"/>
              <p:nvPr/>
            </p:nvSpPr>
            <p:spPr>
              <a:xfrm>
                <a:off x="8756350" y="4865136"/>
                <a:ext cx="2762550" cy="677189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跨组协作效率和部分学习内容实践不足，需加以改进。</a:t>
                </a:r>
              </a:p>
            </p:txBody>
          </p:sp>
        </p:grpSp>
      </p:grpSp>
      <p:sp>
        <p:nvSpPr>
          <p:cNvPr id="2" name="标题 1" descr="6a4a05f2-7caf-44da-89bf-dc3118f3dca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总结与待改进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4fe0b189-8c01-4e66-a19b-902594211517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ea typeface="微软雅黑"/>
              </a:rPr>
              <a:t>谢谢观看</a:t>
            </a:r>
          </a:p>
        </p:txBody>
      </p:sp>
      <p:sp>
        <p:nvSpPr>
          <p:cNvPr id="4" name="文本占位符 3" descr="21f05c9c-06ef-4971-8cab-f99794d5ca4b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ctr">
              <a:lnSpc>
                <a:spcPct val="108000"/>
              </a:lnSpc>
              <a:spcBef>
                <a:spcPts val="1000"/>
              </a:spcBef>
            </a:pPr>
            <a:r>
              <a:rPr lang="en-US" sz="1100" b="0" i="0" u="none">
                <a:solidFill>
                  <a:srgbClr val="000000"/>
                </a:solidFill>
                <a:ea typeface="微软雅黑"/>
              </a:rPr>
              <a:t>报告人名称</a:t>
            </a:r>
          </a:p>
        </p:txBody>
      </p:sp>
      <p:sp>
        <p:nvSpPr>
          <p:cNvPr id="5" name="文本占位符 4" descr="ff48ed03-855f-4c43-ba4f-68ee59a891cc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>
            <a:normAutofit lnSpcReduction="10000"/>
          </a:bodyPr>
          <a:lstStyle/>
          <a:p>
            <a:pPr algn="ctr">
              <a:lnSpc>
                <a:spcPct val="108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内容由夸克AI生成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454545"/>
      </a:accent1>
      <a:accent2>
        <a:srgbClr val="000000"/>
      </a:accent2>
      <a:accent3>
        <a:srgbClr val="5D5D5D"/>
      </a:accent3>
      <a:accent4>
        <a:srgbClr val="3B3334"/>
      </a:accent4>
      <a:accent5>
        <a:srgbClr val="1F1F1F"/>
      </a:accent5>
      <a:accent6>
        <a:srgbClr val="4A3834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等线 Light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等线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2406</TotalTime>
  <Words>480</Words>
  <Application>Microsoft Office PowerPoint</Application>
  <PresentationFormat>宽屏</PresentationFormat>
  <Paragraphs>163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微软雅黑</vt:lpstr>
      <vt:lpstr>Arial</vt:lpstr>
      <vt:lpstr>Designed by iSlide</vt:lpstr>
      <vt:lpstr>机票价格预测项目进度汇报</vt:lpstr>
      <vt:lpstr>目录</vt:lpstr>
      <vt:lpstr>项目情况</vt:lpstr>
      <vt:lpstr>总体进度</vt:lpstr>
      <vt:lpstr>各小组当前进度</vt:lpstr>
      <vt:lpstr>数据库重构</vt:lpstr>
      <vt:lpstr>风险评估</vt:lpstr>
      <vt:lpstr>两周计划</vt:lpstr>
      <vt:lpstr>学习拓展</vt:lpstr>
      <vt:lpstr>OKR实践</vt:lpstr>
      <vt:lpstr>GitHub使用</vt:lpstr>
      <vt:lpstr>Markdown语法</vt:lpstr>
      <vt:lpstr>Postman接口测试</vt:lpstr>
      <vt:lpstr>FinalShell远程管理</vt:lpstr>
      <vt:lpstr>Maven项目管理</vt:lpstr>
      <vt:lpstr>企业报销</vt:lpstr>
      <vt:lpstr>周报编写</vt:lpstr>
      <vt:lpstr>整体总结</vt:lpstr>
      <vt:lpstr>总结与待改进</vt:lpstr>
      <vt:lpstr>谢谢观看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dc:creator>iSlide</dc:creator>
  <cp:lastModifiedBy>Bruce Logan</cp:lastModifiedBy>
  <cp:revision>4</cp:revision>
  <cp:lastPrinted>2024-01-01T16:00:00Z</cp:lastPrinted>
  <dcterms:created xsi:type="dcterms:W3CDTF">2024-01-01T16:00:00Z</dcterms:created>
  <dcterms:modified xsi:type="dcterms:W3CDTF">2025-11-13T00:56:27Z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d52e647c-c452-4fac-bad8-d4eceac9e4fa</vt:lpwstr>
  </property>
</Properties>
</file>